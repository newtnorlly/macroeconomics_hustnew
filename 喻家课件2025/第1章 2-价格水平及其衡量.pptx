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3.xml" ContentType="application/vnd.openxmlformats-officedocument.theme+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theme/themeOverride1.xml" ContentType="application/vnd.openxmlformats-officedocument.themeOverride+xml"/>
  <Override PartName="/ppt/notesSlides/notesSlide2.xml" ContentType="application/vnd.openxmlformats-officedocument.presentationml.notesSlide+xml"/>
  <Override PartName="/ppt/theme/themeOverride2.xml" ContentType="application/vnd.openxmlformats-officedocument.themeOverride+xml"/>
  <Override PartName="/ppt/notesSlides/notesSlide3.xml" ContentType="application/vnd.openxmlformats-officedocument.presentationml.notesSlide+xml"/>
  <Override PartName="/ppt/theme/themeOverride3.xml" ContentType="application/vnd.openxmlformats-officedocument.themeOverride+xml"/>
  <Override PartName="/ppt/notesSlides/notesSlide4.xml" ContentType="application/vnd.openxmlformats-officedocument.presentationml.notesSlide+xml"/>
  <Override PartName="/ppt/theme/themeOverride4.xml" ContentType="application/vnd.openxmlformats-officedocument.themeOverride+xml"/>
  <Override PartName="/ppt/notesSlides/notesSlide5.xml" ContentType="application/vnd.openxmlformats-officedocument.presentationml.notesSlide+xml"/>
  <Override PartName="/ppt/theme/themeOverride5.xml" ContentType="application/vnd.openxmlformats-officedocument.themeOverride+xml"/>
  <Override PartName="/ppt/notesSlides/notesSlide6.xml" ContentType="application/vnd.openxmlformats-officedocument.presentationml.notesSlide+xml"/>
  <Override PartName="/ppt/theme/themeOverride6.xml" ContentType="application/vnd.openxmlformats-officedocument.themeOverride+xml"/>
  <Override PartName="/ppt/notesSlides/notesSlide7.xml" ContentType="application/vnd.openxmlformats-officedocument.presentationml.notesSlide+xml"/>
  <Override PartName="/ppt/theme/themeOverride7.xml" ContentType="application/vnd.openxmlformats-officedocument.themeOverride+xml"/>
  <Override PartName="/ppt/notesSlides/notesSlide8.xml" ContentType="application/vnd.openxmlformats-officedocument.presentationml.notesSlide+xml"/>
  <Override PartName="/ppt/theme/themeOverride8.xml" ContentType="application/vnd.openxmlformats-officedocument.themeOverride+xml"/>
  <Override PartName="/ppt/notesSlides/notesSlide9.xml" ContentType="application/vnd.openxmlformats-officedocument.presentationml.notesSlide+xml"/>
  <Override PartName="/ppt/theme/themeOverride9.xml" ContentType="application/vnd.openxmlformats-officedocument.themeOverride+xml"/>
  <Override PartName="/ppt/notesSlides/notesSlide10.xml" ContentType="application/vnd.openxmlformats-officedocument.presentationml.notesSlide+xml"/>
  <Override PartName="/ppt/theme/themeOverride10.xml" ContentType="application/vnd.openxmlformats-officedocument.themeOverride+xml"/>
  <Override PartName="/ppt/notesSlides/notesSlide11.xml" ContentType="application/vnd.openxmlformats-officedocument.presentationml.notesSlide+xml"/>
  <Override PartName="/ppt/theme/themeOverride11.xml" ContentType="application/vnd.openxmlformats-officedocument.themeOverride+xml"/>
  <Override PartName="/ppt/notesSlides/notesSlide12.xml" ContentType="application/vnd.openxmlformats-officedocument.presentationml.notesSlide+xml"/>
  <Override PartName="/ppt/theme/themeOverride12.xml" ContentType="application/vnd.openxmlformats-officedocument.themeOverride+xml"/>
  <Override PartName="/ppt/notesSlides/notesSlide13.xml" ContentType="application/vnd.openxmlformats-officedocument.presentationml.notesSlide+xml"/>
  <Override PartName="/ppt/theme/themeOverride13.xml" ContentType="application/vnd.openxmlformats-officedocument.themeOverride+xml"/>
  <Override PartName="/ppt/notesSlides/notesSlide14.xml" ContentType="application/vnd.openxmlformats-officedocument.presentationml.notesSlide+xml"/>
  <Override PartName="/ppt/theme/themeOverride14.xml" ContentType="application/vnd.openxmlformats-officedocument.themeOverride+xml"/>
  <Override PartName="/ppt/notesSlides/notesSlide15.xml" ContentType="application/vnd.openxmlformats-officedocument.presentationml.notesSlide+xml"/>
  <Override PartName="/ppt/theme/themeOverride15.xml" ContentType="application/vnd.openxmlformats-officedocument.themeOverride+xml"/>
  <Override PartName="/ppt/notesSlides/notesSlide16.xml" ContentType="application/vnd.openxmlformats-officedocument.presentationml.notesSlide+xml"/>
  <Override PartName="/ppt/theme/themeOverride16.xml" ContentType="application/vnd.openxmlformats-officedocument.themeOverr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9" r:id="rId2"/>
    <p:sldMasterId id="2147483681" r:id="rId3"/>
    <p:sldMasterId id="2147483705" r:id="rId4"/>
  </p:sldMasterIdLst>
  <p:notesMasterIdLst>
    <p:notesMasterId r:id="rId40"/>
  </p:notesMasterIdLst>
  <p:sldIdLst>
    <p:sldId id="1097" r:id="rId5"/>
    <p:sldId id="962" r:id="rId6"/>
    <p:sldId id="1098" r:id="rId7"/>
    <p:sldId id="278" r:id="rId8"/>
    <p:sldId id="279" r:id="rId9"/>
    <p:sldId id="280" r:id="rId10"/>
    <p:sldId id="1113" r:id="rId11"/>
    <p:sldId id="1114" r:id="rId12"/>
    <p:sldId id="1115" r:id="rId13"/>
    <p:sldId id="1099" r:id="rId14"/>
    <p:sldId id="1124" r:id="rId15"/>
    <p:sldId id="1125" r:id="rId16"/>
    <p:sldId id="1104" r:id="rId17"/>
    <p:sldId id="1119" r:id="rId18"/>
    <p:sldId id="1120" r:id="rId19"/>
    <p:sldId id="1100" r:id="rId20"/>
    <p:sldId id="1116" r:id="rId21"/>
    <p:sldId id="1117" r:id="rId22"/>
    <p:sldId id="1118" r:id="rId23"/>
    <p:sldId id="1101" r:id="rId24"/>
    <p:sldId id="1102" r:id="rId25"/>
    <p:sldId id="1103" r:id="rId26"/>
    <p:sldId id="292" r:id="rId27"/>
    <p:sldId id="1126" r:id="rId28"/>
    <p:sldId id="323" r:id="rId29"/>
    <p:sldId id="1106" r:id="rId30"/>
    <p:sldId id="1107" r:id="rId31"/>
    <p:sldId id="330" r:id="rId32"/>
    <p:sldId id="1121" r:id="rId33"/>
    <p:sldId id="1122" r:id="rId34"/>
    <p:sldId id="1108" r:id="rId35"/>
    <p:sldId id="1109" r:id="rId36"/>
    <p:sldId id="1110" r:id="rId37"/>
    <p:sldId id="1112" r:id="rId38"/>
    <p:sldId id="367" r:id="rId39"/>
  </p:sldIdLst>
  <p:sldSz cx="4610100" cy="3460750"/>
  <p:notesSz cx="4610100" cy="346075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默认节" id="{FB591DDA-E7B4-E04D-B3E3-4101BC46824A}">
          <p14:sldIdLst>
            <p14:sldId id="1097"/>
            <p14:sldId id="962"/>
            <p14:sldId id="1098"/>
            <p14:sldId id="278"/>
            <p14:sldId id="279"/>
            <p14:sldId id="280"/>
            <p14:sldId id="1113"/>
            <p14:sldId id="1114"/>
            <p14:sldId id="1115"/>
            <p14:sldId id="1099"/>
            <p14:sldId id="1124"/>
            <p14:sldId id="1125"/>
            <p14:sldId id="1104"/>
            <p14:sldId id="1119"/>
            <p14:sldId id="1120"/>
            <p14:sldId id="1100"/>
            <p14:sldId id="1116"/>
            <p14:sldId id="1117"/>
            <p14:sldId id="1118"/>
            <p14:sldId id="1101"/>
            <p14:sldId id="1102"/>
            <p14:sldId id="1103"/>
            <p14:sldId id="292"/>
            <p14:sldId id="1126"/>
            <p14:sldId id="323"/>
            <p14:sldId id="1106"/>
            <p14:sldId id="1107"/>
            <p14:sldId id="330"/>
            <p14:sldId id="1121"/>
            <p14:sldId id="1122"/>
            <p14:sldId id="1108"/>
            <p14:sldId id="1109"/>
            <p14:sldId id="1110"/>
            <p14:sldId id="1112"/>
            <p14:sldId id="367"/>
          </p14:sldIdLst>
        </p14:section>
      </p14:sectionLst>
    </p:ex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DDBC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3208"/>
    <p:restoredTop sz="95659"/>
  </p:normalViewPr>
  <p:slideViewPr>
    <p:cSldViewPr>
      <p:cViewPr varScale="1">
        <p:scale>
          <a:sx n="231" d="100"/>
          <a:sy n="231" d="100"/>
        </p:scale>
        <p:origin x="1152" y="176"/>
      </p:cViewPr>
      <p:guideLst>
        <p:guide orient="horz" pos="2880"/>
        <p:guide pos="216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viewProps" Target="viewProps.xml"/><Relationship Id="rId7" Type="http://schemas.openxmlformats.org/officeDocument/2006/relationships/slide" Target="slides/slide3.xml"/><Relationship Id="rId2" Type="http://schemas.openxmlformats.org/officeDocument/2006/relationships/slideMaster" Target="slideMasters/slideMaster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tableStyles" Target="tableStyles.xml"/><Relationship Id="rId4" Type="http://schemas.openxmlformats.org/officeDocument/2006/relationships/slideMaster" Target="slideMasters/slideMaster4.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theme" Target="theme/theme1.xml"/><Relationship Id="rId8" Type="http://schemas.openxmlformats.org/officeDocument/2006/relationships/slide" Target="slides/slide4.xml"/><Relationship Id="rId3" Type="http://schemas.openxmlformats.org/officeDocument/2006/relationships/slideMaster" Target="slideMasters/slideMaster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1997075" cy="17303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idx="1"/>
          </p:nvPr>
        </p:nvSpPr>
        <p:spPr>
          <a:xfrm>
            <a:off x="2611438" y="0"/>
            <a:ext cx="1997075" cy="173038"/>
          </a:xfrm>
          <a:prstGeom prst="rect">
            <a:avLst/>
          </a:prstGeom>
        </p:spPr>
        <p:txBody>
          <a:bodyPr vert="horz" lIns="91440" tIns="45720" rIns="91440" bIns="45720" rtlCol="0"/>
          <a:lstStyle>
            <a:lvl1pPr algn="r">
              <a:defRPr sz="1200"/>
            </a:lvl1pPr>
          </a:lstStyle>
          <a:p>
            <a:fld id="{92E002F3-C090-FD4F-93E3-8CAD6EC2E916}" type="datetimeFigureOut">
              <a:rPr kumimoji="1" lang="zh-CN" altLang="en-US" smtClean="0"/>
              <a:t>2024/6/19</a:t>
            </a:fld>
            <a:endParaRPr kumimoji="1" lang="zh-CN" altLang="en-US"/>
          </a:p>
        </p:txBody>
      </p:sp>
      <p:sp>
        <p:nvSpPr>
          <p:cNvPr id="4" name="幻灯片图像占位符 3"/>
          <p:cNvSpPr>
            <a:spLocks noGrp="1" noRot="1" noChangeAspect="1"/>
          </p:cNvSpPr>
          <p:nvPr>
            <p:ph type="sldImg" idx="2"/>
          </p:nvPr>
        </p:nvSpPr>
        <p:spPr>
          <a:xfrm>
            <a:off x="1527175" y="433388"/>
            <a:ext cx="1555750" cy="1166812"/>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460375" y="1665288"/>
            <a:ext cx="3689350" cy="1363662"/>
          </a:xfrm>
          <a:prstGeom prst="rect">
            <a:avLst/>
          </a:prstGeom>
        </p:spPr>
        <p:txBody>
          <a:bodyPr vert="horz" lIns="91440" tIns="45720" rIns="91440" bIns="45720" rtlCol="0"/>
          <a:lstStyle/>
          <a:p>
            <a:pPr lvl="0"/>
            <a:r>
              <a:rPr kumimoji="1" lang="zh-CN" altLang="en-US"/>
              <a:t>单击此处编辑母版文本样式</a:t>
            </a:r>
          </a:p>
          <a:p>
            <a:pPr lvl="1"/>
            <a:r>
              <a:rPr kumimoji="1" lang="zh-CN" altLang="en-US"/>
              <a:t>二级</a:t>
            </a:r>
          </a:p>
          <a:p>
            <a:pPr lvl="2"/>
            <a:r>
              <a:rPr kumimoji="1" lang="zh-CN" altLang="en-US"/>
              <a:t>三级</a:t>
            </a:r>
          </a:p>
          <a:p>
            <a:pPr lvl="3"/>
            <a:r>
              <a:rPr kumimoji="1" lang="zh-CN" altLang="en-US"/>
              <a:t>四级</a:t>
            </a:r>
          </a:p>
          <a:p>
            <a:pPr lvl="4"/>
            <a:r>
              <a:rPr kumimoji="1" lang="zh-CN" altLang="en-US"/>
              <a:t>五级</a:t>
            </a:r>
          </a:p>
        </p:txBody>
      </p:sp>
      <p:sp>
        <p:nvSpPr>
          <p:cNvPr id="6" name="页脚占位符 5"/>
          <p:cNvSpPr>
            <a:spLocks noGrp="1"/>
          </p:cNvSpPr>
          <p:nvPr>
            <p:ph type="ftr" sz="quarter" idx="4"/>
          </p:nvPr>
        </p:nvSpPr>
        <p:spPr>
          <a:xfrm>
            <a:off x="0" y="3287713"/>
            <a:ext cx="1997075" cy="173037"/>
          </a:xfrm>
          <a:prstGeom prst="rect">
            <a:avLst/>
          </a:prstGeom>
        </p:spPr>
        <p:txBody>
          <a:bodyPr vert="horz" lIns="91440" tIns="45720" rIns="91440" bIns="45720" rtlCol="0" anchor="b"/>
          <a:lstStyle>
            <a:lvl1pPr algn="l">
              <a:defRPr sz="1200"/>
            </a:lvl1pPr>
          </a:lstStyle>
          <a:p>
            <a:endParaRPr kumimoji="1" lang="zh-CN" altLang="en-US"/>
          </a:p>
        </p:txBody>
      </p:sp>
      <p:sp>
        <p:nvSpPr>
          <p:cNvPr id="7" name="灯片编号占位符 6"/>
          <p:cNvSpPr>
            <a:spLocks noGrp="1"/>
          </p:cNvSpPr>
          <p:nvPr>
            <p:ph type="sldNum" sz="quarter" idx="5"/>
          </p:nvPr>
        </p:nvSpPr>
        <p:spPr>
          <a:xfrm>
            <a:off x="2611438" y="3287713"/>
            <a:ext cx="1997075" cy="173037"/>
          </a:xfrm>
          <a:prstGeom prst="rect">
            <a:avLst/>
          </a:prstGeom>
        </p:spPr>
        <p:txBody>
          <a:bodyPr vert="horz" lIns="91440" tIns="45720" rIns="91440" bIns="45720" rtlCol="0" anchor="b"/>
          <a:lstStyle>
            <a:lvl1pPr algn="r">
              <a:defRPr sz="1200"/>
            </a:lvl1pPr>
          </a:lstStyle>
          <a:p>
            <a:fld id="{00DCDE1B-E8D0-FE4B-8B2C-D7C099D60E23}" type="slidenum">
              <a:rPr kumimoji="1" lang="zh-CN" altLang="en-US" smtClean="0"/>
              <a:t>‹#›</a:t>
            </a:fld>
            <a:endParaRPr kumimoji="1" lang="zh-CN" altLang="en-US"/>
          </a:p>
        </p:txBody>
      </p:sp>
    </p:spTree>
    <p:extLst>
      <p:ext uri="{BB962C8B-B14F-4D97-AF65-F5344CB8AC3E}">
        <p14:creationId xmlns:p14="http://schemas.microsoft.com/office/powerpoint/2010/main" val="253073655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slide" Target="../slides/slide6.xml"/><Relationship Id="rId2" Type="http://schemas.openxmlformats.org/officeDocument/2006/relationships/notesMaster" Target="../notesMasters/notesMaster1.xml"/><Relationship Id="rId1" Type="http://schemas.openxmlformats.org/officeDocument/2006/relationships/themeOverride" Target="../theme/themeOverride1.xml"/></Relationships>
</file>

<file path=ppt/notesSlides/_rels/notesSlide2.xml.rels><?xml version="1.0" encoding="UTF-8" standalone="yes"?>
<Relationships xmlns="http://schemas.openxmlformats.org/package/2006/relationships"><Relationship Id="rId3" Type="http://schemas.openxmlformats.org/officeDocument/2006/relationships/slide" Target="../slides/slide7.xml"/><Relationship Id="rId2" Type="http://schemas.openxmlformats.org/officeDocument/2006/relationships/notesMaster" Target="../notesMasters/notesMaster1.xml"/><Relationship Id="rId1" Type="http://schemas.openxmlformats.org/officeDocument/2006/relationships/themeOverride" Target="../theme/themeOverride2.xml"/></Relationships>
</file>

<file path=ppt/notesSlides/_rels/notesSlide3.xml.rels><?xml version="1.0" encoding="UTF-8" standalone="yes"?>
<Relationships xmlns="http://schemas.openxmlformats.org/package/2006/relationships"><Relationship Id="rId3" Type="http://schemas.openxmlformats.org/officeDocument/2006/relationships/slide" Target="../slides/slide10.xml"/><Relationship Id="rId2" Type="http://schemas.openxmlformats.org/officeDocument/2006/relationships/notesMaster" Target="../notesMasters/notesMaster1.xml"/><Relationship Id="rId1" Type="http://schemas.openxmlformats.org/officeDocument/2006/relationships/themeOverride" Target="../theme/themeOverride3.xml"/></Relationships>
</file>

<file path=ppt/notesSlides/_rels/notesSlide4.xml.rels><?xml version="1.0" encoding="UTF-8" standalone="yes"?>
<Relationships xmlns="http://schemas.openxmlformats.org/package/2006/relationships"><Relationship Id="rId3" Type="http://schemas.openxmlformats.org/officeDocument/2006/relationships/slide" Target="../slides/slide14.xml"/><Relationship Id="rId2" Type="http://schemas.openxmlformats.org/officeDocument/2006/relationships/notesMaster" Target="../notesMasters/notesMaster1.xml"/><Relationship Id="rId1" Type="http://schemas.openxmlformats.org/officeDocument/2006/relationships/themeOverride" Target="../theme/themeOverride4.xml"/></Relationships>
</file>

<file path=ppt/notesSlides/_rels/notesSlide5.xml.rels><?xml version="1.0" encoding="UTF-8" standalone="yes"?>
<Relationships xmlns="http://schemas.openxmlformats.org/package/2006/relationships"><Relationship Id="rId3" Type="http://schemas.openxmlformats.org/officeDocument/2006/relationships/slide" Target="../slides/slide15.xml"/><Relationship Id="rId2" Type="http://schemas.openxmlformats.org/officeDocument/2006/relationships/notesMaster" Target="../notesMasters/notesMaster1.xml"/><Relationship Id="rId1" Type="http://schemas.openxmlformats.org/officeDocument/2006/relationships/themeOverride" Target="../theme/themeOverride5.xml"/></Relationships>
</file>

<file path=ppt/notesSlides/_rels/notesSlide6.xml.rels><?xml version="1.0" encoding="UTF-8" standalone="yes"?>
<Relationships xmlns="http://schemas.openxmlformats.org/package/2006/relationships"><Relationship Id="rId3" Type="http://schemas.openxmlformats.org/officeDocument/2006/relationships/slide" Target="../slides/slide16.xml"/><Relationship Id="rId2" Type="http://schemas.openxmlformats.org/officeDocument/2006/relationships/notesMaster" Target="../notesMasters/notesMaster1.xml"/><Relationship Id="rId1" Type="http://schemas.openxmlformats.org/officeDocument/2006/relationships/themeOverride" Target="../theme/themeOverride6.xml"/></Relationships>
</file>

<file path=ppt/notesSlides/_rels/notesSlide7.xml.rels><?xml version="1.0" encoding="UTF-8" standalone="yes"?>
<Relationships xmlns="http://schemas.openxmlformats.org/package/2006/relationships"><Relationship Id="rId3" Type="http://schemas.openxmlformats.org/officeDocument/2006/relationships/slide" Target="../slides/slide17.xml"/><Relationship Id="rId2" Type="http://schemas.openxmlformats.org/officeDocument/2006/relationships/notesMaster" Target="../notesMasters/notesMaster1.xml"/><Relationship Id="rId1" Type="http://schemas.openxmlformats.org/officeDocument/2006/relationships/themeOverride" Target="../theme/themeOverride7.xml"/></Relationships>
</file>

<file path=ppt/notesSlides/_rels/notesSlide8.xml.rels><?xml version="1.0" encoding="UTF-8" standalone="yes"?>
<Relationships xmlns="http://schemas.openxmlformats.org/package/2006/relationships"><Relationship Id="rId3" Type="http://schemas.openxmlformats.org/officeDocument/2006/relationships/slide" Target="../slides/slide18.xml"/><Relationship Id="rId2" Type="http://schemas.openxmlformats.org/officeDocument/2006/relationships/notesMaster" Target="../notesMasters/notesMaster1.xml"/><Relationship Id="rId1" Type="http://schemas.openxmlformats.org/officeDocument/2006/relationships/themeOverride" Target="../theme/themeOverride8.xml"/></Relationships>
</file>

<file path=ppt/notesSlides/_rels/notesSlide9.xml.rels><?xml version="1.0" encoding="UTF-8" standalone="yes"?>
<Relationships xmlns="http://schemas.openxmlformats.org/package/2006/relationships"><Relationship Id="rId3" Type="http://schemas.openxmlformats.org/officeDocument/2006/relationships/slide" Target="../slides/slide19.xml"/><Relationship Id="rId2" Type="http://schemas.openxmlformats.org/officeDocument/2006/relationships/notesMaster" Target="../notesMasters/notesMaster1.xml"/><Relationship Id="rId1" Type="http://schemas.openxmlformats.org/officeDocument/2006/relationships/themeOverride" Target="../theme/themeOverride9.xml"/></Relationships>
</file>

<file path=ppt/notesSlides/_rels/notesSlide10.xml.rels><?xml version="1.0" encoding="UTF-8" standalone="yes"?>
<Relationships xmlns="http://schemas.openxmlformats.org/package/2006/relationships"><Relationship Id="rId3" Type="http://schemas.openxmlformats.org/officeDocument/2006/relationships/slide" Target="../slides/slide22.xml"/><Relationship Id="rId2" Type="http://schemas.openxmlformats.org/officeDocument/2006/relationships/notesMaster" Target="../notesMasters/notesMaster1.xml"/><Relationship Id="rId1" Type="http://schemas.openxmlformats.org/officeDocument/2006/relationships/themeOverride" Target="../theme/themeOverride10.xml"/></Relationships>
</file>

<file path=ppt/notesSlides/_rels/notesSlide11.xml.rels><?xml version="1.0" encoding="UTF-8" standalone="yes"?>
<Relationships xmlns="http://schemas.openxmlformats.org/package/2006/relationships"><Relationship Id="rId3" Type="http://schemas.openxmlformats.org/officeDocument/2006/relationships/slide" Target="../slides/slide23.xml"/><Relationship Id="rId2" Type="http://schemas.openxmlformats.org/officeDocument/2006/relationships/notesMaster" Target="../notesMasters/notesMaster1.xml"/><Relationship Id="rId1" Type="http://schemas.openxmlformats.org/officeDocument/2006/relationships/themeOverride" Target="../theme/themeOverride11.xml"/></Relationships>
</file>

<file path=ppt/notesSlides/_rels/notesSlide12.xml.rels><?xml version="1.0" encoding="UTF-8" standalone="yes"?>
<Relationships xmlns="http://schemas.openxmlformats.org/package/2006/relationships"><Relationship Id="rId3" Type="http://schemas.openxmlformats.org/officeDocument/2006/relationships/slide" Target="../slides/slide26.xml"/><Relationship Id="rId2" Type="http://schemas.openxmlformats.org/officeDocument/2006/relationships/notesMaster" Target="../notesMasters/notesMaster1.xml"/><Relationship Id="rId1" Type="http://schemas.openxmlformats.org/officeDocument/2006/relationships/themeOverride" Target="../theme/themeOverride12.xml"/></Relationships>
</file>

<file path=ppt/notesSlides/_rels/notesSlide13.xml.rels><?xml version="1.0" encoding="UTF-8" standalone="yes"?>
<Relationships xmlns="http://schemas.openxmlformats.org/package/2006/relationships"><Relationship Id="rId3" Type="http://schemas.openxmlformats.org/officeDocument/2006/relationships/slide" Target="../slides/slide27.xml"/><Relationship Id="rId2" Type="http://schemas.openxmlformats.org/officeDocument/2006/relationships/notesMaster" Target="../notesMasters/notesMaster1.xml"/><Relationship Id="rId1" Type="http://schemas.openxmlformats.org/officeDocument/2006/relationships/themeOverride" Target="../theme/themeOverride13.xml"/></Relationships>
</file>

<file path=ppt/notesSlides/_rels/notesSlide14.xml.rels><?xml version="1.0" encoding="UTF-8" standalone="yes"?>
<Relationships xmlns="http://schemas.openxmlformats.org/package/2006/relationships"><Relationship Id="rId3" Type="http://schemas.openxmlformats.org/officeDocument/2006/relationships/slide" Target="../slides/slide28.xml"/><Relationship Id="rId2" Type="http://schemas.openxmlformats.org/officeDocument/2006/relationships/notesMaster" Target="../notesMasters/notesMaster1.xml"/><Relationship Id="rId1" Type="http://schemas.openxmlformats.org/officeDocument/2006/relationships/themeOverride" Target="../theme/themeOverride14.xml"/></Relationships>
</file>

<file path=ppt/notesSlides/_rels/notesSlide15.xml.rels><?xml version="1.0" encoding="UTF-8" standalone="yes"?>
<Relationships xmlns="http://schemas.openxmlformats.org/package/2006/relationships"><Relationship Id="rId3" Type="http://schemas.openxmlformats.org/officeDocument/2006/relationships/slide" Target="../slides/slide29.xml"/><Relationship Id="rId2" Type="http://schemas.openxmlformats.org/officeDocument/2006/relationships/notesMaster" Target="../notesMasters/notesMaster1.xml"/><Relationship Id="rId1" Type="http://schemas.openxmlformats.org/officeDocument/2006/relationships/themeOverride" Target="../theme/themeOverride15.xml"/></Relationships>
</file>

<file path=ppt/notesSlides/_rels/notesSlide16.xml.rels><?xml version="1.0" encoding="UTF-8" standalone="yes"?>
<Relationships xmlns="http://schemas.openxmlformats.org/package/2006/relationships"><Relationship Id="rId3" Type="http://schemas.openxmlformats.org/officeDocument/2006/relationships/slide" Target="../slides/slide30.xml"/><Relationship Id="rId2" Type="http://schemas.openxmlformats.org/officeDocument/2006/relationships/notesMaster" Target="../notesMasters/notesMaster1.xml"/><Relationship Id="rId1" Type="http://schemas.openxmlformats.org/officeDocument/2006/relationships/themeOverride" Target="../theme/themeOverride16.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p:cSld>
    <p:bg bwMode="auto">
      <p:bgPr>
        <a:solidFill>
          <a:srgbClr val="FFFFFF"/>
        </a:solidFill>
        <a:effectLst/>
      </p:bgPr>
    </p:bg>
    <p:spTree>
      <p:nvGrpSpPr>
        <p:cNvPr id="1" name=""/>
        <p:cNvGrpSpPr/>
        <p:nvPr/>
      </p:nvGrpSpPr>
      <p:grpSpPr>
        <a:xfrm>
          <a:off x="0" y="0"/>
          <a:ext cx="0" cy="0"/>
          <a:chOff x="0" y="0"/>
          <a:chExt cx="0" cy="0"/>
        </a:xfrm>
      </p:grpSpPr>
      <p:sp>
        <p:nvSpPr>
          <p:cNvPr id="14338" name="Rectangle 7">
            <a:extLst>
              <a:ext uri="{FF2B5EF4-FFF2-40B4-BE49-F238E27FC236}">
                <a16:creationId xmlns:a16="http://schemas.microsoft.com/office/drawing/2014/main" id="{2657F1C2-83D9-BF3B-89C6-A6C2E56F49BD}"/>
              </a:ext>
            </a:extLst>
          </p:cNvPr>
          <p:cNvSpPr txBox="1">
            <a:spLocks noGrp="1" noChangeArrowheads="1"/>
          </p:cNvSpPr>
          <p:nvPr/>
        </p:nvSpPr>
        <p:spPr bwMode="auto">
          <a:xfrm>
            <a:off x="3883025" y="8685213"/>
            <a:ext cx="29733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A1E43ED-9078-FC4F-A13A-7EBD5ADC2A10}" type="slidenum">
              <a:rPr kumimoji="0" lang="zh-CN" altLang="zh-CN" sz="12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6</a:t>
            </a:fld>
            <a:endParaRPr kumimoji="0" lang="en-US" altLang="zh-CN"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14339" name="Rectangle 7">
            <a:extLst>
              <a:ext uri="{FF2B5EF4-FFF2-40B4-BE49-F238E27FC236}">
                <a16:creationId xmlns:a16="http://schemas.microsoft.com/office/drawing/2014/main" id="{DFFB1A83-976B-27AC-0CA1-2625197987D7}"/>
              </a:ext>
            </a:extLst>
          </p:cNvPr>
          <p:cNvSpPr txBox="1">
            <a:spLocks noGrp="1" noChangeArrowheads="1"/>
          </p:cNvSpPr>
          <p:nvPr/>
        </p:nvSpPr>
        <p:spPr bwMode="auto">
          <a:xfrm>
            <a:off x="3883025" y="8685213"/>
            <a:ext cx="29733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02D01A38-04A7-DC48-811E-13F0B1DF6054}" type="slidenum">
              <a:rPr kumimoji="0" lang="zh-CN" altLang="zh-CN" sz="12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6</a:t>
            </a:fld>
            <a:endParaRPr kumimoji="0" lang="en-US" altLang="zh-CN"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14340" name="Rectangle 2">
            <a:extLst>
              <a:ext uri="{FF2B5EF4-FFF2-40B4-BE49-F238E27FC236}">
                <a16:creationId xmlns:a16="http://schemas.microsoft.com/office/drawing/2014/main" id="{6033F116-45CA-9DFA-E664-673878D471C6}"/>
              </a:ext>
            </a:extLst>
          </p:cNvPr>
          <p:cNvSpPr>
            <a:spLocks noGrp="1" noRot="1" noChangeAspect="1" noChangeArrowheads="1" noTextEdit="1"/>
          </p:cNvSpPr>
          <p:nvPr>
            <p:ph type="sldImg"/>
          </p:nvPr>
        </p:nvSpPr>
        <p:spPr/>
      </p:sp>
      <p:sp>
        <p:nvSpPr>
          <p:cNvPr id="14341" name="Rectangle 3">
            <a:extLst>
              <a:ext uri="{FF2B5EF4-FFF2-40B4-BE49-F238E27FC236}">
                <a16:creationId xmlns:a16="http://schemas.microsoft.com/office/drawing/2014/main" id="{5800624E-9AAD-A0CF-2121-B7C676BE79B9}"/>
              </a:ext>
            </a:extLst>
          </p:cNvPr>
          <p:cNvSpPr>
            <a:spLocks noGrp="1" noChangeArrowheads="1"/>
          </p:cNvSpPr>
          <p:nvPr>
            <p:ph type="body" idx="1"/>
          </p:nvPr>
        </p:nvSpPr>
        <p:spPr/>
        <p:txBody>
          <a:bodyPr anchor="t"/>
          <a:lstStyle/>
          <a:p>
            <a:pPr eaLnBrk="1" hangingPunct="1"/>
            <a:r>
              <a:rPr lang="en-US" altLang="zh-CN">
                <a:ea typeface="宋体" panose="02010600030101010101" pitchFamily="2" charset="-122"/>
              </a:rPr>
              <a:t>Suggestion:  Show students the data in the first three columns of the table.  Before showing them the cost of basket calculations, tell them to take 3 minutes to compute the cost of the basket in each of the three years, and use those results to compute the value of the CPI in each of the three years.  Then, show the rest of the slide.  </a:t>
            </a:r>
          </a:p>
          <a:p>
            <a:pPr eaLnBrk="1" hangingPunct="1"/>
            <a:endParaRPr lang="en-US" altLang="zh-CN">
              <a:ea typeface="宋体" panose="02010600030101010101" pitchFamily="2" charset="-122"/>
            </a:endParaRPr>
          </a:p>
          <a:p>
            <a:pPr eaLnBrk="1" hangingPunct="1"/>
            <a:r>
              <a:rPr lang="en-US" altLang="zh-CN">
                <a:ea typeface="宋体" panose="02010600030101010101" pitchFamily="2" charset="-122"/>
              </a:rPr>
              <a:t>Or, you can just cruise through this example, but tell them to pay close attention because in a few moments they will have to compute a similar example.  </a:t>
            </a:r>
          </a:p>
          <a:p>
            <a:pPr eaLnBrk="1" hangingPunct="1"/>
            <a:endParaRPr lang="en-US" altLang="zh-CN">
              <a:ea typeface="宋体" panose="02010600030101010101" pitchFamily="2" charset="-122"/>
            </a:endParaRPr>
          </a:p>
        </p:txBody>
      </p:sp>
    </p:spTree>
  </p:cSld>
  <p:clrMapOvr>
    <a:overrideClrMapping bg1="lt1" tx1="dk1" bg2="lt2" tx2="dk2" accent1="accent1" accent2="accent2" accent3="accent3" accent4="accent4" accent5="accent5" accent6="accent6" hlink="hlink" folHlink="folHlink"/>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p:cSld>
    <p:bg bwMode="auto">
      <p:bgPr>
        <a:solidFill>
          <a:srgbClr val="FFFFFF"/>
        </a:solidFill>
        <a:effectLst/>
      </p:bgPr>
    </p:bg>
    <p:spTree>
      <p:nvGrpSpPr>
        <p:cNvPr id="1" name=""/>
        <p:cNvGrpSpPr/>
        <p:nvPr/>
      </p:nvGrpSpPr>
      <p:grpSpPr>
        <a:xfrm>
          <a:off x="0" y="0"/>
          <a:ext cx="0" cy="0"/>
          <a:chOff x="0" y="0"/>
          <a:chExt cx="0" cy="0"/>
        </a:xfrm>
      </p:grpSpPr>
      <p:sp>
        <p:nvSpPr>
          <p:cNvPr id="16386" name="Rectangle 7">
            <a:extLst>
              <a:ext uri="{FF2B5EF4-FFF2-40B4-BE49-F238E27FC236}">
                <a16:creationId xmlns:a16="http://schemas.microsoft.com/office/drawing/2014/main" id="{F4B57C1F-9CE6-6363-3EA1-8F51642869B3}"/>
              </a:ext>
            </a:extLst>
          </p:cNvPr>
          <p:cNvSpPr txBox="1">
            <a:spLocks noGrp="1" noChangeArrowheads="1"/>
          </p:cNvSpPr>
          <p:nvPr/>
        </p:nvSpPr>
        <p:spPr bwMode="auto">
          <a:xfrm>
            <a:off x="3883025" y="8685213"/>
            <a:ext cx="29733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1B593FD9-EDF2-4B4B-8F36-1B3187B5CFF6}" type="slidenum">
              <a:rPr kumimoji="0" lang="zh-CN" altLang="zh-CN" sz="12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7</a:t>
            </a:fld>
            <a:endParaRPr kumimoji="0" lang="en-US" altLang="zh-CN"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16387" name="Rectangle 2">
            <a:extLst>
              <a:ext uri="{FF2B5EF4-FFF2-40B4-BE49-F238E27FC236}">
                <a16:creationId xmlns:a16="http://schemas.microsoft.com/office/drawing/2014/main" id="{9FCAD6F8-149D-9088-774D-F961C4147218}"/>
              </a:ext>
            </a:extLst>
          </p:cNvPr>
          <p:cNvSpPr>
            <a:spLocks noGrp="1" noRot="1" noChangeAspect="1" noChangeArrowheads="1" noTextEdit="1"/>
          </p:cNvSpPr>
          <p:nvPr>
            <p:ph type="sldImg"/>
          </p:nvPr>
        </p:nvSpPr>
        <p:spPr/>
      </p:sp>
      <p:sp>
        <p:nvSpPr>
          <p:cNvPr id="16388" name="Rectangle 3">
            <a:extLst>
              <a:ext uri="{FF2B5EF4-FFF2-40B4-BE49-F238E27FC236}">
                <a16:creationId xmlns:a16="http://schemas.microsoft.com/office/drawing/2014/main" id="{697415CD-29B9-E11D-6C9D-F16CB7502AD2}"/>
              </a:ext>
            </a:extLst>
          </p:cNvPr>
          <p:cNvSpPr>
            <a:spLocks noGrp="1" noChangeArrowheads="1"/>
          </p:cNvSpPr>
          <p:nvPr>
            <p:ph type="body" idx="1"/>
          </p:nvPr>
        </p:nvSpPr>
        <p:spPr/>
        <p:txBody>
          <a:bodyPr anchor="t"/>
          <a:lstStyle/>
          <a:p>
            <a:pPr eaLnBrk="1" hangingPunct="1"/>
            <a:r>
              <a:rPr lang="en-US" altLang="zh-CN">
                <a:ea typeface="宋体" panose="02010600030101010101" pitchFamily="2" charset="-122"/>
              </a:rPr>
              <a:t>Part A is not difficult but requires an intermediate step:  students must compute the cost of the basket in 2005 to find the CPI in 2005.  </a:t>
            </a:r>
          </a:p>
          <a:p>
            <a:pPr eaLnBrk="1" hangingPunct="1"/>
            <a:endParaRPr lang="en-US" altLang="zh-CN">
              <a:ea typeface="宋体" panose="02010600030101010101" pitchFamily="2" charset="-122"/>
            </a:endParaRPr>
          </a:p>
          <a:p>
            <a:pPr eaLnBrk="1" hangingPunct="1"/>
            <a:r>
              <a:rPr lang="en-US" altLang="zh-CN">
                <a:ea typeface="宋体" panose="02010600030101010101" pitchFamily="2" charset="-122"/>
              </a:rPr>
              <a:t>Part B has two intermediate steps:  computing the cost of the basket in 2006, then computing the CPI in 2006.</a:t>
            </a:r>
          </a:p>
        </p:txBody>
      </p:sp>
    </p:spTree>
    <p:extLst>
      <p:ext uri="{BB962C8B-B14F-4D97-AF65-F5344CB8AC3E}">
        <p14:creationId xmlns:p14="http://schemas.microsoft.com/office/powerpoint/2010/main" val="3350728736"/>
      </p:ext>
    </p:extLst>
  </p:cSld>
  <p:clrMapOvr>
    <a:overrideClrMapping bg1="lt1" tx1="dk1" bg2="lt2" tx2="dk2" accent1="accent1" accent2="accent2" accent3="accent3" accent4="accent4" accent5="accent5" accent6="accent6" hlink="hlink" folHlink="folHlink"/>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p:cSld>
    <p:bg bwMode="auto">
      <p:bgPr>
        <a:solidFill>
          <a:srgbClr val="FFFFFF"/>
        </a:solidFill>
        <a:effectLst/>
      </p:bgPr>
    </p:bg>
    <p:spTree>
      <p:nvGrpSpPr>
        <p:cNvPr id="1" name=""/>
        <p:cNvGrpSpPr/>
        <p:nvPr/>
      </p:nvGrpSpPr>
      <p:grpSpPr>
        <a:xfrm>
          <a:off x="0" y="0"/>
          <a:ext cx="0" cy="0"/>
          <a:chOff x="0" y="0"/>
          <a:chExt cx="0" cy="0"/>
        </a:xfrm>
      </p:grpSpPr>
      <p:sp>
        <p:nvSpPr>
          <p:cNvPr id="20482" name="Rectangle 7">
            <a:extLst>
              <a:ext uri="{FF2B5EF4-FFF2-40B4-BE49-F238E27FC236}">
                <a16:creationId xmlns:a16="http://schemas.microsoft.com/office/drawing/2014/main" id="{499EC9F7-EFC9-84D1-38A7-463D5D233CF1}"/>
              </a:ext>
            </a:extLst>
          </p:cNvPr>
          <p:cNvSpPr txBox="1">
            <a:spLocks noGrp="1" noChangeArrowheads="1"/>
          </p:cNvSpPr>
          <p:nvPr/>
        </p:nvSpPr>
        <p:spPr bwMode="auto">
          <a:xfrm>
            <a:off x="3883025" y="8685213"/>
            <a:ext cx="29733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3C4905D-5EA0-4547-A07D-FF1BBA553C2F}" type="slidenum">
              <a:rPr kumimoji="0" lang="zh-CN" altLang="zh-CN" sz="12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10</a:t>
            </a:fld>
            <a:endParaRPr kumimoji="0" lang="en-US" altLang="zh-CN"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20483" name="Rectangle 7">
            <a:extLst>
              <a:ext uri="{FF2B5EF4-FFF2-40B4-BE49-F238E27FC236}">
                <a16:creationId xmlns:a16="http://schemas.microsoft.com/office/drawing/2014/main" id="{6F1FE3B5-5588-C414-32E8-DA8C9A8FEB6F}"/>
              </a:ext>
            </a:extLst>
          </p:cNvPr>
          <p:cNvSpPr txBox="1">
            <a:spLocks noGrp="1" noChangeArrowheads="1"/>
          </p:cNvSpPr>
          <p:nvPr/>
        </p:nvSpPr>
        <p:spPr bwMode="auto">
          <a:xfrm>
            <a:off x="3883025" y="8685213"/>
            <a:ext cx="29733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13DC58A8-2E09-064F-9404-0CAB8EA27E8E}" type="slidenum">
              <a:rPr kumimoji="0" lang="zh-CN" altLang="zh-CN" sz="12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10</a:t>
            </a:fld>
            <a:endParaRPr kumimoji="0" lang="en-US" altLang="zh-CN"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20484" name="Rectangle 2">
            <a:extLst>
              <a:ext uri="{FF2B5EF4-FFF2-40B4-BE49-F238E27FC236}">
                <a16:creationId xmlns:a16="http://schemas.microsoft.com/office/drawing/2014/main" id="{DB2EC8D5-1C26-93FE-FD97-0C596F777A50}"/>
              </a:ext>
            </a:extLst>
          </p:cNvPr>
          <p:cNvSpPr>
            <a:spLocks noGrp="1" noRot="1" noChangeAspect="1" noChangeArrowheads="1" noTextEdit="1"/>
          </p:cNvSpPr>
          <p:nvPr>
            <p:ph type="sldImg"/>
          </p:nvPr>
        </p:nvSpPr>
        <p:spPr>
          <a:xfrm>
            <a:off x="1144588" y="534988"/>
            <a:ext cx="4568825" cy="3429000"/>
          </a:xfrm>
        </p:spPr>
      </p:sp>
      <p:sp>
        <p:nvSpPr>
          <p:cNvPr id="20485" name="Rectangle 3">
            <a:extLst>
              <a:ext uri="{FF2B5EF4-FFF2-40B4-BE49-F238E27FC236}">
                <a16:creationId xmlns:a16="http://schemas.microsoft.com/office/drawing/2014/main" id="{FA8DEF62-6A83-626E-D12F-4973262B9569}"/>
              </a:ext>
            </a:extLst>
          </p:cNvPr>
          <p:cNvSpPr>
            <a:spLocks noGrp="1" noChangeArrowheads="1"/>
          </p:cNvSpPr>
          <p:nvPr>
            <p:ph type="body" idx="1"/>
          </p:nvPr>
        </p:nvSpPr>
        <p:spPr>
          <a:xfrm>
            <a:off x="685800" y="4248150"/>
            <a:ext cx="5486400" cy="4210050"/>
          </a:xfrm>
        </p:spPr>
        <p:txBody>
          <a:bodyPr anchor="t"/>
          <a:lstStyle/>
          <a:p>
            <a:pPr eaLnBrk="1" hangingPunct="1"/>
            <a:r>
              <a:rPr lang="en-US" altLang="zh-CN">
                <a:ea typeface="宋体" panose="02010600030101010101" pitchFamily="2" charset="-122"/>
              </a:rPr>
              <a:t>This slide replicates Figure 1 from the textbook. </a:t>
            </a:r>
          </a:p>
          <a:p>
            <a:pPr eaLnBrk="1" hangingPunct="1"/>
            <a:endParaRPr lang="en-US" altLang="zh-CN">
              <a:ea typeface="宋体" panose="02010600030101010101" pitchFamily="2" charset="-122"/>
            </a:endParaRPr>
          </a:p>
          <a:p>
            <a:pPr eaLnBrk="1" hangingPunct="1"/>
            <a:r>
              <a:rPr lang="en-US" altLang="zh-CN">
                <a:ea typeface="宋体" panose="02010600030101010101" pitchFamily="2" charset="-122"/>
              </a:rPr>
              <a:t>Source:  Bureau of Labor Statistics, http://www.bls.gov/cpi/</a:t>
            </a:r>
          </a:p>
          <a:p>
            <a:pPr eaLnBrk="1" hangingPunct="1"/>
            <a:endParaRPr lang="en-US" altLang="zh-CN">
              <a:ea typeface="宋体" panose="02010600030101010101" pitchFamily="2" charset="-122"/>
            </a:endParaRPr>
          </a:p>
          <a:p>
            <a:pPr eaLnBrk="1" hangingPunct="1"/>
            <a:r>
              <a:rPr lang="en-US" altLang="zh-CN">
                <a:ea typeface="宋体" panose="02010600030101010101" pitchFamily="2" charset="-122"/>
              </a:rPr>
              <a:t>This graph shows just a few highly aggregated categories.  A more detailed breakdown is available at the BLS website:  look for “Relative Importance of Components in the Consumer Price Index” there.  </a:t>
            </a:r>
          </a:p>
          <a:p>
            <a:pPr eaLnBrk="1" hangingPunct="1"/>
            <a:endParaRPr lang="zh-CN" altLang="zh-CN">
              <a:ea typeface="宋体" panose="02010600030101010101" pitchFamily="2" charset="-122"/>
            </a:endParaRPr>
          </a:p>
        </p:txBody>
      </p:sp>
    </p:spTree>
  </p:cSld>
  <p:clrMapOvr>
    <a:overrideClrMapping bg1="lt1" tx1="dk1" bg2="lt2" tx2="dk2" accent1="accent1" accent2="accent2" accent3="accent3" accent4="accent4" accent5="accent5" accent6="accent6" hlink="hlink" folHlink="folHlink"/>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p:cSld>
    <p:bg bwMode="auto">
      <p:bgPr>
        <a:solidFill>
          <a:srgbClr val="FFFFFF"/>
        </a:solidFill>
        <a:effectLst/>
      </p:bgPr>
    </p:bg>
    <p:spTree>
      <p:nvGrpSpPr>
        <p:cNvPr id="1" name=""/>
        <p:cNvGrpSpPr/>
        <p:nvPr/>
      </p:nvGrpSpPr>
      <p:grpSpPr>
        <a:xfrm>
          <a:off x="0" y="0"/>
          <a:ext cx="0" cy="0"/>
          <a:chOff x="0" y="0"/>
          <a:chExt cx="0" cy="0"/>
        </a:xfrm>
      </p:grpSpPr>
      <p:sp>
        <p:nvSpPr>
          <p:cNvPr id="37890" name="Rectangle 7">
            <a:extLst>
              <a:ext uri="{FF2B5EF4-FFF2-40B4-BE49-F238E27FC236}">
                <a16:creationId xmlns:a16="http://schemas.microsoft.com/office/drawing/2014/main" id="{0F6A193A-01D9-95B3-D79F-32FC7D1709D8}"/>
              </a:ext>
            </a:extLst>
          </p:cNvPr>
          <p:cNvSpPr txBox="1">
            <a:spLocks noGrp="1" noChangeArrowheads="1"/>
          </p:cNvSpPr>
          <p:nvPr/>
        </p:nvSpPr>
        <p:spPr bwMode="auto">
          <a:xfrm>
            <a:off x="3883025" y="8685213"/>
            <a:ext cx="29733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89936E33-0E10-754D-BB70-B70718E74002}" type="slidenum">
              <a:rPr kumimoji="0" lang="zh-CN" altLang="zh-CN" sz="12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14</a:t>
            </a:fld>
            <a:endParaRPr kumimoji="0" lang="en-US" altLang="zh-CN"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37891" name="Rectangle 2">
            <a:extLst>
              <a:ext uri="{FF2B5EF4-FFF2-40B4-BE49-F238E27FC236}">
                <a16:creationId xmlns:a16="http://schemas.microsoft.com/office/drawing/2014/main" id="{019F6DE3-DD2D-C80C-A02B-C62C0AF8EF8A}"/>
              </a:ext>
            </a:extLst>
          </p:cNvPr>
          <p:cNvSpPr>
            <a:spLocks noGrp="1" noRot="1" noChangeAspect="1" noChangeArrowheads="1" noTextEdit="1"/>
          </p:cNvSpPr>
          <p:nvPr>
            <p:ph type="sldImg"/>
          </p:nvPr>
        </p:nvSpPr>
        <p:spPr/>
      </p:sp>
      <p:sp>
        <p:nvSpPr>
          <p:cNvPr id="37892" name="Rectangle 3">
            <a:extLst>
              <a:ext uri="{FF2B5EF4-FFF2-40B4-BE49-F238E27FC236}">
                <a16:creationId xmlns:a16="http://schemas.microsoft.com/office/drawing/2014/main" id="{751E81B2-E540-25FE-0939-869911A465C7}"/>
              </a:ext>
            </a:extLst>
          </p:cNvPr>
          <p:cNvSpPr>
            <a:spLocks noGrp="1" noChangeArrowheads="1"/>
          </p:cNvSpPr>
          <p:nvPr>
            <p:ph type="body" idx="1"/>
          </p:nvPr>
        </p:nvSpPr>
        <p:spPr/>
        <p:txBody>
          <a:bodyPr anchor="t"/>
          <a:lstStyle/>
          <a:p>
            <a:pPr eaLnBrk="1" hangingPunct="1"/>
            <a:r>
              <a:rPr lang="en-US" altLang="zh-CN">
                <a:ea typeface="宋体" panose="02010600030101010101" pitchFamily="2" charset="-122"/>
              </a:rPr>
              <a:t>To make this exercise more challenging, move the preceding slide so that it appears immediately after the answers to this exercise.  </a:t>
            </a:r>
          </a:p>
          <a:p>
            <a:pPr eaLnBrk="1" hangingPunct="1"/>
            <a:endParaRPr lang="en-US" altLang="zh-CN">
              <a:ea typeface="宋体" panose="02010600030101010101" pitchFamily="2" charset="-122"/>
            </a:endParaRPr>
          </a:p>
          <a:p>
            <a:pPr eaLnBrk="1" hangingPunct="1"/>
            <a:r>
              <a:rPr lang="en-US" altLang="zh-CN">
                <a:ea typeface="宋体" panose="02010600030101010101" pitchFamily="2" charset="-122"/>
              </a:rPr>
              <a:t>If you are </a:t>
            </a:r>
            <a:r>
              <a:rPr lang="en-US" altLang="zh-CN" u="sng">
                <a:ea typeface="宋体" panose="02010600030101010101" pitchFamily="2" charset="-122"/>
              </a:rPr>
              <a:t>outside the U.S.</a:t>
            </a:r>
            <a:r>
              <a:rPr lang="en-US" altLang="zh-CN">
                <a:ea typeface="宋体" panose="02010600030101010101" pitchFamily="2" charset="-122"/>
              </a:rPr>
              <a:t>, please make the following changes:</a:t>
            </a:r>
          </a:p>
          <a:p>
            <a:pPr marL="228600" lvl="1" indent="-114300" eaLnBrk="1" hangingPunct="1">
              <a:spcBef>
                <a:spcPct val="20000"/>
              </a:spcBef>
              <a:buFontTx/>
              <a:buChar char="•"/>
            </a:pPr>
            <a:r>
              <a:rPr lang="en-US" altLang="zh-CN">
                <a:ea typeface="宋体" panose="02010600030101010101" pitchFamily="2" charset="-122"/>
              </a:rPr>
              <a:t>In (b), change the example to “A local manufacturer raises the price on industrial tractors it produces.”</a:t>
            </a:r>
          </a:p>
          <a:p>
            <a:pPr marL="228600" lvl="1" indent="-114300" eaLnBrk="1" hangingPunct="1">
              <a:spcBef>
                <a:spcPct val="20000"/>
              </a:spcBef>
              <a:buFontTx/>
              <a:buChar char="•"/>
            </a:pPr>
            <a:r>
              <a:rPr lang="en-US" altLang="zh-CN">
                <a:ea typeface="宋体" panose="02010600030101010101" pitchFamily="2" charset="-122"/>
              </a:rPr>
              <a:t>In (c), change “U.S.” to your country’s name, unless your country is Italy.  In that case, change the example to something involving an imported consumer good.</a:t>
            </a:r>
          </a:p>
        </p:txBody>
      </p:sp>
    </p:spTree>
    <p:extLst>
      <p:ext uri="{BB962C8B-B14F-4D97-AF65-F5344CB8AC3E}">
        <p14:creationId xmlns:p14="http://schemas.microsoft.com/office/powerpoint/2010/main" val="3344055246"/>
      </p:ext>
    </p:extLst>
  </p:cSld>
  <p:clrMapOvr>
    <a:overrideClrMapping bg1="lt1" tx1="dk1" bg2="lt2" tx2="dk2" accent1="accent1" accent2="accent2" accent3="accent3" accent4="accent4" accent5="accent5" accent6="accent6" hlink="hlink" folHlink="folHlink"/>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p:cSld>
    <p:bg bwMode="auto">
      <p:bgPr>
        <a:solidFill>
          <a:srgbClr val="FFFFFF"/>
        </a:solidFill>
        <a:effectLst/>
      </p:bgPr>
    </p:bg>
    <p:spTree>
      <p:nvGrpSpPr>
        <p:cNvPr id="1" name=""/>
        <p:cNvGrpSpPr/>
        <p:nvPr/>
      </p:nvGrpSpPr>
      <p:grpSpPr>
        <a:xfrm>
          <a:off x="0" y="0"/>
          <a:ext cx="0" cy="0"/>
          <a:chOff x="0" y="0"/>
          <a:chExt cx="0" cy="0"/>
        </a:xfrm>
      </p:grpSpPr>
      <p:sp>
        <p:nvSpPr>
          <p:cNvPr id="39938" name="Rectangle 7">
            <a:extLst>
              <a:ext uri="{FF2B5EF4-FFF2-40B4-BE49-F238E27FC236}">
                <a16:creationId xmlns:a16="http://schemas.microsoft.com/office/drawing/2014/main" id="{044D2A7D-9B08-EBD4-CC34-B0B69EFA26BF}"/>
              </a:ext>
            </a:extLst>
          </p:cNvPr>
          <p:cNvSpPr txBox="1">
            <a:spLocks noGrp="1" noChangeArrowheads="1"/>
          </p:cNvSpPr>
          <p:nvPr/>
        </p:nvSpPr>
        <p:spPr bwMode="auto">
          <a:xfrm>
            <a:off x="3883025" y="8685213"/>
            <a:ext cx="29733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1E63D889-4984-BA41-B778-263CD7CC64E0}" type="slidenum">
              <a:rPr kumimoji="0" lang="zh-CN" altLang="zh-CN" sz="12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15</a:t>
            </a:fld>
            <a:endParaRPr kumimoji="0" lang="en-US" altLang="zh-CN"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39939" name="Rectangle 2">
            <a:extLst>
              <a:ext uri="{FF2B5EF4-FFF2-40B4-BE49-F238E27FC236}">
                <a16:creationId xmlns:a16="http://schemas.microsoft.com/office/drawing/2014/main" id="{FF31391B-91F3-B673-CA8E-C6817D5C4044}"/>
              </a:ext>
            </a:extLst>
          </p:cNvPr>
          <p:cNvSpPr>
            <a:spLocks noGrp="1" noRot="1" noChangeAspect="1" noChangeArrowheads="1" noTextEdit="1"/>
          </p:cNvSpPr>
          <p:nvPr>
            <p:ph type="sldImg"/>
          </p:nvPr>
        </p:nvSpPr>
        <p:spPr/>
      </p:sp>
      <p:sp>
        <p:nvSpPr>
          <p:cNvPr id="39940" name="Rectangle 3">
            <a:extLst>
              <a:ext uri="{FF2B5EF4-FFF2-40B4-BE49-F238E27FC236}">
                <a16:creationId xmlns:a16="http://schemas.microsoft.com/office/drawing/2014/main" id="{27336BFC-68D0-D345-B4B8-BCA7712BBB5C}"/>
              </a:ext>
            </a:extLst>
          </p:cNvPr>
          <p:cNvSpPr>
            <a:spLocks noGrp="1" noChangeArrowheads="1"/>
          </p:cNvSpPr>
          <p:nvPr>
            <p:ph type="body" idx="1"/>
          </p:nvPr>
        </p:nvSpPr>
        <p:spPr/>
        <p:txBody>
          <a:bodyPr anchor="t"/>
          <a:lstStyle/>
          <a:p>
            <a:pPr eaLnBrk="1" hangingPunct="1"/>
            <a:r>
              <a:rPr lang="en-US" altLang="zh-CN">
                <a:ea typeface="宋体" panose="02010600030101010101" pitchFamily="2" charset="-122"/>
              </a:rPr>
              <a:t>Explanations:</a:t>
            </a:r>
          </a:p>
          <a:p>
            <a:pPr eaLnBrk="1" hangingPunct="1"/>
            <a:endParaRPr lang="en-US" altLang="zh-CN">
              <a:ea typeface="宋体" panose="02010600030101010101" pitchFamily="2" charset="-122"/>
            </a:endParaRPr>
          </a:p>
          <a:p>
            <a:pPr eaLnBrk="1" hangingPunct="1"/>
            <a:r>
              <a:rPr lang="en-US" altLang="zh-CN">
                <a:ea typeface="宋体" panose="02010600030101010101" pitchFamily="2" charset="-122"/>
              </a:rPr>
              <a:t>A. Frappuccinos are produced in the U.S., so their prices are part of the GDP deflator.  They are purchased by consumers, so their prices are part of the CPI.  Hence, an increase in the price of Frappuccinos causes both the CPI and GDP deflator to increase.  </a:t>
            </a:r>
          </a:p>
          <a:p>
            <a:pPr eaLnBrk="1" hangingPunct="1"/>
            <a:endParaRPr lang="en-US" altLang="zh-CN">
              <a:ea typeface="宋体" panose="02010600030101010101" pitchFamily="2" charset="-122"/>
            </a:endParaRPr>
          </a:p>
          <a:p>
            <a:pPr eaLnBrk="1" hangingPunct="1"/>
            <a:r>
              <a:rPr lang="en-US" altLang="zh-CN">
                <a:ea typeface="宋体" panose="02010600030101010101" pitchFamily="2" charset="-122"/>
              </a:rPr>
              <a:t>B. Since the tractors are produced here in the U.S., the price increase causes the GDP deflator to rise.  However, industrial tractors are a capital good, not a consumer good, so the CPI is unaffected.  </a:t>
            </a:r>
          </a:p>
          <a:p>
            <a:pPr eaLnBrk="1" hangingPunct="1"/>
            <a:endParaRPr lang="en-US" altLang="zh-CN">
              <a:ea typeface="宋体" panose="02010600030101010101" pitchFamily="2" charset="-122"/>
            </a:endParaRPr>
          </a:p>
          <a:p>
            <a:pPr eaLnBrk="1" hangingPunct="1"/>
            <a:r>
              <a:rPr lang="en-US" altLang="zh-CN">
                <a:ea typeface="宋体" panose="02010600030101010101" pitchFamily="2" charset="-122"/>
              </a:rPr>
              <a:t>C.  Italian jeans appear in the U.S. consumer’s shopping basket, and hence the increase in their price causes the CPI to rise.  However, the GDP deflator is unchanged because it only includes prices of domestically produced goods and excludes the prices of imports.</a:t>
            </a:r>
          </a:p>
        </p:txBody>
      </p:sp>
    </p:spTree>
    <p:extLst>
      <p:ext uri="{BB962C8B-B14F-4D97-AF65-F5344CB8AC3E}">
        <p14:creationId xmlns:p14="http://schemas.microsoft.com/office/powerpoint/2010/main" val="3259253948"/>
      </p:ext>
    </p:extLst>
  </p:cSld>
  <p:clrMapOvr>
    <a:overrideClrMapping bg1="lt1" tx1="dk1" bg2="lt2" tx2="dk2" accent1="accent1" accent2="accent2" accent3="accent3" accent4="accent4" accent5="accent5" accent6="accent6" hlink="hlink" folHlink="folHlink"/>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p:cSld>
    <p:bg bwMode="auto">
      <p:bgPr>
        <a:solidFill>
          <a:srgbClr val="FFFFFF"/>
        </a:solidFill>
        <a:effectLst/>
      </p:bgPr>
    </p:bg>
    <p:spTree>
      <p:nvGrpSpPr>
        <p:cNvPr id="1" name=""/>
        <p:cNvGrpSpPr/>
        <p:nvPr/>
      </p:nvGrpSpPr>
      <p:grpSpPr>
        <a:xfrm>
          <a:off x="0" y="0"/>
          <a:ext cx="0" cy="0"/>
          <a:chOff x="0" y="0"/>
          <a:chExt cx="0" cy="0"/>
        </a:xfrm>
      </p:grpSpPr>
      <p:sp>
        <p:nvSpPr>
          <p:cNvPr id="28674" name="Rectangle 7">
            <a:extLst>
              <a:ext uri="{FF2B5EF4-FFF2-40B4-BE49-F238E27FC236}">
                <a16:creationId xmlns:a16="http://schemas.microsoft.com/office/drawing/2014/main" id="{20F38116-3D71-3693-7AFA-6A1D319E027B}"/>
              </a:ext>
            </a:extLst>
          </p:cNvPr>
          <p:cNvSpPr txBox="1">
            <a:spLocks noGrp="1" noChangeArrowheads="1"/>
          </p:cNvSpPr>
          <p:nvPr/>
        </p:nvSpPr>
        <p:spPr bwMode="auto">
          <a:xfrm>
            <a:off x="3883025" y="8685213"/>
            <a:ext cx="29733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4DB952AF-83C8-9C47-BEFC-C2D0E05D4CE9}" type="slidenum">
              <a:rPr kumimoji="0" lang="zh-CN" altLang="zh-CN" sz="12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16</a:t>
            </a:fld>
            <a:endParaRPr kumimoji="0" lang="en-US" altLang="zh-CN"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28675" name="Rectangle 7">
            <a:extLst>
              <a:ext uri="{FF2B5EF4-FFF2-40B4-BE49-F238E27FC236}">
                <a16:creationId xmlns:a16="http://schemas.microsoft.com/office/drawing/2014/main" id="{DE970E90-C256-72AC-4828-13C3A3BB54BB}"/>
              </a:ext>
            </a:extLst>
          </p:cNvPr>
          <p:cNvSpPr txBox="1">
            <a:spLocks noGrp="1" noChangeArrowheads="1"/>
          </p:cNvSpPr>
          <p:nvPr/>
        </p:nvSpPr>
        <p:spPr bwMode="auto">
          <a:xfrm>
            <a:off x="3883025" y="8685213"/>
            <a:ext cx="29733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2E11D1C6-E61F-5E40-831F-DF7D78D1538A}" type="slidenum">
              <a:rPr kumimoji="0" lang="zh-CN" altLang="zh-CN" sz="12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16</a:t>
            </a:fld>
            <a:endParaRPr kumimoji="0" lang="en-US" altLang="zh-CN"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28676" name="Rectangle 2">
            <a:extLst>
              <a:ext uri="{FF2B5EF4-FFF2-40B4-BE49-F238E27FC236}">
                <a16:creationId xmlns:a16="http://schemas.microsoft.com/office/drawing/2014/main" id="{CF663ACA-890F-5216-0A64-F7B12B6EE9E9}"/>
              </a:ext>
            </a:extLst>
          </p:cNvPr>
          <p:cNvSpPr>
            <a:spLocks noGrp="1" noRot="1" noChangeAspect="1" noChangeArrowheads="1" noTextEdit="1"/>
          </p:cNvSpPr>
          <p:nvPr>
            <p:ph type="sldImg"/>
          </p:nvPr>
        </p:nvSpPr>
        <p:spPr>
          <a:xfrm>
            <a:off x="1144588" y="534988"/>
            <a:ext cx="4568825" cy="3429000"/>
          </a:xfrm>
        </p:spPr>
      </p:sp>
      <p:sp>
        <p:nvSpPr>
          <p:cNvPr id="28677" name="Rectangle 3">
            <a:extLst>
              <a:ext uri="{FF2B5EF4-FFF2-40B4-BE49-F238E27FC236}">
                <a16:creationId xmlns:a16="http://schemas.microsoft.com/office/drawing/2014/main" id="{29E81EED-7117-15B6-B4F1-E55404206170}"/>
              </a:ext>
            </a:extLst>
          </p:cNvPr>
          <p:cNvSpPr>
            <a:spLocks noGrp="1" noChangeArrowheads="1"/>
          </p:cNvSpPr>
          <p:nvPr>
            <p:ph type="body" idx="1"/>
          </p:nvPr>
        </p:nvSpPr>
        <p:spPr>
          <a:xfrm>
            <a:off x="685800" y="4248150"/>
            <a:ext cx="5486400" cy="4210050"/>
          </a:xfrm>
        </p:spPr>
        <p:txBody>
          <a:bodyPr anchor="t"/>
          <a:lstStyle/>
          <a:p>
            <a:pPr eaLnBrk="1" hangingPunct="1"/>
            <a:r>
              <a:rPr lang="en-US" altLang="zh-CN">
                <a:ea typeface="宋体" panose="02010600030101010101" pitchFamily="2" charset="-122"/>
              </a:rPr>
              <a:t>If you spent a few minutes of class time on the preceding exercise, you can go through this slide fairly quickly.  </a:t>
            </a:r>
          </a:p>
        </p:txBody>
      </p:sp>
    </p:spTree>
  </p:cSld>
  <p:clrMapOvr>
    <a:overrideClrMapping bg1="lt1" tx1="dk1" bg2="lt2" tx2="dk2" accent1="accent1" accent2="accent2" accent3="accent3" accent4="accent4" accent5="accent5" accent6="accent6" hlink="hlink" folHlink="folHlink"/>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p:cSld>
    <p:bg bwMode="auto">
      <p:bgPr>
        <a:solidFill>
          <a:srgbClr val="FFFFFF"/>
        </a:solidFill>
        <a:effectLst/>
      </p:bgPr>
    </p:bg>
    <p:spTree>
      <p:nvGrpSpPr>
        <p:cNvPr id="1" name=""/>
        <p:cNvGrpSpPr/>
        <p:nvPr/>
      </p:nvGrpSpPr>
      <p:grpSpPr>
        <a:xfrm>
          <a:off x="0" y="0"/>
          <a:ext cx="0" cy="0"/>
          <a:chOff x="0" y="0"/>
          <a:chExt cx="0" cy="0"/>
        </a:xfrm>
      </p:grpSpPr>
      <p:sp>
        <p:nvSpPr>
          <p:cNvPr id="22530" name="Rectangle 7">
            <a:extLst>
              <a:ext uri="{FF2B5EF4-FFF2-40B4-BE49-F238E27FC236}">
                <a16:creationId xmlns:a16="http://schemas.microsoft.com/office/drawing/2014/main" id="{2B7CCD5C-A34B-ADC6-262D-522D7550DB50}"/>
              </a:ext>
            </a:extLst>
          </p:cNvPr>
          <p:cNvSpPr txBox="1">
            <a:spLocks noGrp="1" noChangeArrowheads="1"/>
          </p:cNvSpPr>
          <p:nvPr/>
        </p:nvSpPr>
        <p:spPr bwMode="auto">
          <a:xfrm>
            <a:off x="3883025" y="8685213"/>
            <a:ext cx="29733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8C8A55DC-F441-1C41-ACE6-D0F259A1D1A1}" type="slidenum">
              <a:rPr kumimoji="0" lang="zh-CN" altLang="zh-CN" sz="12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17</a:t>
            </a:fld>
            <a:endParaRPr kumimoji="0" lang="en-US" altLang="zh-CN"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22531" name="Rectangle 2">
            <a:extLst>
              <a:ext uri="{FF2B5EF4-FFF2-40B4-BE49-F238E27FC236}">
                <a16:creationId xmlns:a16="http://schemas.microsoft.com/office/drawing/2014/main" id="{16645652-B61A-A299-F127-B3E756886DD7}"/>
              </a:ext>
            </a:extLst>
          </p:cNvPr>
          <p:cNvSpPr>
            <a:spLocks noGrp="1" noRot="1" noChangeAspect="1" noChangeArrowheads="1" noTextEdit="1"/>
          </p:cNvSpPr>
          <p:nvPr>
            <p:ph type="sldImg"/>
          </p:nvPr>
        </p:nvSpPr>
        <p:spPr/>
      </p:sp>
      <p:sp>
        <p:nvSpPr>
          <p:cNvPr id="22532" name="Rectangle 3">
            <a:extLst>
              <a:ext uri="{FF2B5EF4-FFF2-40B4-BE49-F238E27FC236}">
                <a16:creationId xmlns:a16="http://schemas.microsoft.com/office/drawing/2014/main" id="{D5CBFE7C-4B7A-C915-97DB-947A96C6C50A}"/>
              </a:ext>
            </a:extLst>
          </p:cNvPr>
          <p:cNvSpPr>
            <a:spLocks noGrp="1" noChangeArrowheads="1"/>
          </p:cNvSpPr>
          <p:nvPr>
            <p:ph type="body" idx="1"/>
          </p:nvPr>
        </p:nvSpPr>
        <p:spPr/>
        <p:txBody>
          <a:bodyPr anchor="t"/>
          <a:lstStyle/>
          <a:p>
            <a:pPr eaLnBrk="1" hangingPunct="1"/>
            <a:r>
              <a:rPr lang="en-US" altLang="zh-CN">
                <a:ea typeface="宋体" panose="02010600030101010101" pitchFamily="2" charset="-122"/>
              </a:rPr>
              <a:t>Students understand substitution bias better if they work a concrete example like the one on this slide.  </a:t>
            </a:r>
          </a:p>
          <a:p>
            <a:pPr eaLnBrk="1" hangingPunct="1"/>
            <a:endParaRPr lang="en-US" altLang="zh-CN">
              <a:ea typeface="宋体" panose="02010600030101010101" pitchFamily="2" charset="-122"/>
            </a:endParaRPr>
          </a:p>
          <a:p>
            <a:pPr eaLnBrk="1" hangingPunct="1"/>
            <a:r>
              <a:rPr lang="en-US" altLang="zh-CN">
                <a:ea typeface="宋体" panose="02010600030101010101" pitchFamily="2" charset="-122"/>
              </a:rPr>
              <a:t>Before displaying the questions (A + B), you might want to ask your class </a:t>
            </a:r>
            <a:r>
              <a:rPr lang="en-US" altLang="zh-CN" u="sng">
                <a:ea typeface="宋体" panose="02010600030101010101" pitchFamily="2" charset="-122"/>
              </a:rPr>
              <a:t>why</a:t>
            </a:r>
            <a:r>
              <a:rPr lang="en-US" altLang="zh-CN">
                <a:ea typeface="宋体" panose="02010600030101010101" pitchFamily="2" charset="-122"/>
              </a:rPr>
              <a:t> households bought different quantities of beef and chicken in 2006 than they did in 2005.   </a:t>
            </a:r>
          </a:p>
          <a:p>
            <a:pPr eaLnBrk="1" hangingPunct="1"/>
            <a:endParaRPr lang="en-US" altLang="zh-CN">
              <a:ea typeface="宋体" panose="02010600030101010101" pitchFamily="2" charset="-122"/>
            </a:endParaRPr>
          </a:p>
          <a:p>
            <a:pPr eaLnBrk="1" hangingPunct="1"/>
            <a:r>
              <a:rPr lang="en-US" altLang="zh-CN">
                <a:ea typeface="宋体" panose="02010600030101010101" pitchFamily="2" charset="-122"/>
              </a:rPr>
              <a:t>Or if that seems too easy, just mention before displaying questions A and B that households are responding to the change in relative prices:  beef has become a lot more expensive relative to chicken, so households buy less beef and more chicken.</a:t>
            </a:r>
          </a:p>
        </p:txBody>
      </p:sp>
    </p:spTree>
    <p:extLst>
      <p:ext uri="{BB962C8B-B14F-4D97-AF65-F5344CB8AC3E}">
        <p14:creationId xmlns:p14="http://schemas.microsoft.com/office/powerpoint/2010/main" val="2684786524"/>
      </p:ext>
    </p:extLst>
  </p:cSld>
  <p:clrMapOvr>
    <a:overrideClrMapping bg1="lt1" tx1="dk1" bg2="lt2" tx2="dk2" accent1="accent1" accent2="accent2" accent3="accent3" accent4="accent4" accent5="accent5" accent6="accent6" hlink="hlink" folHlink="folHlink"/>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p:cSld>
    <p:bg bwMode="auto">
      <p:bgPr>
        <a:solidFill>
          <a:srgbClr val="FFFFFF"/>
        </a:solidFill>
        <a:effectLst/>
      </p:bgPr>
    </p:bg>
    <p:spTree>
      <p:nvGrpSpPr>
        <p:cNvPr id="1" name=""/>
        <p:cNvGrpSpPr/>
        <p:nvPr/>
      </p:nvGrpSpPr>
      <p:grpSpPr>
        <a:xfrm>
          <a:off x="0" y="0"/>
          <a:ext cx="0" cy="0"/>
          <a:chOff x="0" y="0"/>
          <a:chExt cx="0" cy="0"/>
        </a:xfrm>
      </p:grpSpPr>
      <p:sp>
        <p:nvSpPr>
          <p:cNvPr id="24578" name="Rectangle 7">
            <a:extLst>
              <a:ext uri="{FF2B5EF4-FFF2-40B4-BE49-F238E27FC236}">
                <a16:creationId xmlns:a16="http://schemas.microsoft.com/office/drawing/2014/main" id="{A8EBAF86-6D17-B2C0-0E08-3BBFA356764E}"/>
              </a:ext>
            </a:extLst>
          </p:cNvPr>
          <p:cNvSpPr txBox="1">
            <a:spLocks noGrp="1" noChangeArrowheads="1"/>
          </p:cNvSpPr>
          <p:nvPr/>
        </p:nvSpPr>
        <p:spPr bwMode="auto">
          <a:xfrm>
            <a:off x="3883025" y="8685213"/>
            <a:ext cx="29733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DA5C3F8A-D321-4E44-8B4F-32CFC6BA7340}" type="slidenum">
              <a:rPr kumimoji="0" lang="zh-CN" altLang="zh-CN" sz="12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18</a:t>
            </a:fld>
            <a:endParaRPr kumimoji="0" lang="en-US" altLang="zh-CN"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24579" name="Rectangle 2">
            <a:extLst>
              <a:ext uri="{FF2B5EF4-FFF2-40B4-BE49-F238E27FC236}">
                <a16:creationId xmlns:a16="http://schemas.microsoft.com/office/drawing/2014/main" id="{8B10EF7B-3ED4-A582-93B8-8371346C9338}"/>
              </a:ext>
            </a:extLst>
          </p:cNvPr>
          <p:cNvSpPr>
            <a:spLocks noGrp="1" noRot="1" noChangeAspect="1" noChangeArrowheads="1" noTextEdit="1"/>
          </p:cNvSpPr>
          <p:nvPr>
            <p:ph type="sldImg"/>
          </p:nvPr>
        </p:nvSpPr>
        <p:spPr/>
      </p:sp>
      <p:sp>
        <p:nvSpPr>
          <p:cNvPr id="24580" name="Rectangle 3">
            <a:extLst>
              <a:ext uri="{FF2B5EF4-FFF2-40B4-BE49-F238E27FC236}">
                <a16:creationId xmlns:a16="http://schemas.microsoft.com/office/drawing/2014/main" id="{94E11506-E6BC-CDD4-2E82-1D5268A13EC8}"/>
              </a:ext>
            </a:extLst>
          </p:cNvPr>
          <p:cNvSpPr>
            <a:spLocks noGrp="1" noChangeArrowheads="1"/>
          </p:cNvSpPr>
          <p:nvPr>
            <p:ph type="body" idx="1"/>
          </p:nvPr>
        </p:nvSpPr>
        <p:spPr/>
        <p:txBody>
          <a:bodyPr anchor="t"/>
          <a:lstStyle/>
          <a:p>
            <a:pPr eaLnBrk="1" hangingPunct="1"/>
            <a:r>
              <a:rPr lang="en-US" altLang="zh-CN">
                <a:ea typeface="宋体" panose="02010600030101010101" pitchFamily="2" charset="-122"/>
              </a:rPr>
              <a:t>This is just a straight-forward calculation.</a:t>
            </a:r>
          </a:p>
        </p:txBody>
      </p:sp>
    </p:spTree>
    <p:extLst>
      <p:ext uri="{BB962C8B-B14F-4D97-AF65-F5344CB8AC3E}">
        <p14:creationId xmlns:p14="http://schemas.microsoft.com/office/powerpoint/2010/main" val="2331431898"/>
      </p:ext>
    </p:extLst>
  </p:cSld>
  <p:clrMapOvr>
    <a:overrideClrMapping bg1="lt1" tx1="dk1" bg2="lt2" tx2="dk2" accent1="accent1" accent2="accent2" accent3="accent3" accent4="accent4" accent5="accent5" accent6="accent6" hlink="hlink" folHlink="folHlink"/>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p:cSld>
    <p:bg bwMode="auto">
      <p:bgPr>
        <a:solidFill>
          <a:srgbClr val="FFFFFF"/>
        </a:solidFill>
        <a:effectLst/>
      </p:bgPr>
    </p:bg>
    <p:spTree>
      <p:nvGrpSpPr>
        <p:cNvPr id="1" name=""/>
        <p:cNvGrpSpPr/>
        <p:nvPr/>
      </p:nvGrpSpPr>
      <p:grpSpPr>
        <a:xfrm>
          <a:off x="0" y="0"/>
          <a:ext cx="0" cy="0"/>
          <a:chOff x="0" y="0"/>
          <a:chExt cx="0" cy="0"/>
        </a:xfrm>
      </p:grpSpPr>
      <p:sp>
        <p:nvSpPr>
          <p:cNvPr id="26626" name="Rectangle 7">
            <a:extLst>
              <a:ext uri="{FF2B5EF4-FFF2-40B4-BE49-F238E27FC236}">
                <a16:creationId xmlns:a16="http://schemas.microsoft.com/office/drawing/2014/main" id="{05B195E3-3770-257B-ADAA-40CA87EA3D03}"/>
              </a:ext>
            </a:extLst>
          </p:cNvPr>
          <p:cNvSpPr txBox="1">
            <a:spLocks noGrp="1" noChangeArrowheads="1"/>
          </p:cNvSpPr>
          <p:nvPr/>
        </p:nvSpPr>
        <p:spPr bwMode="auto">
          <a:xfrm>
            <a:off x="3883025" y="8685213"/>
            <a:ext cx="29733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3944665-39A5-4D47-941A-3E4EBB59C1A3}" type="slidenum">
              <a:rPr kumimoji="0" lang="zh-CN" altLang="zh-CN" sz="12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19</a:t>
            </a:fld>
            <a:endParaRPr kumimoji="0" lang="en-US" altLang="zh-CN"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26627" name="Rectangle 2">
            <a:extLst>
              <a:ext uri="{FF2B5EF4-FFF2-40B4-BE49-F238E27FC236}">
                <a16:creationId xmlns:a16="http://schemas.microsoft.com/office/drawing/2014/main" id="{E4D7C57C-1732-032F-958D-6B21DCD61CE6}"/>
              </a:ext>
            </a:extLst>
          </p:cNvPr>
          <p:cNvSpPr>
            <a:spLocks noGrp="1" noRot="1" noChangeAspect="1" noChangeArrowheads="1" noTextEdit="1"/>
          </p:cNvSpPr>
          <p:nvPr>
            <p:ph type="sldImg"/>
          </p:nvPr>
        </p:nvSpPr>
        <p:spPr/>
      </p:sp>
      <p:sp>
        <p:nvSpPr>
          <p:cNvPr id="26628" name="Rectangle 3">
            <a:extLst>
              <a:ext uri="{FF2B5EF4-FFF2-40B4-BE49-F238E27FC236}">
                <a16:creationId xmlns:a16="http://schemas.microsoft.com/office/drawing/2014/main" id="{DD2C04CC-68AA-6AEC-CA5A-E803AE4038F1}"/>
              </a:ext>
            </a:extLst>
          </p:cNvPr>
          <p:cNvSpPr>
            <a:spLocks noGrp="1" noChangeArrowheads="1"/>
          </p:cNvSpPr>
          <p:nvPr>
            <p:ph type="body" idx="1"/>
          </p:nvPr>
        </p:nvSpPr>
        <p:spPr/>
        <p:txBody>
          <a:bodyPr anchor="t"/>
          <a:lstStyle/>
          <a:p>
            <a:pPr eaLnBrk="1" hangingPunct="1"/>
            <a:r>
              <a:rPr lang="en-US" altLang="zh-CN">
                <a:ea typeface="宋体" panose="02010600030101010101" pitchFamily="2" charset="-122"/>
              </a:rPr>
              <a:t>Ask students which inflation rate (30% or 40%) they think more accurately measures the true increase in the cost of living for this example.  </a:t>
            </a:r>
          </a:p>
          <a:p>
            <a:pPr eaLnBrk="1" hangingPunct="1"/>
            <a:endParaRPr lang="en-US" altLang="zh-CN">
              <a:ea typeface="宋体" panose="02010600030101010101" pitchFamily="2" charset="-122"/>
            </a:endParaRPr>
          </a:p>
          <a:p>
            <a:pPr eaLnBrk="1" hangingPunct="1"/>
            <a:r>
              <a:rPr lang="en-US" altLang="zh-CN">
                <a:ea typeface="宋体" panose="02010600030101010101" pitchFamily="2" charset="-122"/>
              </a:rPr>
              <a:t>Most students will correctly say “30%.”  Ask them to explain their reasoning.  You are guiding them to figure out substitution bias and why it’s a problem.</a:t>
            </a:r>
          </a:p>
        </p:txBody>
      </p:sp>
    </p:spTree>
    <p:extLst>
      <p:ext uri="{BB962C8B-B14F-4D97-AF65-F5344CB8AC3E}">
        <p14:creationId xmlns:p14="http://schemas.microsoft.com/office/powerpoint/2010/main" val="1154255221"/>
      </p:ext>
    </p:extLst>
  </p:cSld>
  <p:clrMapOvr>
    <a:overrideClrMapping bg1="lt1" tx1="dk1" bg2="lt2" tx2="dk2" accent1="accent1" accent2="accent2" accent3="accent3" accent4="accent4" accent5="accent5" accent6="accent6" hlink="hlink" folHlink="folHlink"/>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p:cSld>
    <p:bg bwMode="auto">
      <p:bgPr>
        <a:solidFill>
          <a:srgbClr val="FFFFFF"/>
        </a:solidFill>
        <a:effectLst/>
      </p:bgPr>
    </p:bg>
    <p:spTree>
      <p:nvGrpSpPr>
        <p:cNvPr id="1" name=""/>
        <p:cNvGrpSpPr/>
        <p:nvPr/>
      </p:nvGrpSpPr>
      <p:grpSpPr>
        <a:xfrm>
          <a:off x="0" y="0"/>
          <a:ext cx="0" cy="0"/>
          <a:chOff x="0" y="0"/>
          <a:chExt cx="0" cy="0"/>
        </a:xfrm>
      </p:grpSpPr>
      <p:sp>
        <p:nvSpPr>
          <p:cNvPr id="32770" name="Rectangle 7">
            <a:extLst>
              <a:ext uri="{FF2B5EF4-FFF2-40B4-BE49-F238E27FC236}">
                <a16:creationId xmlns:a16="http://schemas.microsoft.com/office/drawing/2014/main" id="{7DBF3B0D-351A-83F1-DEF4-D20357B086CF}"/>
              </a:ext>
            </a:extLst>
          </p:cNvPr>
          <p:cNvSpPr txBox="1">
            <a:spLocks noGrp="1" noChangeArrowheads="1"/>
          </p:cNvSpPr>
          <p:nvPr/>
        </p:nvSpPr>
        <p:spPr bwMode="auto">
          <a:xfrm>
            <a:off x="3883025" y="8685213"/>
            <a:ext cx="29733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4B89DBA9-B7ED-294B-A9A8-2C1D453B16B2}" type="slidenum">
              <a:rPr kumimoji="0" lang="zh-CN" altLang="zh-CN" sz="12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22</a:t>
            </a:fld>
            <a:endParaRPr kumimoji="0" lang="en-US" altLang="zh-CN"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32771" name="Rectangle 7">
            <a:extLst>
              <a:ext uri="{FF2B5EF4-FFF2-40B4-BE49-F238E27FC236}">
                <a16:creationId xmlns:a16="http://schemas.microsoft.com/office/drawing/2014/main" id="{7D5C9A9A-9503-7935-D611-3A49A89520BB}"/>
              </a:ext>
            </a:extLst>
          </p:cNvPr>
          <p:cNvSpPr txBox="1">
            <a:spLocks noGrp="1" noChangeArrowheads="1"/>
          </p:cNvSpPr>
          <p:nvPr/>
        </p:nvSpPr>
        <p:spPr bwMode="auto">
          <a:xfrm>
            <a:off x="3883025" y="8685213"/>
            <a:ext cx="29733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0F571943-F0F9-1542-B26C-29828BEB8DF7}" type="slidenum">
              <a:rPr kumimoji="0" lang="zh-CN" altLang="zh-CN" sz="12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22</a:t>
            </a:fld>
            <a:endParaRPr kumimoji="0" lang="en-US" altLang="zh-CN"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32772" name="Rectangle 2">
            <a:extLst>
              <a:ext uri="{FF2B5EF4-FFF2-40B4-BE49-F238E27FC236}">
                <a16:creationId xmlns:a16="http://schemas.microsoft.com/office/drawing/2014/main" id="{D2104664-1447-1AA9-6AD5-AC3DEFFF8D6A}"/>
              </a:ext>
            </a:extLst>
          </p:cNvPr>
          <p:cNvSpPr>
            <a:spLocks noGrp="1" noRot="1" noChangeAspect="1" noChangeArrowheads="1" noTextEdit="1"/>
          </p:cNvSpPr>
          <p:nvPr>
            <p:ph type="sldImg"/>
          </p:nvPr>
        </p:nvSpPr>
        <p:spPr/>
      </p:sp>
      <p:sp>
        <p:nvSpPr>
          <p:cNvPr id="32773" name="Rectangle 3">
            <a:extLst>
              <a:ext uri="{FF2B5EF4-FFF2-40B4-BE49-F238E27FC236}">
                <a16:creationId xmlns:a16="http://schemas.microsoft.com/office/drawing/2014/main" id="{7BD1DB6B-7DC6-3B0F-6730-D3D1B3B26191}"/>
              </a:ext>
            </a:extLst>
          </p:cNvPr>
          <p:cNvSpPr>
            <a:spLocks noGrp="1" noChangeArrowheads="1"/>
          </p:cNvSpPr>
          <p:nvPr>
            <p:ph type="body" idx="1"/>
          </p:nvPr>
        </p:nvSpPr>
        <p:spPr/>
        <p:txBody>
          <a:bodyPr anchor="t"/>
          <a:lstStyle/>
          <a:p>
            <a:pPr eaLnBrk="1" hangingPunct="1"/>
            <a:r>
              <a:rPr lang="en-US" altLang="zh-CN">
                <a:ea typeface="宋体" panose="02010600030101010101" pitchFamily="2" charset="-122"/>
              </a:rPr>
              <a:t>In the 1990s, it was estimated that the CPI’s bias cost taxpayers $1 trillion every 12 years in unnecessary COLAs in Social Security and government pension payments!!!</a:t>
            </a:r>
          </a:p>
          <a:p>
            <a:pPr eaLnBrk="1" hangingPunct="1"/>
            <a:endParaRPr lang="zh-CN" altLang="zh-CN">
              <a:ea typeface="宋体" panose="02010600030101010101" pitchFamily="2" charset="-122"/>
            </a:endParaRPr>
          </a:p>
        </p:txBody>
      </p:sp>
    </p:spTree>
  </p:cSld>
  <p:clrMapOvr>
    <a:overrideClrMapping bg1="lt1" tx1="dk1" bg2="lt2" tx2="dk2" accent1="accent1" accent2="accent2" accent3="accent3" accent4="accent4" accent5="accent5" accent6="accent6" hlink="hlink" folHlink="folHlink"/>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p:cSld>
    <p:bg bwMode="auto">
      <p:bgPr>
        <a:solidFill>
          <a:srgbClr val="FFFFFF"/>
        </a:solidFill>
        <a:effectLst/>
      </p:bgPr>
    </p:bg>
    <p:spTree>
      <p:nvGrpSpPr>
        <p:cNvPr id="1" name=""/>
        <p:cNvGrpSpPr/>
        <p:nvPr/>
      </p:nvGrpSpPr>
      <p:grpSpPr>
        <a:xfrm>
          <a:off x="0" y="0"/>
          <a:ext cx="0" cy="0"/>
          <a:chOff x="0" y="0"/>
          <a:chExt cx="0" cy="0"/>
        </a:xfrm>
      </p:grpSpPr>
      <p:sp>
        <p:nvSpPr>
          <p:cNvPr id="34818" name="Rectangle 7">
            <a:extLst>
              <a:ext uri="{FF2B5EF4-FFF2-40B4-BE49-F238E27FC236}">
                <a16:creationId xmlns:a16="http://schemas.microsoft.com/office/drawing/2014/main" id="{FB02BC88-CF93-5AEA-2808-EBD4DBF41102}"/>
              </a:ext>
            </a:extLst>
          </p:cNvPr>
          <p:cNvSpPr txBox="1">
            <a:spLocks noGrp="1" noChangeArrowheads="1"/>
          </p:cNvSpPr>
          <p:nvPr/>
        </p:nvSpPr>
        <p:spPr bwMode="auto">
          <a:xfrm>
            <a:off x="3883025" y="8685213"/>
            <a:ext cx="29733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615124B6-1E79-5A46-A088-32703BB4A6A0}" type="slidenum">
              <a:rPr kumimoji="0" lang="zh-CN" altLang="zh-CN" sz="12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23</a:t>
            </a:fld>
            <a:endParaRPr kumimoji="0" lang="en-US" altLang="zh-CN"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34819" name="Rectangle 7">
            <a:extLst>
              <a:ext uri="{FF2B5EF4-FFF2-40B4-BE49-F238E27FC236}">
                <a16:creationId xmlns:a16="http://schemas.microsoft.com/office/drawing/2014/main" id="{C18AF712-8D74-4D1B-9EB0-30BC49C87FBB}"/>
              </a:ext>
            </a:extLst>
          </p:cNvPr>
          <p:cNvSpPr txBox="1">
            <a:spLocks noGrp="1" noChangeArrowheads="1"/>
          </p:cNvSpPr>
          <p:nvPr/>
        </p:nvSpPr>
        <p:spPr bwMode="auto">
          <a:xfrm>
            <a:off x="3883025" y="8685213"/>
            <a:ext cx="29733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F147D3ED-DDCF-9045-8DE8-4FD7E901DB7B}" type="slidenum">
              <a:rPr kumimoji="0" lang="zh-CN" altLang="zh-CN" sz="12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23</a:t>
            </a:fld>
            <a:endParaRPr kumimoji="0" lang="en-US" altLang="zh-CN"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34820" name="Rectangle 2">
            <a:extLst>
              <a:ext uri="{FF2B5EF4-FFF2-40B4-BE49-F238E27FC236}">
                <a16:creationId xmlns:a16="http://schemas.microsoft.com/office/drawing/2014/main" id="{2990DB19-3C1A-E7BC-0A7E-2AC4EC411323}"/>
              </a:ext>
            </a:extLst>
          </p:cNvPr>
          <p:cNvSpPr>
            <a:spLocks noGrp="1" noRot="1" noChangeAspect="1" noChangeArrowheads="1" noTextEdit="1"/>
          </p:cNvSpPr>
          <p:nvPr>
            <p:ph type="sldImg"/>
          </p:nvPr>
        </p:nvSpPr>
        <p:spPr/>
      </p:sp>
      <p:sp>
        <p:nvSpPr>
          <p:cNvPr id="34821" name="Rectangle 3">
            <a:extLst>
              <a:ext uri="{FF2B5EF4-FFF2-40B4-BE49-F238E27FC236}">
                <a16:creationId xmlns:a16="http://schemas.microsoft.com/office/drawing/2014/main" id="{ECE8F88C-9603-82B4-1D05-E617B11FE8E6}"/>
              </a:ext>
            </a:extLst>
          </p:cNvPr>
          <p:cNvSpPr>
            <a:spLocks noGrp="1" noChangeArrowheads="1"/>
          </p:cNvSpPr>
          <p:nvPr>
            <p:ph type="body" idx="1"/>
          </p:nvPr>
        </p:nvSpPr>
        <p:spPr/>
        <p:txBody>
          <a:bodyPr anchor="t"/>
          <a:lstStyle/>
          <a:p>
            <a:pPr eaLnBrk="1" hangingPunct="1"/>
            <a:r>
              <a:rPr lang="en-US" altLang="zh-CN">
                <a:ea typeface="宋体" panose="02010600030101010101" pitchFamily="2" charset="-122"/>
              </a:rPr>
              <a:t>This figure shows the inflation rate – the percentage change in the level of prices – as measured by the GDP deflator and the Consumer Price Index using quarterly data from the U.S. economy.  </a:t>
            </a:r>
          </a:p>
          <a:p>
            <a:pPr eaLnBrk="1" hangingPunct="1"/>
            <a:endParaRPr lang="en-US" altLang="zh-CN">
              <a:ea typeface="宋体" panose="02010600030101010101" pitchFamily="2" charset="-122"/>
            </a:endParaRPr>
          </a:p>
          <a:p>
            <a:pPr eaLnBrk="1" hangingPunct="1"/>
            <a:r>
              <a:rPr lang="en-US" altLang="zh-CN">
                <a:ea typeface="宋体" panose="02010600030101010101" pitchFamily="2" charset="-122"/>
              </a:rPr>
              <a:t>Notice that the two measures of inflation generally move together.  There are a few years when they diverge a bit.  The reasons for this are on the next slide. </a:t>
            </a:r>
          </a:p>
          <a:p>
            <a:pPr eaLnBrk="1" hangingPunct="1"/>
            <a:endParaRPr lang="en-US" altLang="zh-CN">
              <a:ea typeface="宋体" panose="02010600030101010101" pitchFamily="2" charset="-122"/>
            </a:endParaRPr>
          </a:p>
          <a:p>
            <a:pPr eaLnBrk="1" hangingPunct="1"/>
            <a:r>
              <a:rPr lang="en-US" altLang="zh-CN">
                <a:ea typeface="宋体" panose="02010600030101010101" pitchFamily="2" charset="-122"/>
              </a:rPr>
              <a:t>Sources:</a:t>
            </a:r>
          </a:p>
          <a:p>
            <a:pPr eaLnBrk="1" hangingPunct="1"/>
            <a:r>
              <a:rPr lang="en-US" altLang="zh-CN">
                <a:ea typeface="宋体" panose="02010600030101010101" pitchFamily="2" charset="-122"/>
              </a:rPr>
              <a:t>GDP deflator – Bureau of Economic Analysis, U.S. Dept of Commerce</a:t>
            </a:r>
          </a:p>
          <a:p>
            <a:pPr eaLnBrk="1" hangingPunct="1"/>
            <a:r>
              <a:rPr lang="en-US" altLang="zh-CN">
                <a:ea typeface="宋体" panose="02010600030101010101" pitchFamily="2" charset="-122"/>
              </a:rPr>
              <a:t>CPI – Bureau of Labor Statistics, U.S. Dept of Labor</a:t>
            </a:r>
          </a:p>
          <a:p>
            <a:pPr eaLnBrk="1" hangingPunct="1"/>
            <a:endParaRPr lang="en-US" altLang="zh-CN">
              <a:ea typeface="宋体" panose="02010600030101010101" pitchFamily="2" charset="-122"/>
            </a:endParaRPr>
          </a:p>
          <a:p>
            <a:pPr eaLnBrk="1" hangingPunct="1"/>
            <a:r>
              <a:rPr lang="en-US" altLang="zh-CN">
                <a:ea typeface="宋体" panose="02010600030101010101" pitchFamily="2" charset="-122"/>
              </a:rPr>
              <a:t>I obtained both from the Federal Reserve Bank of St. Louis “Fred” database:</a:t>
            </a:r>
          </a:p>
          <a:p>
            <a:pPr eaLnBrk="1" hangingPunct="1"/>
            <a:r>
              <a:rPr lang="en-US" altLang="zh-CN">
                <a:ea typeface="宋体" panose="02010600030101010101" pitchFamily="2" charset="-122"/>
              </a:rPr>
              <a:t>http://research.stlouisfed.org/fred2/</a:t>
            </a:r>
          </a:p>
        </p:txBody>
      </p:sp>
    </p:spTree>
  </p:cSld>
  <p:clrMapOvr>
    <a:overrideClrMapping bg1="lt1" tx1="dk1" bg2="lt2" tx2="dk2" accent1="accent1" accent2="accent2" accent3="accent3" accent4="accent4" accent5="accent5" accent6="accent6" hlink="hlink" folHlink="folHlink"/>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p:cSld>
    <p:bg bwMode="auto">
      <p:bgPr>
        <a:solidFill>
          <a:srgbClr val="FFFFFF"/>
        </a:solidFill>
        <a:effectLst/>
      </p:bgPr>
    </p:bg>
    <p:spTree>
      <p:nvGrpSpPr>
        <p:cNvPr id="1" name=""/>
        <p:cNvGrpSpPr/>
        <p:nvPr/>
      </p:nvGrpSpPr>
      <p:grpSpPr>
        <a:xfrm>
          <a:off x="0" y="0"/>
          <a:ext cx="0" cy="0"/>
          <a:chOff x="0" y="0"/>
          <a:chExt cx="0" cy="0"/>
        </a:xfrm>
      </p:grpSpPr>
      <p:sp>
        <p:nvSpPr>
          <p:cNvPr id="43010" name="Rectangle 7">
            <a:extLst>
              <a:ext uri="{FF2B5EF4-FFF2-40B4-BE49-F238E27FC236}">
                <a16:creationId xmlns:a16="http://schemas.microsoft.com/office/drawing/2014/main" id="{05F35BD6-54DF-9122-3A00-B77C6892B849}"/>
              </a:ext>
            </a:extLst>
          </p:cNvPr>
          <p:cNvSpPr txBox="1">
            <a:spLocks noGrp="1" noChangeArrowheads="1"/>
          </p:cNvSpPr>
          <p:nvPr/>
        </p:nvSpPr>
        <p:spPr bwMode="auto">
          <a:xfrm>
            <a:off x="3883025" y="8685213"/>
            <a:ext cx="29733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B6B3C87-01EB-394E-A73C-A95244493666}" type="slidenum">
              <a:rPr kumimoji="0" lang="zh-CN" altLang="zh-CN" sz="12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26</a:t>
            </a:fld>
            <a:endParaRPr kumimoji="0" lang="en-US" altLang="zh-CN"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43011" name="Rectangle 7">
            <a:extLst>
              <a:ext uri="{FF2B5EF4-FFF2-40B4-BE49-F238E27FC236}">
                <a16:creationId xmlns:a16="http://schemas.microsoft.com/office/drawing/2014/main" id="{29FA0CA0-92AE-5EA1-B313-8356C65B150D}"/>
              </a:ext>
            </a:extLst>
          </p:cNvPr>
          <p:cNvSpPr txBox="1">
            <a:spLocks noGrp="1" noChangeArrowheads="1"/>
          </p:cNvSpPr>
          <p:nvPr/>
        </p:nvSpPr>
        <p:spPr bwMode="auto">
          <a:xfrm>
            <a:off x="3883025" y="8685213"/>
            <a:ext cx="29733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3A6B2D2E-DEBF-C544-9692-A4E68C84558D}" type="slidenum">
              <a:rPr kumimoji="0" lang="zh-CN" altLang="zh-CN" sz="12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26</a:t>
            </a:fld>
            <a:endParaRPr kumimoji="0" lang="en-US" altLang="zh-CN"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43012" name="Rectangle 2">
            <a:extLst>
              <a:ext uri="{FF2B5EF4-FFF2-40B4-BE49-F238E27FC236}">
                <a16:creationId xmlns:a16="http://schemas.microsoft.com/office/drawing/2014/main" id="{3903EBD2-022C-16F9-9097-9315DF0BF048}"/>
              </a:ext>
            </a:extLst>
          </p:cNvPr>
          <p:cNvSpPr>
            <a:spLocks noGrp="1" noRot="1" noChangeAspect="1" noChangeArrowheads="1" noTextEdit="1"/>
          </p:cNvSpPr>
          <p:nvPr>
            <p:ph type="sldImg"/>
          </p:nvPr>
        </p:nvSpPr>
        <p:spPr>
          <a:xfrm>
            <a:off x="1144588" y="534988"/>
            <a:ext cx="4568825" cy="3429000"/>
          </a:xfrm>
        </p:spPr>
      </p:sp>
      <p:sp>
        <p:nvSpPr>
          <p:cNvPr id="43013" name="Rectangle 3">
            <a:extLst>
              <a:ext uri="{FF2B5EF4-FFF2-40B4-BE49-F238E27FC236}">
                <a16:creationId xmlns:a16="http://schemas.microsoft.com/office/drawing/2014/main" id="{1DFFFCF4-2210-FBA9-85CA-1ABFFF75C139}"/>
              </a:ext>
            </a:extLst>
          </p:cNvPr>
          <p:cNvSpPr>
            <a:spLocks noGrp="1" noChangeArrowheads="1"/>
          </p:cNvSpPr>
          <p:nvPr>
            <p:ph type="body" idx="1"/>
          </p:nvPr>
        </p:nvSpPr>
        <p:spPr>
          <a:xfrm>
            <a:off x="685800" y="4248150"/>
            <a:ext cx="5486400" cy="4210050"/>
          </a:xfrm>
          <a:noFill/>
        </p:spPr>
        <p:txBody>
          <a:bodyPr anchor="t"/>
          <a:lstStyle/>
          <a:p>
            <a:pPr eaLnBrk="1" hangingPunct="1"/>
            <a:r>
              <a:rPr lang="en-US" altLang="zh-CN">
                <a:ea typeface="宋体" panose="02010600030101010101" pitchFamily="2" charset="-122"/>
              </a:rPr>
              <a:t>Note:  the ratio of price levels = 211.7/31.3 = 6.76.  This means that the cost of living has increased by a factor of 6.76.  We multiply this factor by the 1964 figure to convert the latter into “today’s dollars.”  </a:t>
            </a:r>
          </a:p>
          <a:p>
            <a:pPr eaLnBrk="1" hangingPunct="1"/>
            <a:endParaRPr lang="en-US" altLang="zh-CN">
              <a:ea typeface="宋体" panose="02010600030101010101" pitchFamily="2" charset="-122"/>
            </a:endParaRPr>
          </a:p>
          <a:p>
            <a:pPr eaLnBrk="1" hangingPunct="1"/>
            <a:r>
              <a:rPr lang="en-US" altLang="zh-CN">
                <a:ea typeface="宋体" panose="02010600030101010101" pitchFamily="2" charset="-122"/>
              </a:rPr>
              <a:t>Interpreting the result:  The $1.15 minimum wage in December 1964 could have purchased $7.78 worth of goods and services if prices in 1964 equaled their December 2007 level.  </a:t>
            </a:r>
          </a:p>
          <a:p>
            <a:pPr eaLnBrk="1" hangingPunct="1"/>
            <a:endParaRPr lang="en-US" altLang="zh-CN">
              <a:ea typeface="宋体" panose="02010600030101010101" pitchFamily="2" charset="-122"/>
            </a:endParaRPr>
          </a:p>
          <a:p>
            <a:pPr eaLnBrk="1" hangingPunct="1"/>
            <a:r>
              <a:rPr lang="en-US" altLang="zh-CN">
                <a:ea typeface="宋体" panose="02010600030101010101" pitchFamily="2" charset="-122"/>
              </a:rPr>
              <a:t>Source of data:  Bureau of Labor Statistics, www.bls.gov</a:t>
            </a:r>
          </a:p>
          <a:p>
            <a:pPr eaLnBrk="1" hangingPunct="1"/>
            <a:endParaRPr lang="zh-CN" altLang="zh-CN">
              <a:ea typeface="宋体" panose="02010600030101010101" pitchFamily="2" charset="-122"/>
            </a:endParaRPr>
          </a:p>
        </p:txBody>
      </p:sp>
    </p:spTree>
  </p:cSld>
  <p:clrMapOvr>
    <a:overrideClrMapping bg1="lt1" tx1="dk1" bg2="lt2" tx2="dk2" accent1="accent1" accent2="accent2" accent3="accent3" accent4="accent4" accent5="accent5" accent6="accent6" hlink="hlink" folHlink="folHlink"/>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p:cSld>
    <p:bg bwMode="auto">
      <p:bgPr>
        <a:solidFill>
          <a:srgbClr val="FFFFFF"/>
        </a:solidFill>
        <a:effectLst/>
      </p:bgPr>
    </p:bg>
    <p:spTree>
      <p:nvGrpSpPr>
        <p:cNvPr id="1" name=""/>
        <p:cNvGrpSpPr/>
        <p:nvPr/>
      </p:nvGrpSpPr>
      <p:grpSpPr>
        <a:xfrm>
          <a:off x="0" y="0"/>
          <a:ext cx="0" cy="0"/>
          <a:chOff x="0" y="0"/>
          <a:chExt cx="0" cy="0"/>
        </a:xfrm>
      </p:grpSpPr>
      <p:sp>
        <p:nvSpPr>
          <p:cNvPr id="45058" name="Rectangle 7">
            <a:extLst>
              <a:ext uri="{FF2B5EF4-FFF2-40B4-BE49-F238E27FC236}">
                <a16:creationId xmlns:a16="http://schemas.microsoft.com/office/drawing/2014/main" id="{B2DD4BAD-B42E-B986-ADE2-C973FBD7D8EB}"/>
              </a:ext>
            </a:extLst>
          </p:cNvPr>
          <p:cNvSpPr txBox="1">
            <a:spLocks noGrp="1" noChangeArrowheads="1"/>
          </p:cNvSpPr>
          <p:nvPr/>
        </p:nvSpPr>
        <p:spPr bwMode="auto">
          <a:xfrm>
            <a:off x="3883025" y="8685213"/>
            <a:ext cx="29733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34239745-74F0-2343-863E-8D12F178F194}" type="slidenum">
              <a:rPr kumimoji="0" lang="zh-CN" altLang="zh-CN" sz="12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27</a:t>
            </a:fld>
            <a:endParaRPr kumimoji="0" lang="en-US" altLang="zh-CN"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45059" name="Rectangle 7">
            <a:extLst>
              <a:ext uri="{FF2B5EF4-FFF2-40B4-BE49-F238E27FC236}">
                <a16:creationId xmlns:a16="http://schemas.microsoft.com/office/drawing/2014/main" id="{29BC80A1-29A8-6273-7F0E-9EC51A6AA887}"/>
              </a:ext>
            </a:extLst>
          </p:cNvPr>
          <p:cNvSpPr txBox="1">
            <a:spLocks noGrp="1" noChangeArrowheads="1"/>
          </p:cNvSpPr>
          <p:nvPr/>
        </p:nvSpPr>
        <p:spPr bwMode="auto">
          <a:xfrm>
            <a:off x="3883025" y="8685213"/>
            <a:ext cx="29733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E1DD017-C9CF-0745-97F1-953A4D8E31AB}" type="slidenum">
              <a:rPr kumimoji="0" lang="zh-CN" altLang="zh-CN" sz="12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27</a:t>
            </a:fld>
            <a:endParaRPr kumimoji="0" lang="en-US" altLang="zh-CN"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45060" name="Rectangle 2">
            <a:extLst>
              <a:ext uri="{FF2B5EF4-FFF2-40B4-BE49-F238E27FC236}">
                <a16:creationId xmlns:a16="http://schemas.microsoft.com/office/drawing/2014/main" id="{42299B2E-2779-6F72-C60D-BA40C505C01A}"/>
              </a:ext>
            </a:extLst>
          </p:cNvPr>
          <p:cNvSpPr>
            <a:spLocks noGrp="1" noRot="1" noChangeAspect="1" noChangeArrowheads="1" noTextEdit="1"/>
          </p:cNvSpPr>
          <p:nvPr>
            <p:ph type="sldImg"/>
          </p:nvPr>
        </p:nvSpPr>
        <p:spPr>
          <a:xfrm>
            <a:off x="1144588" y="534988"/>
            <a:ext cx="4568825" cy="3429000"/>
          </a:xfrm>
        </p:spPr>
      </p:sp>
      <p:sp>
        <p:nvSpPr>
          <p:cNvPr id="45061" name="Rectangle 3">
            <a:extLst>
              <a:ext uri="{FF2B5EF4-FFF2-40B4-BE49-F238E27FC236}">
                <a16:creationId xmlns:a16="http://schemas.microsoft.com/office/drawing/2014/main" id="{BA6DF778-E9AB-0027-CAA1-57ACFBD49756}"/>
              </a:ext>
            </a:extLst>
          </p:cNvPr>
          <p:cNvSpPr>
            <a:spLocks noGrp="1" noChangeArrowheads="1"/>
          </p:cNvSpPr>
          <p:nvPr>
            <p:ph type="body" idx="1"/>
          </p:nvPr>
        </p:nvSpPr>
        <p:spPr>
          <a:xfrm>
            <a:off x="685800" y="4248150"/>
            <a:ext cx="5486400" cy="4210050"/>
          </a:xfrm>
          <a:noFill/>
        </p:spPr>
        <p:txBody>
          <a:bodyPr anchor="t"/>
          <a:lstStyle/>
          <a:p>
            <a:pPr eaLnBrk="1" hangingPunct="1"/>
            <a:r>
              <a:rPr lang="en-US" altLang="zh-CN">
                <a:ea typeface="宋体" panose="02010600030101010101" pitchFamily="2" charset="-122"/>
              </a:rPr>
              <a:t>DISCLAIMER:  The material on this slide is not supported with test bank or study guide questions.  </a:t>
            </a:r>
          </a:p>
        </p:txBody>
      </p:sp>
    </p:spTree>
  </p:cSld>
  <p:clrMapOvr>
    <a:overrideClrMapping bg1="lt1" tx1="dk1" bg2="lt2" tx2="dk2" accent1="accent1" accent2="accent2" accent3="accent3" accent4="accent4" accent5="accent5" accent6="accent6" hlink="hlink" folHlink="folHlink"/>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p:cSld>
    <p:bg bwMode="auto">
      <p:bgPr>
        <a:solidFill>
          <a:srgbClr val="FFFFFF"/>
        </a:solidFill>
        <a:effectLst/>
      </p:bgPr>
    </p:bg>
    <p:spTree>
      <p:nvGrpSpPr>
        <p:cNvPr id="1" name=""/>
        <p:cNvGrpSpPr/>
        <p:nvPr/>
      </p:nvGrpSpPr>
      <p:grpSpPr>
        <a:xfrm>
          <a:off x="0" y="0"/>
          <a:ext cx="0" cy="0"/>
          <a:chOff x="0" y="0"/>
          <a:chExt cx="0" cy="0"/>
        </a:xfrm>
      </p:grpSpPr>
      <p:sp>
        <p:nvSpPr>
          <p:cNvPr id="47106" name="Rectangle 7">
            <a:extLst>
              <a:ext uri="{FF2B5EF4-FFF2-40B4-BE49-F238E27FC236}">
                <a16:creationId xmlns:a16="http://schemas.microsoft.com/office/drawing/2014/main" id="{4450910F-4BE0-E0F3-23B5-9AD39D2033B4}"/>
              </a:ext>
            </a:extLst>
          </p:cNvPr>
          <p:cNvSpPr txBox="1">
            <a:spLocks noGrp="1" noChangeArrowheads="1"/>
          </p:cNvSpPr>
          <p:nvPr/>
        </p:nvSpPr>
        <p:spPr bwMode="auto">
          <a:xfrm>
            <a:off x="3883025" y="8685213"/>
            <a:ext cx="29733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56462F39-1816-EC42-A056-579C0F53E6A7}" type="slidenum">
              <a:rPr kumimoji="0" lang="zh-CN" altLang="zh-CN" sz="12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28</a:t>
            </a:fld>
            <a:endParaRPr kumimoji="0" lang="en-US" altLang="zh-CN"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47107" name="Rectangle 2">
            <a:extLst>
              <a:ext uri="{FF2B5EF4-FFF2-40B4-BE49-F238E27FC236}">
                <a16:creationId xmlns:a16="http://schemas.microsoft.com/office/drawing/2014/main" id="{2654B452-AC60-453B-513E-202925969247}"/>
              </a:ext>
            </a:extLst>
          </p:cNvPr>
          <p:cNvSpPr>
            <a:spLocks noGrp="1" noRot="1" noChangeAspect="1" noChangeArrowheads="1" noTextEdit="1"/>
          </p:cNvSpPr>
          <p:nvPr>
            <p:ph type="sldImg"/>
          </p:nvPr>
        </p:nvSpPr>
        <p:spPr/>
      </p:sp>
      <p:sp>
        <p:nvSpPr>
          <p:cNvPr id="47108" name="Rectangle 3">
            <a:extLst>
              <a:ext uri="{FF2B5EF4-FFF2-40B4-BE49-F238E27FC236}">
                <a16:creationId xmlns:a16="http://schemas.microsoft.com/office/drawing/2014/main" id="{2F779F1B-59D7-8262-1302-B91892B5FE8A}"/>
              </a:ext>
            </a:extLst>
          </p:cNvPr>
          <p:cNvSpPr>
            <a:spLocks noGrp="1" noChangeArrowheads="1"/>
          </p:cNvSpPr>
          <p:nvPr>
            <p:ph type="body" idx="1"/>
          </p:nvPr>
        </p:nvSpPr>
        <p:spPr/>
        <p:txBody>
          <a:bodyPr anchor="t"/>
          <a:lstStyle/>
          <a:p>
            <a:pPr eaLnBrk="1" hangingPunct="1"/>
            <a:r>
              <a:rPr lang="en-US" altLang="zh-CN">
                <a:ea typeface="宋体" panose="02010600030101010101" pitchFamily="2" charset="-122"/>
              </a:rPr>
              <a:t>DISCLAIMER:  The material on this slide is not supported with test bank or study guide questions.  </a:t>
            </a:r>
          </a:p>
          <a:p>
            <a:pPr eaLnBrk="1" hangingPunct="1"/>
            <a:endParaRPr lang="en-US" altLang="zh-CN">
              <a:ea typeface="宋体" panose="02010600030101010101" pitchFamily="2" charset="-122"/>
            </a:endParaRPr>
          </a:p>
          <a:p>
            <a:pPr eaLnBrk="1" hangingPunct="1"/>
            <a:r>
              <a:rPr lang="en-US" altLang="zh-CN">
                <a:ea typeface="宋体" panose="02010600030101010101" pitchFamily="2" charset="-122"/>
              </a:rPr>
              <a:t>Source:  http://www.bls.gov</a:t>
            </a:r>
          </a:p>
        </p:txBody>
      </p:sp>
    </p:spTree>
  </p:cSld>
  <p:clrMapOvr>
    <a:overrideClrMapping bg1="lt1" tx1="dk1" bg2="lt2" tx2="dk2" accent1="accent1" accent2="accent2" accent3="accent3" accent4="accent4" accent5="accent5" accent6="accent6" hlink="hlink" folHlink="folHlink"/>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p:cSld>
    <p:bg bwMode="auto">
      <p:bgPr>
        <a:solidFill>
          <a:srgbClr val="FFFFFF"/>
        </a:solidFill>
        <a:effectLst/>
      </p:bgPr>
    </p:bg>
    <p:spTree>
      <p:nvGrpSpPr>
        <p:cNvPr id="1" name=""/>
        <p:cNvGrpSpPr/>
        <p:nvPr/>
      </p:nvGrpSpPr>
      <p:grpSpPr>
        <a:xfrm>
          <a:off x="0" y="0"/>
          <a:ext cx="0" cy="0"/>
          <a:chOff x="0" y="0"/>
          <a:chExt cx="0" cy="0"/>
        </a:xfrm>
      </p:grpSpPr>
      <p:sp>
        <p:nvSpPr>
          <p:cNvPr id="49154" name="Rectangle 7">
            <a:extLst>
              <a:ext uri="{FF2B5EF4-FFF2-40B4-BE49-F238E27FC236}">
                <a16:creationId xmlns:a16="http://schemas.microsoft.com/office/drawing/2014/main" id="{BA1A4637-A562-9FC9-F24A-E6A8DAAC78E7}"/>
              </a:ext>
            </a:extLst>
          </p:cNvPr>
          <p:cNvSpPr txBox="1">
            <a:spLocks noGrp="1" noChangeArrowheads="1"/>
          </p:cNvSpPr>
          <p:nvPr/>
        </p:nvSpPr>
        <p:spPr bwMode="auto">
          <a:xfrm>
            <a:off x="3883025" y="8685213"/>
            <a:ext cx="29733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4494A17C-06E9-784F-B91B-E0D930791D98}" type="slidenum">
              <a:rPr kumimoji="0" lang="zh-CN" altLang="zh-CN" sz="12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29</a:t>
            </a:fld>
            <a:endParaRPr kumimoji="0" lang="en-US" altLang="zh-CN"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49155" name="Rectangle 2">
            <a:extLst>
              <a:ext uri="{FF2B5EF4-FFF2-40B4-BE49-F238E27FC236}">
                <a16:creationId xmlns:a16="http://schemas.microsoft.com/office/drawing/2014/main" id="{F4EE2319-ABE6-D09E-48AA-D3A48B08C0F6}"/>
              </a:ext>
            </a:extLst>
          </p:cNvPr>
          <p:cNvSpPr>
            <a:spLocks noGrp="1" noRot="1" noChangeAspect="1" noChangeArrowheads="1" noTextEdit="1"/>
          </p:cNvSpPr>
          <p:nvPr>
            <p:ph type="sldImg"/>
          </p:nvPr>
        </p:nvSpPr>
        <p:spPr/>
      </p:sp>
      <p:sp>
        <p:nvSpPr>
          <p:cNvPr id="49156" name="Rectangle 3">
            <a:extLst>
              <a:ext uri="{FF2B5EF4-FFF2-40B4-BE49-F238E27FC236}">
                <a16:creationId xmlns:a16="http://schemas.microsoft.com/office/drawing/2014/main" id="{BE438ADF-9036-1531-334F-80F37856E8B6}"/>
              </a:ext>
            </a:extLst>
          </p:cNvPr>
          <p:cNvSpPr>
            <a:spLocks noGrp="1" noChangeArrowheads="1"/>
          </p:cNvSpPr>
          <p:nvPr>
            <p:ph type="body" idx="1"/>
          </p:nvPr>
        </p:nvSpPr>
        <p:spPr/>
        <p:txBody>
          <a:bodyPr anchor="t"/>
          <a:lstStyle/>
          <a:p>
            <a:pPr eaLnBrk="1" hangingPunct="1"/>
            <a:r>
              <a:rPr lang="en-US" altLang="zh-CN">
                <a:ea typeface="宋体" panose="02010600030101010101" pitchFamily="2" charset="-122"/>
              </a:rPr>
              <a:t>Sources:</a:t>
            </a:r>
          </a:p>
          <a:p>
            <a:pPr eaLnBrk="1" hangingPunct="1"/>
            <a:endParaRPr lang="en-US" altLang="zh-CN">
              <a:ea typeface="宋体" panose="02010600030101010101" pitchFamily="2" charset="-122"/>
            </a:endParaRPr>
          </a:p>
          <a:p>
            <a:pPr eaLnBrk="1" hangingPunct="1"/>
            <a:r>
              <a:rPr lang="en-US" altLang="zh-CN">
                <a:ea typeface="宋体" panose="02010600030101010101" pitchFamily="2" charset="-122"/>
              </a:rPr>
              <a:t>Data on tuition and fees from </a:t>
            </a:r>
            <a:r>
              <a:rPr lang="en-US" altLang="zh-CN" i="1">
                <a:ea typeface="宋体" panose="02010600030101010101" pitchFamily="2" charset="-122"/>
              </a:rPr>
              <a:t>Trends in College Pricing 2006</a:t>
            </a:r>
            <a:r>
              <a:rPr lang="en-US" altLang="zh-CN">
                <a:ea typeface="宋体" panose="02010600030101010101" pitchFamily="2" charset="-122"/>
              </a:rPr>
              <a:t>, the College Board, www.collegeboard.com</a:t>
            </a:r>
          </a:p>
          <a:p>
            <a:pPr eaLnBrk="1" hangingPunct="1"/>
            <a:endParaRPr lang="en-US" altLang="zh-CN">
              <a:ea typeface="宋体" panose="02010600030101010101" pitchFamily="2" charset="-122"/>
            </a:endParaRPr>
          </a:p>
          <a:p>
            <a:pPr eaLnBrk="1" hangingPunct="1"/>
            <a:r>
              <a:rPr lang="en-US" altLang="zh-CN">
                <a:ea typeface="宋体" panose="02010600030101010101" pitchFamily="2" charset="-122"/>
              </a:rPr>
              <a:t>CPI from BLS.gov.   </a:t>
            </a:r>
          </a:p>
          <a:p>
            <a:pPr eaLnBrk="1" hangingPunct="1"/>
            <a:endParaRPr lang="zh-CN" altLang="zh-CN">
              <a:ea typeface="宋体" panose="02010600030101010101" pitchFamily="2" charset="-122"/>
            </a:endParaRPr>
          </a:p>
        </p:txBody>
      </p:sp>
    </p:spTree>
    <p:extLst>
      <p:ext uri="{BB962C8B-B14F-4D97-AF65-F5344CB8AC3E}">
        <p14:creationId xmlns:p14="http://schemas.microsoft.com/office/powerpoint/2010/main" val="150635525"/>
      </p:ext>
    </p:extLst>
  </p:cSld>
  <p:clrMapOvr>
    <a:overrideClrMapping bg1="lt1" tx1="dk1" bg2="lt2" tx2="dk2" accent1="accent1" accent2="accent2" accent3="accent3" accent4="accent4" accent5="accent5" accent6="accent6" hlink="hlink" folHlink="folHlink"/>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p:cSld>
    <p:bg bwMode="auto">
      <p:bgPr>
        <a:solidFill>
          <a:srgbClr val="FFFFFF"/>
        </a:solidFill>
        <a:effectLst/>
      </p:bgPr>
    </p:bg>
    <p:spTree>
      <p:nvGrpSpPr>
        <p:cNvPr id="1" name=""/>
        <p:cNvGrpSpPr/>
        <p:nvPr/>
      </p:nvGrpSpPr>
      <p:grpSpPr>
        <a:xfrm>
          <a:off x="0" y="0"/>
          <a:ext cx="0" cy="0"/>
          <a:chOff x="0" y="0"/>
          <a:chExt cx="0" cy="0"/>
        </a:xfrm>
      </p:grpSpPr>
      <p:sp>
        <p:nvSpPr>
          <p:cNvPr id="51202" name="Rectangle 7">
            <a:extLst>
              <a:ext uri="{FF2B5EF4-FFF2-40B4-BE49-F238E27FC236}">
                <a16:creationId xmlns:a16="http://schemas.microsoft.com/office/drawing/2014/main" id="{74DF6F99-E273-9DD9-A8BF-947F946E51DF}"/>
              </a:ext>
            </a:extLst>
          </p:cNvPr>
          <p:cNvSpPr txBox="1">
            <a:spLocks noGrp="1" noChangeArrowheads="1"/>
          </p:cNvSpPr>
          <p:nvPr/>
        </p:nvSpPr>
        <p:spPr bwMode="auto">
          <a:xfrm>
            <a:off x="3883025" y="8685213"/>
            <a:ext cx="297338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BF33E6CA-7C85-CD41-A485-382505FD8A63}" type="slidenum">
              <a:rPr kumimoji="0" lang="zh-CN" altLang="zh-CN" sz="12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30</a:t>
            </a:fld>
            <a:endParaRPr kumimoji="0" lang="en-US" altLang="zh-CN" sz="1200" b="0" i="0" u="none" strike="noStrike" kern="1200" cap="none" spc="0" normalizeH="0" baseline="0" noProof="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51203" name="Rectangle 2">
            <a:extLst>
              <a:ext uri="{FF2B5EF4-FFF2-40B4-BE49-F238E27FC236}">
                <a16:creationId xmlns:a16="http://schemas.microsoft.com/office/drawing/2014/main" id="{8A5AE8B5-E21B-6973-1680-4B97283816E6}"/>
              </a:ext>
            </a:extLst>
          </p:cNvPr>
          <p:cNvSpPr>
            <a:spLocks noGrp="1" noRot="1" noChangeAspect="1" noChangeArrowheads="1" noTextEdit="1"/>
          </p:cNvSpPr>
          <p:nvPr>
            <p:ph type="sldImg"/>
          </p:nvPr>
        </p:nvSpPr>
        <p:spPr/>
      </p:sp>
      <p:sp>
        <p:nvSpPr>
          <p:cNvPr id="51204" name="Rectangle 3">
            <a:extLst>
              <a:ext uri="{FF2B5EF4-FFF2-40B4-BE49-F238E27FC236}">
                <a16:creationId xmlns:a16="http://schemas.microsoft.com/office/drawing/2014/main" id="{E132BDF1-6D34-4677-7A80-8194BDB5EEDE}"/>
              </a:ext>
            </a:extLst>
          </p:cNvPr>
          <p:cNvSpPr>
            <a:spLocks noGrp="1" noChangeArrowheads="1"/>
          </p:cNvSpPr>
          <p:nvPr>
            <p:ph type="body" idx="1"/>
          </p:nvPr>
        </p:nvSpPr>
        <p:spPr/>
        <p:txBody>
          <a:bodyPr anchor="t"/>
          <a:lstStyle/>
          <a:p>
            <a:pPr eaLnBrk="1" hangingPunct="1"/>
            <a:r>
              <a:rPr lang="en-US" altLang="zh-CN">
                <a:ea typeface="宋体" panose="02010600030101010101" pitchFamily="2" charset="-122"/>
              </a:rPr>
              <a:t>If prices were as high in 1986 as they were in 2006, then tuition &amp; fees in 1986 would have been $2,629, less than half as much as actual tuition &amp; fees in 2006!  Tuition and fees have risen much faster than the overall cost of living.  </a:t>
            </a:r>
          </a:p>
        </p:txBody>
      </p:sp>
    </p:spTree>
    <p:extLst>
      <p:ext uri="{BB962C8B-B14F-4D97-AF65-F5344CB8AC3E}">
        <p14:creationId xmlns:p14="http://schemas.microsoft.com/office/powerpoint/2010/main" val="82149713"/>
      </p:ext>
    </p:extLst>
  </p:cSld>
  <p:clrMapOvr>
    <a:overrideClrMapping bg1="lt1" tx1="dk1" bg2="lt2" tx2="dk2" accent1="accent1" accent2="accent2" accent3="accent3" accent4="accent4" accent5="accent5" accent6="accent6" hlink="hlink" folHlink="folHlink"/>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标题幻灯片">
    <p:spTree>
      <p:nvGrpSpPr>
        <p:cNvPr id="1" name=""/>
        <p:cNvGrpSpPr/>
        <p:nvPr/>
      </p:nvGrpSpPr>
      <p:grpSpPr>
        <a:xfrm>
          <a:off x="0" y="0"/>
          <a:ext cx="0" cy="0"/>
          <a:chOff x="0" y="0"/>
          <a:chExt cx="0" cy="0"/>
        </a:xfrm>
      </p:grpSpPr>
      <p:sp>
        <p:nvSpPr>
          <p:cNvPr id="2" name="Holder 2"/>
          <p:cNvSpPr>
            <a:spLocks noGrp="1"/>
          </p:cNvSpPr>
          <p:nvPr>
            <p:ph type="ctrTitle"/>
          </p:nvPr>
        </p:nvSpPr>
        <p:spPr>
          <a:xfrm>
            <a:off x="345757" y="1072832"/>
            <a:ext cx="3918585" cy="726757"/>
          </a:xfrm>
          <a:prstGeom prst="rect">
            <a:avLst/>
          </a:prstGeom>
        </p:spPr>
        <p:txBody>
          <a:bodyPr wrap="square" lIns="0" tIns="0" rIns="0" bIns="0">
            <a:spAutoFit/>
          </a:bodyPr>
          <a:lstStyle>
            <a:lvl1pPr>
              <a:defRPr/>
            </a:lvl1pPr>
          </a:lstStyle>
          <a:p>
            <a:r>
              <a:rPr lang="zh-CN" altLang="en-US"/>
              <a:t>单击此处编辑母版标题样式</a:t>
            </a:r>
            <a:endParaRPr/>
          </a:p>
        </p:txBody>
      </p:sp>
      <p:sp>
        <p:nvSpPr>
          <p:cNvPr id="3" name="Holder 3"/>
          <p:cNvSpPr>
            <a:spLocks noGrp="1"/>
          </p:cNvSpPr>
          <p:nvPr>
            <p:ph type="subTitle" idx="4"/>
          </p:nvPr>
        </p:nvSpPr>
        <p:spPr>
          <a:xfrm>
            <a:off x="691515" y="1938020"/>
            <a:ext cx="3227070" cy="865187"/>
          </a:xfrm>
          <a:prstGeom prst="rect">
            <a:avLst/>
          </a:prstGeom>
        </p:spPr>
        <p:txBody>
          <a:bodyPr wrap="square" lIns="0" tIns="0" rIns="0" bIns="0">
            <a:spAutoFit/>
          </a:bodyPr>
          <a:lstStyle>
            <a:lvl1pPr>
              <a:defRPr/>
            </a:lvl1pPr>
          </a:lstStyle>
          <a:p>
            <a:r>
              <a:rPr lang="zh-CN" altLang="en-US"/>
              <a:t>单击此处编辑母版副标题样式</a:t>
            </a:r>
            <a:endParaRPr/>
          </a:p>
        </p:txBody>
      </p:sp>
      <p:sp>
        <p:nvSpPr>
          <p:cNvPr id="4" name="Holder 4"/>
          <p:cNvSpPr>
            <a:spLocks noGrp="1"/>
          </p:cNvSpPr>
          <p:nvPr>
            <p:ph type="ftr" sz="quarter" idx="5"/>
          </p:nvPr>
        </p:nvSpPr>
        <p:spPr>
          <a:xfrm>
            <a:off x="3569850" y="3347973"/>
            <a:ext cx="603243" cy="179536"/>
          </a:xfrm>
        </p:spPr>
        <p:txBody>
          <a:bodyPr lIns="0" tIns="0" rIns="0" bIns="0"/>
          <a:lstStyle>
            <a:lvl1pPr>
              <a:defRPr sz="600" b="0" i="0">
                <a:solidFill>
                  <a:srgbClr val="7A0000"/>
                </a:solidFill>
                <a:latin typeface="Times New Roman"/>
                <a:cs typeface="Times New Roman"/>
              </a:defRPr>
            </a:lvl1pPr>
          </a:lstStyle>
          <a:p>
            <a:pPr marL="12700">
              <a:lnSpc>
                <a:spcPts val="700"/>
              </a:lnSpc>
            </a:pPr>
            <a:r>
              <a:rPr spc="-5" dirty="0"/>
              <a:t>20</a:t>
            </a:r>
            <a:r>
              <a:rPr lang="en-US" spc="-5" dirty="0"/>
              <a:t>23</a:t>
            </a:r>
            <a:r>
              <a:rPr spc="-5" dirty="0"/>
              <a:t>-</a:t>
            </a:r>
            <a:r>
              <a:rPr lang="en-US" spc="-5" dirty="0"/>
              <a:t>February</a:t>
            </a:r>
            <a:endParaRPr spc="-5" dirty="0"/>
          </a:p>
        </p:txBody>
      </p:sp>
      <p:sp>
        <p:nvSpPr>
          <p:cNvPr id="5" name="Holder 5"/>
          <p:cNvSpPr>
            <a:spLocks noGrp="1"/>
          </p:cNvSpPr>
          <p:nvPr>
            <p:ph type="dt" sz="half" idx="6"/>
          </p:nvPr>
        </p:nvSpPr>
        <p:spPr/>
        <p:txBody>
          <a:bodyPr lIns="0" tIns="0" rIns="0" bIns="0"/>
          <a:lstStyle>
            <a:lvl1pPr>
              <a:defRPr sz="600" b="0" i="0">
                <a:solidFill>
                  <a:srgbClr val="8E0000"/>
                </a:solidFill>
                <a:latin typeface="Times New Roman"/>
                <a:cs typeface="Times New Roman"/>
              </a:defRPr>
            </a:lvl1pPr>
          </a:lstStyle>
          <a:p>
            <a:pPr marL="12700" algn="ctr">
              <a:lnSpc>
                <a:spcPts val="700"/>
              </a:lnSpc>
            </a:pPr>
            <a:r>
              <a:rPr lang="en-US" spc="-5" dirty="0" err="1"/>
              <a:t>Macreconomics</a:t>
            </a:r>
            <a:endParaRPr lang="en-US" spc="-5" dirty="0"/>
          </a:p>
        </p:txBody>
      </p:sp>
      <p:sp>
        <p:nvSpPr>
          <p:cNvPr id="6" name="Holder 6"/>
          <p:cNvSpPr>
            <a:spLocks noGrp="1"/>
          </p:cNvSpPr>
          <p:nvPr>
            <p:ph type="sldNum" sz="quarter" idx="7"/>
          </p:nvPr>
        </p:nvSpPr>
        <p:spPr>
          <a:xfrm>
            <a:off x="4173093" y="3347973"/>
            <a:ext cx="379858" cy="101600"/>
          </a:xfrm>
        </p:spPr>
        <p:txBody>
          <a:bodyPr lIns="0" tIns="0" rIns="0" bIns="0"/>
          <a:lstStyle>
            <a:lvl1pPr>
              <a:defRPr sz="600" b="0" i="0">
                <a:solidFill>
                  <a:srgbClr val="7A0000"/>
                </a:solidFill>
                <a:latin typeface="Times New Roman"/>
                <a:cs typeface="Times New Roman"/>
              </a:defRPr>
            </a:lvl1pPr>
          </a:lstStyle>
          <a:p>
            <a:pPr marL="63500">
              <a:lnSpc>
                <a:spcPts val="700"/>
              </a:lnSpc>
            </a:pPr>
            <a:fld id="{81D60167-4931-47E6-BA6A-407CBD079E47}" type="slidenum">
              <a:rPr spc="-5" dirty="0"/>
              <a:t>‹#›</a:t>
            </a:fld>
            <a:r>
              <a:rPr spc="-5" dirty="0"/>
              <a:t> /</a:t>
            </a:r>
            <a:r>
              <a:rPr spc="-80" dirty="0"/>
              <a:t> </a:t>
            </a:r>
            <a:r>
              <a:rPr spc="-5" dirty="0"/>
              <a:t>43</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Holder 2"/>
          <p:cNvSpPr>
            <a:spLocks noGrp="1"/>
          </p:cNvSpPr>
          <p:nvPr>
            <p:ph type="title"/>
          </p:nvPr>
        </p:nvSpPr>
        <p:spPr>
          <a:xfrm>
            <a:off x="95502" y="244221"/>
            <a:ext cx="4419094" cy="184666"/>
          </a:xfrm>
        </p:spPr>
        <p:txBody>
          <a:bodyPr lIns="0" tIns="0" rIns="0" bIns="0"/>
          <a:lstStyle>
            <a:lvl1pPr>
              <a:defRPr sz="1200" b="1" i="0">
                <a:solidFill>
                  <a:srgbClr val="CC0000"/>
                </a:solidFill>
                <a:latin typeface="Garamond" panose="02020404030301010803" pitchFamily="18" charset="0"/>
                <a:ea typeface="SimSun" panose="02010600030101010101" pitchFamily="2" charset="-122"/>
                <a:cs typeface="Times New Roman"/>
              </a:defRPr>
            </a:lvl1pPr>
          </a:lstStyle>
          <a:p>
            <a:r>
              <a:rPr lang="zh-CN" altLang="en-US"/>
              <a:t>单击此处编辑母版标题样式</a:t>
            </a:r>
            <a:endParaRPr/>
          </a:p>
        </p:txBody>
      </p:sp>
      <p:sp>
        <p:nvSpPr>
          <p:cNvPr id="3" name="Holder 3"/>
          <p:cNvSpPr>
            <a:spLocks noGrp="1"/>
          </p:cNvSpPr>
          <p:nvPr>
            <p:ph type="body" idx="1"/>
          </p:nvPr>
        </p:nvSpPr>
        <p:spPr>
          <a:xfrm>
            <a:off x="124842" y="777113"/>
            <a:ext cx="4360415" cy="153888"/>
          </a:xfrm>
        </p:spPr>
        <p:txBody>
          <a:bodyPr lIns="0" tIns="0" rIns="0" bIns="0"/>
          <a:lstStyle>
            <a:lvl1pPr>
              <a:defRPr sz="1000" b="0" i="0">
                <a:solidFill>
                  <a:schemeClr val="tx1"/>
                </a:solidFill>
                <a:latin typeface="Garamond" panose="02020404030301010803" pitchFamily="18" charset="0"/>
                <a:ea typeface="SimSun" panose="02010600030101010101" pitchFamily="2" charset="-122"/>
                <a:cs typeface="Times New Roman"/>
              </a:defRPr>
            </a:lvl1pPr>
          </a:lstStyle>
          <a:p>
            <a:pPr lvl="0"/>
            <a:r>
              <a:rPr lang="zh-CN" altLang="en-US"/>
              <a:t>单击此处编辑母版文本样式</a:t>
            </a:r>
          </a:p>
        </p:txBody>
      </p:sp>
      <p:sp>
        <p:nvSpPr>
          <p:cNvPr id="4" name="Holder 4"/>
          <p:cNvSpPr>
            <a:spLocks noGrp="1"/>
          </p:cNvSpPr>
          <p:nvPr>
            <p:ph type="ftr" sz="quarter" idx="5"/>
          </p:nvPr>
        </p:nvSpPr>
        <p:spPr/>
        <p:txBody>
          <a:bodyPr lIns="0" tIns="0" rIns="0" bIns="0"/>
          <a:lstStyle>
            <a:lvl1pPr>
              <a:defRPr sz="600" b="0" i="0">
                <a:solidFill>
                  <a:srgbClr val="7A0000"/>
                </a:solidFill>
                <a:latin typeface="Times New Roman"/>
                <a:cs typeface="Times New Roman"/>
              </a:defRPr>
            </a:lvl1pPr>
          </a:lstStyle>
          <a:p>
            <a:pPr marL="12700">
              <a:lnSpc>
                <a:spcPts val="700"/>
              </a:lnSpc>
            </a:pPr>
            <a:r>
              <a:rPr spc="-5" dirty="0"/>
              <a:t>2014-October</a:t>
            </a:r>
          </a:p>
        </p:txBody>
      </p:sp>
      <p:sp>
        <p:nvSpPr>
          <p:cNvPr id="5" name="Holder 5"/>
          <p:cNvSpPr>
            <a:spLocks noGrp="1"/>
          </p:cNvSpPr>
          <p:nvPr>
            <p:ph type="dt" sz="half" idx="6"/>
          </p:nvPr>
        </p:nvSpPr>
        <p:spPr/>
        <p:txBody>
          <a:bodyPr lIns="0" tIns="0" rIns="0" bIns="0"/>
          <a:lstStyle>
            <a:lvl1pPr>
              <a:defRPr sz="600" b="0" i="0">
                <a:solidFill>
                  <a:srgbClr val="8E0000"/>
                </a:solidFill>
                <a:latin typeface="Times New Roman"/>
                <a:cs typeface="Times New Roman"/>
              </a:defRPr>
            </a:lvl1pPr>
          </a:lstStyle>
          <a:p>
            <a:pPr marL="12700">
              <a:lnSpc>
                <a:spcPts val="700"/>
              </a:lnSpc>
            </a:pPr>
            <a:r>
              <a:rPr spc="-5" dirty="0"/>
              <a:t>Econometrics</a:t>
            </a:r>
            <a:r>
              <a:rPr spc="-70" dirty="0"/>
              <a:t> </a:t>
            </a:r>
            <a:r>
              <a:rPr spc="-5" dirty="0"/>
              <a:t>I</a:t>
            </a:r>
          </a:p>
        </p:txBody>
      </p:sp>
      <p:sp>
        <p:nvSpPr>
          <p:cNvPr id="6" name="Holder 6"/>
          <p:cNvSpPr>
            <a:spLocks noGrp="1"/>
          </p:cNvSpPr>
          <p:nvPr>
            <p:ph type="sldNum" sz="quarter" idx="7"/>
          </p:nvPr>
        </p:nvSpPr>
        <p:spPr/>
        <p:txBody>
          <a:bodyPr lIns="0" tIns="0" rIns="0" bIns="0"/>
          <a:lstStyle>
            <a:lvl1pPr>
              <a:defRPr sz="600" b="0" i="0">
                <a:solidFill>
                  <a:srgbClr val="7A0000"/>
                </a:solidFill>
                <a:latin typeface="Times New Roman"/>
                <a:cs typeface="Times New Roman"/>
              </a:defRPr>
            </a:lvl1pPr>
          </a:lstStyle>
          <a:p>
            <a:pPr marL="63500">
              <a:lnSpc>
                <a:spcPts val="700"/>
              </a:lnSpc>
            </a:pPr>
            <a:fld id="{81D60167-4931-47E6-BA6A-407CBD079E47}" type="slidenum">
              <a:rPr spc="-5" dirty="0"/>
              <a:t>‹#›</a:t>
            </a:fld>
            <a:r>
              <a:rPr spc="-5" dirty="0"/>
              <a:t> /</a:t>
            </a:r>
            <a:r>
              <a:rPr spc="-80" dirty="0"/>
              <a:t> </a:t>
            </a:r>
            <a:r>
              <a:rPr spc="-5" dirty="0"/>
              <a:t>43</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obj" preserve="1">
  <p:cSld name="两栏内容">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152" y="533"/>
            <a:ext cx="4608830" cy="3456940"/>
          </a:xfrm>
          <a:custGeom>
            <a:avLst/>
            <a:gdLst/>
            <a:ahLst/>
            <a:cxnLst/>
            <a:rect l="l" t="t" r="r" b="b"/>
            <a:pathLst>
              <a:path w="4608830" h="3456940">
                <a:moveTo>
                  <a:pt x="0" y="3456432"/>
                </a:moveTo>
                <a:lnTo>
                  <a:pt x="4608576" y="3456432"/>
                </a:lnTo>
                <a:lnTo>
                  <a:pt x="4608576" y="0"/>
                </a:lnTo>
                <a:lnTo>
                  <a:pt x="0" y="0"/>
                </a:lnTo>
                <a:lnTo>
                  <a:pt x="0" y="3456432"/>
                </a:lnTo>
                <a:close/>
              </a:path>
            </a:pathLst>
          </a:custGeom>
          <a:solidFill>
            <a:srgbClr val="FEFEFE"/>
          </a:solidFill>
        </p:spPr>
        <p:txBody>
          <a:bodyPr wrap="square" lIns="0" tIns="0" rIns="0" bIns="0" rtlCol="0"/>
          <a:lstStyle/>
          <a:p>
            <a:endParaRPr/>
          </a:p>
        </p:txBody>
      </p:sp>
      <p:sp>
        <p:nvSpPr>
          <p:cNvPr id="17" name="bk object 17"/>
          <p:cNvSpPr/>
          <p:nvPr/>
        </p:nvSpPr>
        <p:spPr>
          <a:xfrm>
            <a:off x="3095104" y="3260877"/>
            <a:ext cx="43180" cy="30480"/>
          </a:xfrm>
          <a:custGeom>
            <a:avLst/>
            <a:gdLst/>
            <a:ahLst/>
            <a:cxnLst/>
            <a:rect l="l" t="t" r="r" b="b"/>
            <a:pathLst>
              <a:path w="43180" h="30479">
                <a:moveTo>
                  <a:pt x="0" y="30365"/>
                </a:moveTo>
                <a:lnTo>
                  <a:pt x="43021" y="30365"/>
                </a:lnTo>
                <a:lnTo>
                  <a:pt x="43021" y="0"/>
                </a:lnTo>
                <a:lnTo>
                  <a:pt x="0" y="0"/>
                </a:lnTo>
                <a:lnTo>
                  <a:pt x="0" y="30365"/>
                </a:lnTo>
                <a:close/>
              </a:path>
            </a:pathLst>
          </a:custGeom>
          <a:ln w="5060">
            <a:solidFill>
              <a:srgbClr val="ADADE0"/>
            </a:solidFill>
          </a:ln>
        </p:spPr>
        <p:txBody>
          <a:bodyPr wrap="square" lIns="0" tIns="0" rIns="0" bIns="0" rtlCol="0"/>
          <a:lstStyle/>
          <a:p>
            <a:endParaRPr/>
          </a:p>
        </p:txBody>
      </p:sp>
      <p:sp>
        <p:nvSpPr>
          <p:cNvPr id="18" name="bk object 18"/>
          <p:cNvSpPr/>
          <p:nvPr/>
        </p:nvSpPr>
        <p:spPr>
          <a:xfrm>
            <a:off x="3015488" y="3256913"/>
            <a:ext cx="25400" cy="38100"/>
          </a:xfrm>
          <a:custGeom>
            <a:avLst/>
            <a:gdLst/>
            <a:ahLst/>
            <a:cxnLst/>
            <a:rect l="l" t="t" r="r" b="b"/>
            <a:pathLst>
              <a:path w="25400" h="38100">
                <a:moveTo>
                  <a:pt x="25400" y="0"/>
                </a:moveTo>
                <a:lnTo>
                  <a:pt x="0" y="19050"/>
                </a:lnTo>
                <a:lnTo>
                  <a:pt x="25400" y="38100"/>
                </a:lnTo>
                <a:lnTo>
                  <a:pt x="25400" y="0"/>
                </a:lnTo>
                <a:close/>
              </a:path>
            </a:pathLst>
          </a:custGeom>
          <a:solidFill>
            <a:srgbClr val="D6D6EF"/>
          </a:solidFill>
        </p:spPr>
        <p:txBody>
          <a:bodyPr wrap="square" lIns="0" tIns="0" rIns="0" bIns="0" rtlCol="0"/>
          <a:lstStyle/>
          <a:p>
            <a:endParaRPr/>
          </a:p>
        </p:txBody>
      </p:sp>
      <p:sp>
        <p:nvSpPr>
          <p:cNvPr id="19" name="bk object 19"/>
          <p:cNvSpPr/>
          <p:nvPr/>
        </p:nvSpPr>
        <p:spPr>
          <a:xfrm>
            <a:off x="3193288" y="3256913"/>
            <a:ext cx="25400" cy="38100"/>
          </a:xfrm>
          <a:custGeom>
            <a:avLst/>
            <a:gdLst/>
            <a:ahLst/>
            <a:cxnLst/>
            <a:rect l="l" t="t" r="r" b="b"/>
            <a:pathLst>
              <a:path w="25400" h="38100">
                <a:moveTo>
                  <a:pt x="0" y="0"/>
                </a:moveTo>
                <a:lnTo>
                  <a:pt x="0" y="38100"/>
                </a:lnTo>
                <a:lnTo>
                  <a:pt x="25400" y="19050"/>
                </a:lnTo>
                <a:lnTo>
                  <a:pt x="0" y="0"/>
                </a:lnTo>
                <a:close/>
              </a:path>
            </a:pathLst>
          </a:custGeom>
          <a:solidFill>
            <a:srgbClr val="D6D6EF"/>
          </a:solidFill>
        </p:spPr>
        <p:txBody>
          <a:bodyPr wrap="square" lIns="0" tIns="0" rIns="0" bIns="0" rtlCol="0"/>
          <a:lstStyle/>
          <a:p>
            <a:endParaRPr/>
          </a:p>
        </p:txBody>
      </p:sp>
      <p:sp>
        <p:nvSpPr>
          <p:cNvPr id="20" name="bk object 20"/>
          <p:cNvSpPr/>
          <p:nvPr/>
        </p:nvSpPr>
        <p:spPr>
          <a:xfrm>
            <a:off x="3345357" y="3270998"/>
            <a:ext cx="43180" cy="30480"/>
          </a:xfrm>
          <a:custGeom>
            <a:avLst/>
            <a:gdLst/>
            <a:ahLst/>
            <a:cxnLst/>
            <a:rect l="l" t="t" r="r" b="b"/>
            <a:pathLst>
              <a:path w="43179" h="30479">
                <a:moveTo>
                  <a:pt x="0" y="30365"/>
                </a:moveTo>
                <a:lnTo>
                  <a:pt x="43014" y="30365"/>
                </a:lnTo>
                <a:lnTo>
                  <a:pt x="43014" y="0"/>
                </a:lnTo>
                <a:lnTo>
                  <a:pt x="0" y="0"/>
                </a:lnTo>
                <a:lnTo>
                  <a:pt x="0" y="30365"/>
                </a:lnTo>
                <a:close/>
              </a:path>
            </a:pathLst>
          </a:custGeom>
          <a:ln w="5060">
            <a:solidFill>
              <a:srgbClr val="ADADE0"/>
            </a:solidFill>
          </a:ln>
        </p:spPr>
        <p:txBody>
          <a:bodyPr wrap="square" lIns="0" tIns="0" rIns="0" bIns="0" rtlCol="0"/>
          <a:lstStyle/>
          <a:p>
            <a:endParaRPr/>
          </a:p>
        </p:txBody>
      </p:sp>
      <p:sp>
        <p:nvSpPr>
          <p:cNvPr id="21" name="bk object 21"/>
          <p:cNvSpPr/>
          <p:nvPr/>
        </p:nvSpPr>
        <p:spPr>
          <a:xfrm>
            <a:off x="3355847" y="3260723"/>
            <a:ext cx="43180" cy="30480"/>
          </a:xfrm>
          <a:custGeom>
            <a:avLst/>
            <a:gdLst/>
            <a:ahLst/>
            <a:cxnLst/>
            <a:rect l="l" t="t" r="r" b="b"/>
            <a:pathLst>
              <a:path w="43179" h="30479">
                <a:moveTo>
                  <a:pt x="0" y="10160"/>
                </a:moveTo>
                <a:lnTo>
                  <a:pt x="0" y="0"/>
                </a:lnTo>
                <a:lnTo>
                  <a:pt x="43180" y="0"/>
                </a:lnTo>
                <a:lnTo>
                  <a:pt x="43180" y="30480"/>
                </a:lnTo>
                <a:lnTo>
                  <a:pt x="33020" y="30480"/>
                </a:lnTo>
              </a:path>
            </a:pathLst>
          </a:custGeom>
          <a:ln w="5060">
            <a:solidFill>
              <a:srgbClr val="ADADE0"/>
            </a:solidFill>
          </a:ln>
        </p:spPr>
        <p:txBody>
          <a:bodyPr wrap="square" lIns="0" tIns="0" rIns="0" bIns="0" rtlCol="0"/>
          <a:lstStyle/>
          <a:p>
            <a:endParaRPr/>
          </a:p>
        </p:txBody>
      </p:sp>
      <p:sp>
        <p:nvSpPr>
          <p:cNvPr id="22" name="bk object 22"/>
          <p:cNvSpPr/>
          <p:nvPr/>
        </p:nvSpPr>
        <p:spPr>
          <a:xfrm>
            <a:off x="3366008" y="3250563"/>
            <a:ext cx="43180" cy="30480"/>
          </a:xfrm>
          <a:custGeom>
            <a:avLst/>
            <a:gdLst/>
            <a:ahLst/>
            <a:cxnLst/>
            <a:rect l="l" t="t" r="r" b="b"/>
            <a:pathLst>
              <a:path w="43179" h="30479">
                <a:moveTo>
                  <a:pt x="0" y="10160"/>
                </a:moveTo>
                <a:lnTo>
                  <a:pt x="0" y="0"/>
                </a:lnTo>
                <a:lnTo>
                  <a:pt x="43180" y="0"/>
                </a:lnTo>
                <a:lnTo>
                  <a:pt x="43180" y="30480"/>
                </a:lnTo>
                <a:lnTo>
                  <a:pt x="33020" y="30480"/>
                </a:lnTo>
              </a:path>
            </a:pathLst>
          </a:custGeom>
          <a:ln w="5060">
            <a:solidFill>
              <a:srgbClr val="ADADE0"/>
            </a:solidFill>
          </a:ln>
        </p:spPr>
        <p:txBody>
          <a:bodyPr wrap="square" lIns="0" tIns="0" rIns="0" bIns="0" rtlCol="0"/>
          <a:lstStyle/>
          <a:p>
            <a:endParaRPr/>
          </a:p>
        </p:txBody>
      </p:sp>
      <p:sp>
        <p:nvSpPr>
          <p:cNvPr id="23" name="bk object 23"/>
          <p:cNvSpPr/>
          <p:nvPr/>
        </p:nvSpPr>
        <p:spPr>
          <a:xfrm>
            <a:off x="3282188" y="3256913"/>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0" y="0"/>
                </a:moveTo>
                <a:lnTo>
                  <a:pt x="177800" y="38100"/>
                </a:lnTo>
                <a:lnTo>
                  <a:pt x="203200" y="19050"/>
                </a:lnTo>
                <a:lnTo>
                  <a:pt x="177800" y="0"/>
                </a:lnTo>
                <a:close/>
              </a:path>
            </a:pathLst>
          </a:custGeom>
          <a:solidFill>
            <a:srgbClr val="D6D6EF"/>
          </a:solidFill>
        </p:spPr>
        <p:txBody>
          <a:bodyPr wrap="square" lIns="0" tIns="0" rIns="0" bIns="0" rtlCol="0"/>
          <a:lstStyle/>
          <a:p>
            <a:endParaRPr/>
          </a:p>
        </p:txBody>
      </p:sp>
      <p:sp>
        <p:nvSpPr>
          <p:cNvPr id="24" name="bk object 24"/>
          <p:cNvSpPr/>
          <p:nvPr/>
        </p:nvSpPr>
        <p:spPr>
          <a:xfrm>
            <a:off x="3636264" y="3263263"/>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5" name="bk object 25"/>
          <p:cNvSpPr/>
          <p:nvPr/>
        </p:nvSpPr>
        <p:spPr>
          <a:xfrm>
            <a:off x="3547364" y="3256913"/>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0" y="0"/>
                </a:moveTo>
                <a:lnTo>
                  <a:pt x="177800" y="38100"/>
                </a:lnTo>
                <a:lnTo>
                  <a:pt x="203200" y="19050"/>
                </a:lnTo>
                <a:lnTo>
                  <a:pt x="177800" y="0"/>
                </a:lnTo>
                <a:close/>
              </a:path>
            </a:pathLst>
          </a:custGeom>
          <a:solidFill>
            <a:srgbClr val="D6D6EF"/>
          </a:solidFill>
        </p:spPr>
        <p:txBody>
          <a:bodyPr wrap="square" lIns="0" tIns="0" rIns="0" bIns="0" rtlCol="0"/>
          <a:lstStyle/>
          <a:p>
            <a:endParaRPr/>
          </a:p>
        </p:txBody>
      </p:sp>
      <p:sp>
        <p:nvSpPr>
          <p:cNvPr id="26" name="bk object 26"/>
          <p:cNvSpPr/>
          <p:nvPr/>
        </p:nvSpPr>
        <p:spPr>
          <a:xfrm>
            <a:off x="3623564" y="3250563"/>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27" name="bk object 27"/>
          <p:cNvSpPr/>
          <p:nvPr/>
        </p:nvSpPr>
        <p:spPr>
          <a:xfrm>
            <a:off x="3636264" y="3275963"/>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28" name="bk object 28"/>
          <p:cNvSpPr/>
          <p:nvPr/>
        </p:nvSpPr>
        <p:spPr>
          <a:xfrm>
            <a:off x="3623564" y="3288663"/>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29" name="bk object 29"/>
          <p:cNvSpPr/>
          <p:nvPr/>
        </p:nvSpPr>
        <p:spPr>
          <a:xfrm>
            <a:off x="3636264" y="3301363"/>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30" name="bk object 30"/>
          <p:cNvSpPr/>
          <p:nvPr/>
        </p:nvSpPr>
        <p:spPr>
          <a:xfrm>
            <a:off x="3888740" y="3250563"/>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31" name="bk object 31"/>
          <p:cNvSpPr/>
          <p:nvPr/>
        </p:nvSpPr>
        <p:spPr>
          <a:xfrm>
            <a:off x="3901440" y="3263263"/>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32" name="bk object 32"/>
          <p:cNvSpPr/>
          <p:nvPr/>
        </p:nvSpPr>
        <p:spPr>
          <a:xfrm>
            <a:off x="3901440" y="3275963"/>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33" name="bk object 33"/>
          <p:cNvSpPr/>
          <p:nvPr/>
        </p:nvSpPr>
        <p:spPr>
          <a:xfrm>
            <a:off x="3812540" y="3256913"/>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0" y="0"/>
                </a:moveTo>
                <a:lnTo>
                  <a:pt x="177800" y="38100"/>
                </a:lnTo>
                <a:lnTo>
                  <a:pt x="203200" y="19050"/>
                </a:lnTo>
                <a:lnTo>
                  <a:pt x="177800" y="0"/>
                </a:lnTo>
                <a:close/>
              </a:path>
            </a:pathLst>
          </a:custGeom>
          <a:solidFill>
            <a:srgbClr val="D6D6EF"/>
          </a:solidFill>
        </p:spPr>
        <p:txBody>
          <a:bodyPr wrap="square" lIns="0" tIns="0" rIns="0" bIns="0" rtlCol="0"/>
          <a:lstStyle/>
          <a:p>
            <a:endParaRPr/>
          </a:p>
        </p:txBody>
      </p:sp>
      <p:sp>
        <p:nvSpPr>
          <p:cNvPr id="34" name="bk object 34"/>
          <p:cNvSpPr/>
          <p:nvPr/>
        </p:nvSpPr>
        <p:spPr>
          <a:xfrm>
            <a:off x="3888740" y="3288663"/>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35" name="bk object 35"/>
          <p:cNvSpPr/>
          <p:nvPr/>
        </p:nvSpPr>
        <p:spPr>
          <a:xfrm>
            <a:off x="3901440" y="3301363"/>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36" name="bk object 36"/>
          <p:cNvSpPr/>
          <p:nvPr/>
        </p:nvSpPr>
        <p:spPr>
          <a:xfrm>
            <a:off x="4155440" y="3250563"/>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37" name="bk object 37"/>
          <p:cNvSpPr/>
          <p:nvPr/>
        </p:nvSpPr>
        <p:spPr>
          <a:xfrm>
            <a:off x="4168140" y="3263263"/>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38" name="bk object 38"/>
          <p:cNvSpPr/>
          <p:nvPr/>
        </p:nvSpPr>
        <p:spPr>
          <a:xfrm>
            <a:off x="4168140" y="3275963"/>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39" name="bk object 39"/>
          <p:cNvSpPr/>
          <p:nvPr/>
        </p:nvSpPr>
        <p:spPr>
          <a:xfrm>
            <a:off x="4155440" y="3288663"/>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40" name="bk object 40"/>
          <p:cNvSpPr/>
          <p:nvPr/>
        </p:nvSpPr>
        <p:spPr>
          <a:xfrm>
            <a:off x="4168140" y="3301363"/>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41" name="bk object 41"/>
          <p:cNvSpPr/>
          <p:nvPr/>
        </p:nvSpPr>
        <p:spPr>
          <a:xfrm>
            <a:off x="4451096" y="3281043"/>
            <a:ext cx="20320" cy="20320"/>
          </a:xfrm>
          <a:custGeom>
            <a:avLst/>
            <a:gdLst/>
            <a:ahLst/>
            <a:cxnLst/>
            <a:rect l="l" t="t" r="r" b="b"/>
            <a:pathLst>
              <a:path w="20320" h="20320">
                <a:moveTo>
                  <a:pt x="0" y="0"/>
                </a:moveTo>
                <a:lnTo>
                  <a:pt x="20320" y="20320"/>
                </a:lnTo>
              </a:path>
            </a:pathLst>
          </a:custGeom>
          <a:ln w="7591">
            <a:solidFill>
              <a:srgbClr val="ADADE0"/>
            </a:solidFill>
          </a:ln>
        </p:spPr>
        <p:txBody>
          <a:bodyPr wrap="square" lIns="0" tIns="0" rIns="0" bIns="0" rtlCol="0"/>
          <a:lstStyle/>
          <a:p>
            <a:endParaRPr/>
          </a:p>
        </p:txBody>
      </p:sp>
      <p:sp>
        <p:nvSpPr>
          <p:cNvPr id="42" name="bk object 42"/>
          <p:cNvSpPr/>
          <p:nvPr/>
        </p:nvSpPr>
        <p:spPr>
          <a:xfrm>
            <a:off x="4424032" y="3254547"/>
            <a:ext cx="30480" cy="30480"/>
          </a:xfrm>
          <a:custGeom>
            <a:avLst/>
            <a:gdLst/>
            <a:ahLst/>
            <a:cxnLst/>
            <a:rect l="l" t="t" r="r" b="b"/>
            <a:pathLst>
              <a:path w="30479" h="30479">
                <a:moveTo>
                  <a:pt x="30365" y="15185"/>
                </a:moveTo>
                <a:lnTo>
                  <a:pt x="30365" y="6800"/>
                </a:lnTo>
                <a:lnTo>
                  <a:pt x="23571" y="0"/>
                </a:lnTo>
                <a:lnTo>
                  <a:pt x="15189" y="0"/>
                </a:lnTo>
                <a:lnTo>
                  <a:pt x="6794" y="0"/>
                </a:lnTo>
                <a:lnTo>
                  <a:pt x="0" y="6800"/>
                </a:lnTo>
                <a:lnTo>
                  <a:pt x="0" y="15185"/>
                </a:lnTo>
                <a:lnTo>
                  <a:pt x="0" y="23569"/>
                </a:lnTo>
                <a:lnTo>
                  <a:pt x="6794" y="30370"/>
                </a:lnTo>
                <a:lnTo>
                  <a:pt x="15189" y="30370"/>
                </a:lnTo>
                <a:lnTo>
                  <a:pt x="23571" y="30370"/>
                </a:lnTo>
                <a:lnTo>
                  <a:pt x="30365" y="23569"/>
                </a:lnTo>
                <a:lnTo>
                  <a:pt x="30365" y="15185"/>
                </a:lnTo>
                <a:close/>
              </a:path>
            </a:pathLst>
          </a:custGeom>
          <a:ln w="5060">
            <a:solidFill>
              <a:srgbClr val="ADADE0"/>
            </a:solidFill>
          </a:ln>
        </p:spPr>
        <p:txBody>
          <a:bodyPr wrap="square" lIns="0" tIns="0" rIns="0" bIns="0" rtlCol="0"/>
          <a:lstStyle/>
          <a:p>
            <a:endParaRPr/>
          </a:p>
        </p:txBody>
      </p:sp>
      <p:sp>
        <p:nvSpPr>
          <p:cNvPr id="43" name="bk object 43"/>
          <p:cNvSpPr/>
          <p:nvPr/>
        </p:nvSpPr>
        <p:spPr>
          <a:xfrm>
            <a:off x="4344416" y="3250563"/>
            <a:ext cx="50800" cy="50800"/>
          </a:xfrm>
          <a:custGeom>
            <a:avLst/>
            <a:gdLst/>
            <a:ahLst/>
            <a:cxnLst/>
            <a:rect l="l" t="t" r="r" b="b"/>
            <a:pathLst>
              <a:path w="50800" h="50800">
                <a:moveTo>
                  <a:pt x="25400" y="50800"/>
                </a:moveTo>
                <a:lnTo>
                  <a:pt x="50800" y="25400"/>
                </a:lnTo>
                <a:lnTo>
                  <a:pt x="50388" y="20849"/>
                </a:lnTo>
                <a:lnTo>
                  <a:pt x="25400" y="0"/>
                </a:lnTo>
                <a:lnTo>
                  <a:pt x="20849" y="411"/>
                </a:lnTo>
                <a:lnTo>
                  <a:pt x="411" y="20849"/>
                </a:lnTo>
                <a:lnTo>
                  <a:pt x="0" y="25400"/>
                </a:lnTo>
              </a:path>
            </a:pathLst>
          </a:custGeom>
          <a:ln w="5060">
            <a:solidFill>
              <a:srgbClr val="ADADE0"/>
            </a:solidFill>
          </a:ln>
        </p:spPr>
        <p:txBody>
          <a:bodyPr wrap="square" lIns="0" tIns="0" rIns="0" bIns="0" rtlCol="0"/>
          <a:lstStyle/>
          <a:p>
            <a:endParaRPr/>
          </a:p>
        </p:txBody>
      </p:sp>
      <p:sp>
        <p:nvSpPr>
          <p:cNvPr id="44" name="bk object 44"/>
          <p:cNvSpPr/>
          <p:nvPr/>
        </p:nvSpPr>
        <p:spPr>
          <a:xfrm>
            <a:off x="4329176" y="3268343"/>
            <a:ext cx="30480" cy="12700"/>
          </a:xfrm>
          <a:custGeom>
            <a:avLst/>
            <a:gdLst/>
            <a:ahLst/>
            <a:cxnLst/>
            <a:rect l="l" t="t" r="r" b="b"/>
            <a:pathLst>
              <a:path w="30479" h="12700">
                <a:moveTo>
                  <a:pt x="30480" y="0"/>
                </a:moveTo>
                <a:lnTo>
                  <a:pt x="15240" y="12700"/>
                </a:lnTo>
                <a:lnTo>
                  <a:pt x="0" y="0"/>
                </a:lnTo>
              </a:path>
            </a:pathLst>
          </a:custGeom>
          <a:ln w="5060">
            <a:solidFill>
              <a:srgbClr val="ADADE0"/>
            </a:solidFill>
          </a:ln>
        </p:spPr>
        <p:txBody>
          <a:bodyPr wrap="square" lIns="0" tIns="0" rIns="0" bIns="0" rtlCol="0"/>
          <a:lstStyle/>
          <a:p>
            <a:endParaRPr/>
          </a:p>
        </p:txBody>
      </p:sp>
      <p:sp>
        <p:nvSpPr>
          <p:cNvPr id="45" name="bk object 45"/>
          <p:cNvSpPr/>
          <p:nvPr/>
        </p:nvSpPr>
        <p:spPr>
          <a:xfrm>
            <a:off x="4496816" y="3250563"/>
            <a:ext cx="50800" cy="50800"/>
          </a:xfrm>
          <a:custGeom>
            <a:avLst/>
            <a:gdLst/>
            <a:ahLst/>
            <a:cxnLst/>
            <a:rect l="l" t="t" r="r" b="b"/>
            <a:pathLst>
              <a:path w="50800" h="50800">
                <a:moveTo>
                  <a:pt x="25400" y="50800"/>
                </a:moveTo>
                <a:lnTo>
                  <a:pt x="0" y="25400"/>
                </a:lnTo>
                <a:lnTo>
                  <a:pt x="411" y="20849"/>
                </a:lnTo>
                <a:lnTo>
                  <a:pt x="25400" y="0"/>
                </a:lnTo>
                <a:lnTo>
                  <a:pt x="29950" y="411"/>
                </a:lnTo>
                <a:lnTo>
                  <a:pt x="50388" y="20849"/>
                </a:lnTo>
                <a:lnTo>
                  <a:pt x="50800" y="25400"/>
                </a:lnTo>
              </a:path>
            </a:pathLst>
          </a:custGeom>
          <a:ln w="5060">
            <a:solidFill>
              <a:srgbClr val="ADADE0"/>
            </a:solidFill>
          </a:ln>
        </p:spPr>
        <p:txBody>
          <a:bodyPr wrap="square" lIns="0" tIns="0" rIns="0" bIns="0" rtlCol="0"/>
          <a:lstStyle/>
          <a:p>
            <a:endParaRPr/>
          </a:p>
        </p:txBody>
      </p:sp>
      <p:sp>
        <p:nvSpPr>
          <p:cNvPr id="46" name="bk object 46"/>
          <p:cNvSpPr/>
          <p:nvPr/>
        </p:nvSpPr>
        <p:spPr>
          <a:xfrm>
            <a:off x="4532376" y="3268343"/>
            <a:ext cx="30480" cy="12700"/>
          </a:xfrm>
          <a:custGeom>
            <a:avLst/>
            <a:gdLst/>
            <a:ahLst/>
            <a:cxnLst/>
            <a:rect l="l" t="t" r="r" b="b"/>
            <a:pathLst>
              <a:path w="30479" h="12700">
                <a:moveTo>
                  <a:pt x="30480" y="0"/>
                </a:moveTo>
                <a:lnTo>
                  <a:pt x="15240" y="12700"/>
                </a:lnTo>
                <a:lnTo>
                  <a:pt x="0" y="0"/>
                </a:lnTo>
              </a:path>
            </a:pathLst>
          </a:custGeom>
          <a:ln w="5060">
            <a:solidFill>
              <a:srgbClr val="ADADE0"/>
            </a:solidFill>
          </a:ln>
        </p:spPr>
        <p:txBody>
          <a:bodyPr wrap="square" lIns="0" tIns="0" rIns="0" bIns="0" rtlCol="0"/>
          <a:lstStyle/>
          <a:p>
            <a:endParaRPr/>
          </a:p>
        </p:txBody>
      </p:sp>
      <p:sp>
        <p:nvSpPr>
          <p:cNvPr id="2" name="Holder 2"/>
          <p:cNvSpPr>
            <a:spLocks noGrp="1"/>
          </p:cNvSpPr>
          <p:nvPr>
            <p:ph type="title"/>
          </p:nvPr>
        </p:nvSpPr>
        <p:spPr/>
        <p:txBody>
          <a:bodyPr lIns="0" tIns="0" rIns="0" bIns="0"/>
          <a:lstStyle>
            <a:lvl1pPr>
              <a:defRPr sz="1200" b="1" i="0">
                <a:solidFill>
                  <a:srgbClr val="CC0000"/>
                </a:solidFill>
                <a:latin typeface="Times New Roman"/>
                <a:cs typeface="Times New Roman"/>
              </a:defRPr>
            </a:lvl1pPr>
          </a:lstStyle>
          <a:p>
            <a:r>
              <a:rPr lang="zh-CN" altLang="en-US"/>
              <a:t>单击此处编辑母版标题样式</a:t>
            </a:r>
            <a:endParaRPr/>
          </a:p>
        </p:txBody>
      </p:sp>
      <p:sp>
        <p:nvSpPr>
          <p:cNvPr id="3" name="Holder 3"/>
          <p:cNvSpPr>
            <a:spLocks noGrp="1"/>
          </p:cNvSpPr>
          <p:nvPr>
            <p:ph sz="half" idx="2"/>
          </p:nvPr>
        </p:nvSpPr>
        <p:spPr>
          <a:xfrm>
            <a:off x="230505" y="795972"/>
            <a:ext cx="2005393" cy="2284095"/>
          </a:xfrm>
          <a:prstGeom prst="rect">
            <a:avLst/>
          </a:prstGeom>
        </p:spPr>
        <p:txBody>
          <a:bodyPr wrap="square" lIns="0" tIns="0" rIns="0" bIns="0">
            <a:spAutoFit/>
          </a:bodyPr>
          <a:lstStyle>
            <a:lvl1pPr>
              <a:defRPr/>
            </a:lvl1pPr>
          </a:lstStyle>
          <a:p>
            <a:pPr lvl="0"/>
            <a:r>
              <a:rPr lang="zh-CN" altLang="en-US"/>
              <a:t>单击此处编辑母版文本样式</a:t>
            </a:r>
          </a:p>
        </p:txBody>
      </p:sp>
      <p:sp>
        <p:nvSpPr>
          <p:cNvPr id="4" name="Holder 4"/>
          <p:cNvSpPr>
            <a:spLocks noGrp="1"/>
          </p:cNvSpPr>
          <p:nvPr>
            <p:ph sz="half" idx="3"/>
          </p:nvPr>
        </p:nvSpPr>
        <p:spPr>
          <a:xfrm>
            <a:off x="2374201" y="795972"/>
            <a:ext cx="2005393" cy="2284095"/>
          </a:xfrm>
          <a:prstGeom prst="rect">
            <a:avLst/>
          </a:prstGeom>
        </p:spPr>
        <p:txBody>
          <a:bodyPr wrap="square" lIns="0" tIns="0" rIns="0" bIns="0">
            <a:spAutoFit/>
          </a:bodyPr>
          <a:lstStyle>
            <a:lvl1pPr>
              <a:defRPr/>
            </a:lvl1pPr>
          </a:lstStyle>
          <a:p>
            <a:pPr lvl="0"/>
            <a:r>
              <a:rPr lang="zh-CN" altLang="en-US"/>
              <a:t>单击此处编辑母版文本样式</a:t>
            </a:r>
          </a:p>
        </p:txBody>
      </p:sp>
      <p:sp>
        <p:nvSpPr>
          <p:cNvPr id="5" name="Holder 5"/>
          <p:cNvSpPr>
            <a:spLocks noGrp="1"/>
          </p:cNvSpPr>
          <p:nvPr>
            <p:ph type="ftr" sz="quarter" idx="5"/>
          </p:nvPr>
        </p:nvSpPr>
        <p:spPr/>
        <p:txBody>
          <a:bodyPr lIns="0" tIns="0" rIns="0" bIns="0"/>
          <a:lstStyle>
            <a:lvl1pPr>
              <a:defRPr sz="600" b="0" i="0">
                <a:solidFill>
                  <a:srgbClr val="7A0000"/>
                </a:solidFill>
                <a:latin typeface="Times New Roman"/>
                <a:cs typeface="Times New Roman"/>
              </a:defRPr>
            </a:lvl1pPr>
          </a:lstStyle>
          <a:p>
            <a:pPr marL="12700">
              <a:lnSpc>
                <a:spcPts val="700"/>
              </a:lnSpc>
            </a:pPr>
            <a:r>
              <a:rPr spc="-5" dirty="0"/>
              <a:t>2014-October</a:t>
            </a:r>
          </a:p>
        </p:txBody>
      </p:sp>
      <p:sp>
        <p:nvSpPr>
          <p:cNvPr id="6" name="Holder 6"/>
          <p:cNvSpPr>
            <a:spLocks noGrp="1"/>
          </p:cNvSpPr>
          <p:nvPr>
            <p:ph type="dt" sz="half" idx="6"/>
          </p:nvPr>
        </p:nvSpPr>
        <p:spPr/>
        <p:txBody>
          <a:bodyPr lIns="0" tIns="0" rIns="0" bIns="0"/>
          <a:lstStyle>
            <a:lvl1pPr>
              <a:defRPr sz="600" b="0" i="0">
                <a:solidFill>
                  <a:srgbClr val="8E0000"/>
                </a:solidFill>
                <a:latin typeface="Times New Roman"/>
                <a:cs typeface="Times New Roman"/>
              </a:defRPr>
            </a:lvl1pPr>
          </a:lstStyle>
          <a:p>
            <a:pPr marL="12700">
              <a:lnSpc>
                <a:spcPts val="700"/>
              </a:lnSpc>
            </a:pPr>
            <a:r>
              <a:rPr spc="-5" dirty="0"/>
              <a:t>Econometrics</a:t>
            </a:r>
            <a:r>
              <a:rPr spc="-70" dirty="0"/>
              <a:t> </a:t>
            </a:r>
            <a:r>
              <a:rPr spc="-5" dirty="0"/>
              <a:t>I</a:t>
            </a:r>
          </a:p>
        </p:txBody>
      </p:sp>
      <p:sp>
        <p:nvSpPr>
          <p:cNvPr id="7" name="Holder 7"/>
          <p:cNvSpPr>
            <a:spLocks noGrp="1"/>
          </p:cNvSpPr>
          <p:nvPr>
            <p:ph type="sldNum" sz="quarter" idx="7"/>
          </p:nvPr>
        </p:nvSpPr>
        <p:spPr/>
        <p:txBody>
          <a:bodyPr lIns="0" tIns="0" rIns="0" bIns="0"/>
          <a:lstStyle>
            <a:lvl1pPr>
              <a:defRPr sz="600" b="0" i="0">
                <a:solidFill>
                  <a:srgbClr val="7A0000"/>
                </a:solidFill>
                <a:latin typeface="Times New Roman"/>
                <a:cs typeface="Times New Roman"/>
              </a:defRPr>
            </a:lvl1pPr>
          </a:lstStyle>
          <a:p>
            <a:pPr marL="63500">
              <a:lnSpc>
                <a:spcPts val="700"/>
              </a:lnSpc>
            </a:pPr>
            <a:fld id="{81D60167-4931-47E6-BA6A-407CBD079E47}" type="slidenum">
              <a:rPr spc="-5" dirty="0"/>
              <a:t>‹#›</a:t>
            </a:fld>
            <a:r>
              <a:rPr spc="-5" dirty="0"/>
              <a:t> /</a:t>
            </a:r>
            <a:r>
              <a:rPr spc="-80" dirty="0"/>
              <a:t> </a:t>
            </a:r>
            <a:r>
              <a:rPr spc="-5" dirty="0"/>
              <a:t>43</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仅标题">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1200" b="1" i="0">
                <a:solidFill>
                  <a:srgbClr val="CC0000"/>
                </a:solidFill>
                <a:latin typeface="Times New Roman"/>
                <a:cs typeface="Times New Roman"/>
              </a:defRPr>
            </a:lvl1pPr>
          </a:lstStyle>
          <a:p>
            <a:r>
              <a:rPr lang="zh-CN" altLang="en-US"/>
              <a:t>单击此处编辑母版标题样式</a:t>
            </a:r>
            <a:endParaRPr/>
          </a:p>
        </p:txBody>
      </p:sp>
      <p:sp>
        <p:nvSpPr>
          <p:cNvPr id="3" name="Holder 3"/>
          <p:cNvSpPr>
            <a:spLocks noGrp="1"/>
          </p:cNvSpPr>
          <p:nvPr>
            <p:ph type="ftr" sz="quarter" idx="5"/>
          </p:nvPr>
        </p:nvSpPr>
        <p:spPr/>
        <p:txBody>
          <a:bodyPr lIns="0" tIns="0" rIns="0" bIns="0"/>
          <a:lstStyle>
            <a:lvl1pPr>
              <a:defRPr sz="600" b="0" i="0">
                <a:solidFill>
                  <a:srgbClr val="7A0000"/>
                </a:solidFill>
                <a:latin typeface="Times New Roman"/>
                <a:cs typeface="Times New Roman"/>
              </a:defRPr>
            </a:lvl1pPr>
          </a:lstStyle>
          <a:p>
            <a:pPr marL="12700">
              <a:lnSpc>
                <a:spcPts val="700"/>
              </a:lnSpc>
            </a:pPr>
            <a:r>
              <a:rPr spc="-5" dirty="0"/>
              <a:t>2014-October</a:t>
            </a:r>
          </a:p>
        </p:txBody>
      </p:sp>
      <p:sp>
        <p:nvSpPr>
          <p:cNvPr id="4" name="Holder 4"/>
          <p:cNvSpPr>
            <a:spLocks noGrp="1"/>
          </p:cNvSpPr>
          <p:nvPr>
            <p:ph type="dt" sz="half" idx="6"/>
          </p:nvPr>
        </p:nvSpPr>
        <p:spPr/>
        <p:txBody>
          <a:bodyPr lIns="0" tIns="0" rIns="0" bIns="0"/>
          <a:lstStyle>
            <a:lvl1pPr>
              <a:defRPr sz="600" b="0" i="0">
                <a:solidFill>
                  <a:srgbClr val="8E0000"/>
                </a:solidFill>
                <a:latin typeface="Times New Roman"/>
                <a:cs typeface="Times New Roman"/>
              </a:defRPr>
            </a:lvl1pPr>
          </a:lstStyle>
          <a:p>
            <a:pPr marL="12700">
              <a:lnSpc>
                <a:spcPts val="700"/>
              </a:lnSpc>
            </a:pPr>
            <a:r>
              <a:rPr spc="-5" dirty="0"/>
              <a:t>Econometrics</a:t>
            </a:r>
            <a:r>
              <a:rPr spc="-70" dirty="0"/>
              <a:t> </a:t>
            </a:r>
            <a:r>
              <a:rPr spc="-5" dirty="0"/>
              <a:t>I</a:t>
            </a:r>
          </a:p>
        </p:txBody>
      </p:sp>
      <p:sp>
        <p:nvSpPr>
          <p:cNvPr id="5" name="Holder 5"/>
          <p:cNvSpPr>
            <a:spLocks noGrp="1"/>
          </p:cNvSpPr>
          <p:nvPr>
            <p:ph type="sldNum" sz="quarter" idx="7"/>
          </p:nvPr>
        </p:nvSpPr>
        <p:spPr/>
        <p:txBody>
          <a:bodyPr lIns="0" tIns="0" rIns="0" bIns="0"/>
          <a:lstStyle>
            <a:lvl1pPr>
              <a:defRPr sz="600" b="0" i="0">
                <a:solidFill>
                  <a:srgbClr val="7A0000"/>
                </a:solidFill>
                <a:latin typeface="Times New Roman"/>
                <a:cs typeface="Times New Roman"/>
              </a:defRPr>
            </a:lvl1pPr>
          </a:lstStyle>
          <a:p>
            <a:pPr marL="63500">
              <a:lnSpc>
                <a:spcPts val="700"/>
              </a:lnSpc>
            </a:pPr>
            <a:fld id="{81D60167-4931-47E6-BA6A-407CBD079E47}" type="slidenum">
              <a:rPr spc="-5" dirty="0"/>
              <a:t>‹#›</a:t>
            </a:fld>
            <a:r>
              <a:rPr spc="-5" dirty="0"/>
              <a:t> /</a:t>
            </a:r>
            <a:r>
              <a:rPr spc="-80" dirty="0"/>
              <a:t> </a:t>
            </a:r>
            <a:r>
              <a:rPr spc="-5" dirty="0"/>
              <a:t>43</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空白">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152" y="533"/>
            <a:ext cx="4608830" cy="3456940"/>
          </a:xfrm>
          <a:custGeom>
            <a:avLst/>
            <a:gdLst/>
            <a:ahLst/>
            <a:cxnLst/>
            <a:rect l="l" t="t" r="r" b="b"/>
            <a:pathLst>
              <a:path w="4608830" h="3456940">
                <a:moveTo>
                  <a:pt x="0" y="3456432"/>
                </a:moveTo>
                <a:lnTo>
                  <a:pt x="4608576" y="3456432"/>
                </a:lnTo>
                <a:lnTo>
                  <a:pt x="4608576" y="0"/>
                </a:lnTo>
                <a:lnTo>
                  <a:pt x="0" y="0"/>
                </a:lnTo>
                <a:lnTo>
                  <a:pt x="0" y="3456432"/>
                </a:lnTo>
                <a:close/>
              </a:path>
            </a:pathLst>
          </a:custGeom>
          <a:solidFill>
            <a:srgbClr val="FEFEFE"/>
          </a:solidFill>
        </p:spPr>
        <p:txBody>
          <a:bodyPr wrap="square" lIns="0" tIns="0" rIns="0" bIns="0" rtlCol="0"/>
          <a:lstStyle/>
          <a:p>
            <a:endParaRPr/>
          </a:p>
        </p:txBody>
      </p:sp>
      <p:sp>
        <p:nvSpPr>
          <p:cNvPr id="17" name="bk object 17"/>
          <p:cNvSpPr/>
          <p:nvPr/>
        </p:nvSpPr>
        <p:spPr>
          <a:xfrm>
            <a:off x="3095104" y="3260877"/>
            <a:ext cx="43180" cy="30480"/>
          </a:xfrm>
          <a:custGeom>
            <a:avLst/>
            <a:gdLst/>
            <a:ahLst/>
            <a:cxnLst/>
            <a:rect l="l" t="t" r="r" b="b"/>
            <a:pathLst>
              <a:path w="43180" h="30479">
                <a:moveTo>
                  <a:pt x="0" y="30365"/>
                </a:moveTo>
                <a:lnTo>
                  <a:pt x="43021" y="30365"/>
                </a:lnTo>
                <a:lnTo>
                  <a:pt x="43021" y="0"/>
                </a:lnTo>
                <a:lnTo>
                  <a:pt x="0" y="0"/>
                </a:lnTo>
                <a:lnTo>
                  <a:pt x="0" y="30365"/>
                </a:lnTo>
                <a:close/>
              </a:path>
            </a:pathLst>
          </a:custGeom>
          <a:ln w="5060">
            <a:solidFill>
              <a:srgbClr val="ADADE0"/>
            </a:solidFill>
          </a:ln>
        </p:spPr>
        <p:txBody>
          <a:bodyPr wrap="square" lIns="0" tIns="0" rIns="0" bIns="0" rtlCol="0"/>
          <a:lstStyle/>
          <a:p>
            <a:endParaRPr/>
          </a:p>
        </p:txBody>
      </p:sp>
      <p:sp>
        <p:nvSpPr>
          <p:cNvPr id="18" name="bk object 18"/>
          <p:cNvSpPr/>
          <p:nvPr/>
        </p:nvSpPr>
        <p:spPr>
          <a:xfrm>
            <a:off x="3015488" y="3256913"/>
            <a:ext cx="25400" cy="38100"/>
          </a:xfrm>
          <a:custGeom>
            <a:avLst/>
            <a:gdLst/>
            <a:ahLst/>
            <a:cxnLst/>
            <a:rect l="l" t="t" r="r" b="b"/>
            <a:pathLst>
              <a:path w="25400" h="38100">
                <a:moveTo>
                  <a:pt x="25400" y="0"/>
                </a:moveTo>
                <a:lnTo>
                  <a:pt x="0" y="19050"/>
                </a:lnTo>
                <a:lnTo>
                  <a:pt x="25400" y="38100"/>
                </a:lnTo>
                <a:lnTo>
                  <a:pt x="25400" y="0"/>
                </a:lnTo>
                <a:close/>
              </a:path>
            </a:pathLst>
          </a:custGeom>
          <a:solidFill>
            <a:srgbClr val="D6D6EF"/>
          </a:solidFill>
        </p:spPr>
        <p:txBody>
          <a:bodyPr wrap="square" lIns="0" tIns="0" rIns="0" bIns="0" rtlCol="0"/>
          <a:lstStyle/>
          <a:p>
            <a:endParaRPr/>
          </a:p>
        </p:txBody>
      </p:sp>
      <p:sp>
        <p:nvSpPr>
          <p:cNvPr id="19" name="bk object 19"/>
          <p:cNvSpPr/>
          <p:nvPr/>
        </p:nvSpPr>
        <p:spPr>
          <a:xfrm>
            <a:off x="3193288" y="3256913"/>
            <a:ext cx="25400" cy="38100"/>
          </a:xfrm>
          <a:custGeom>
            <a:avLst/>
            <a:gdLst/>
            <a:ahLst/>
            <a:cxnLst/>
            <a:rect l="l" t="t" r="r" b="b"/>
            <a:pathLst>
              <a:path w="25400" h="38100">
                <a:moveTo>
                  <a:pt x="0" y="0"/>
                </a:moveTo>
                <a:lnTo>
                  <a:pt x="0" y="38100"/>
                </a:lnTo>
                <a:lnTo>
                  <a:pt x="25400" y="19050"/>
                </a:lnTo>
                <a:lnTo>
                  <a:pt x="0" y="0"/>
                </a:lnTo>
                <a:close/>
              </a:path>
            </a:pathLst>
          </a:custGeom>
          <a:solidFill>
            <a:srgbClr val="D6D6EF"/>
          </a:solidFill>
        </p:spPr>
        <p:txBody>
          <a:bodyPr wrap="square" lIns="0" tIns="0" rIns="0" bIns="0" rtlCol="0"/>
          <a:lstStyle/>
          <a:p>
            <a:endParaRPr/>
          </a:p>
        </p:txBody>
      </p:sp>
      <p:sp>
        <p:nvSpPr>
          <p:cNvPr id="20" name="bk object 20"/>
          <p:cNvSpPr/>
          <p:nvPr/>
        </p:nvSpPr>
        <p:spPr>
          <a:xfrm>
            <a:off x="3345357" y="3270998"/>
            <a:ext cx="43180" cy="30480"/>
          </a:xfrm>
          <a:custGeom>
            <a:avLst/>
            <a:gdLst/>
            <a:ahLst/>
            <a:cxnLst/>
            <a:rect l="l" t="t" r="r" b="b"/>
            <a:pathLst>
              <a:path w="43179" h="30479">
                <a:moveTo>
                  <a:pt x="0" y="30365"/>
                </a:moveTo>
                <a:lnTo>
                  <a:pt x="43014" y="30365"/>
                </a:lnTo>
                <a:lnTo>
                  <a:pt x="43014" y="0"/>
                </a:lnTo>
                <a:lnTo>
                  <a:pt x="0" y="0"/>
                </a:lnTo>
                <a:lnTo>
                  <a:pt x="0" y="30365"/>
                </a:lnTo>
                <a:close/>
              </a:path>
            </a:pathLst>
          </a:custGeom>
          <a:ln w="5060">
            <a:solidFill>
              <a:srgbClr val="ADADE0"/>
            </a:solidFill>
          </a:ln>
        </p:spPr>
        <p:txBody>
          <a:bodyPr wrap="square" lIns="0" tIns="0" rIns="0" bIns="0" rtlCol="0"/>
          <a:lstStyle/>
          <a:p>
            <a:endParaRPr/>
          </a:p>
        </p:txBody>
      </p:sp>
      <p:sp>
        <p:nvSpPr>
          <p:cNvPr id="21" name="bk object 21"/>
          <p:cNvSpPr/>
          <p:nvPr/>
        </p:nvSpPr>
        <p:spPr>
          <a:xfrm>
            <a:off x="3355847" y="3260723"/>
            <a:ext cx="43180" cy="30480"/>
          </a:xfrm>
          <a:custGeom>
            <a:avLst/>
            <a:gdLst/>
            <a:ahLst/>
            <a:cxnLst/>
            <a:rect l="l" t="t" r="r" b="b"/>
            <a:pathLst>
              <a:path w="43179" h="30479">
                <a:moveTo>
                  <a:pt x="0" y="10160"/>
                </a:moveTo>
                <a:lnTo>
                  <a:pt x="0" y="0"/>
                </a:lnTo>
                <a:lnTo>
                  <a:pt x="43180" y="0"/>
                </a:lnTo>
                <a:lnTo>
                  <a:pt x="43180" y="30480"/>
                </a:lnTo>
                <a:lnTo>
                  <a:pt x="33020" y="30480"/>
                </a:lnTo>
              </a:path>
            </a:pathLst>
          </a:custGeom>
          <a:ln w="5060">
            <a:solidFill>
              <a:srgbClr val="ADADE0"/>
            </a:solidFill>
          </a:ln>
        </p:spPr>
        <p:txBody>
          <a:bodyPr wrap="square" lIns="0" tIns="0" rIns="0" bIns="0" rtlCol="0"/>
          <a:lstStyle/>
          <a:p>
            <a:endParaRPr/>
          </a:p>
        </p:txBody>
      </p:sp>
      <p:sp>
        <p:nvSpPr>
          <p:cNvPr id="22" name="bk object 22"/>
          <p:cNvSpPr/>
          <p:nvPr/>
        </p:nvSpPr>
        <p:spPr>
          <a:xfrm>
            <a:off x="3366008" y="3250563"/>
            <a:ext cx="43180" cy="30480"/>
          </a:xfrm>
          <a:custGeom>
            <a:avLst/>
            <a:gdLst/>
            <a:ahLst/>
            <a:cxnLst/>
            <a:rect l="l" t="t" r="r" b="b"/>
            <a:pathLst>
              <a:path w="43179" h="30479">
                <a:moveTo>
                  <a:pt x="0" y="10160"/>
                </a:moveTo>
                <a:lnTo>
                  <a:pt x="0" y="0"/>
                </a:lnTo>
                <a:lnTo>
                  <a:pt x="43180" y="0"/>
                </a:lnTo>
                <a:lnTo>
                  <a:pt x="43180" y="30480"/>
                </a:lnTo>
                <a:lnTo>
                  <a:pt x="33020" y="30480"/>
                </a:lnTo>
              </a:path>
            </a:pathLst>
          </a:custGeom>
          <a:ln w="5060">
            <a:solidFill>
              <a:srgbClr val="ADADE0"/>
            </a:solidFill>
          </a:ln>
        </p:spPr>
        <p:txBody>
          <a:bodyPr wrap="square" lIns="0" tIns="0" rIns="0" bIns="0" rtlCol="0"/>
          <a:lstStyle/>
          <a:p>
            <a:endParaRPr/>
          </a:p>
        </p:txBody>
      </p:sp>
      <p:sp>
        <p:nvSpPr>
          <p:cNvPr id="23" name="bk object 23"/>
          <p:cNvSpPr/>
          <p:nvPr/>
        </p:nvSpPr>
        <p:spPr>
          <a:xfrm>
            <a:off x="3282188" y="3256913"/>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0" y="0"/>
                </a:moveTo>
                <a:lnTo>
                  <a:pt x="177800" y="38100"/>
                </a:lnTo>
                <a:lnTo>
                  <a:pt x="203200" y="19050"/>
                </a:lnTo>
                <a:lnTo>
                  <a:pt x="177800" y="0"/>
                </a:lnTo>
                <a:close/>
              </a:path>
            </a:pathLst>
          </a:custGeom>
          <a:solidFill>
            <a:srgbClr val="D6D6EF"/>
          </a:solidFill>
        </p:spPr>
        <p:txBody>
          <a:bodyPr wrap="square" lIns="0" tIns="0" rIns="0" bIns="0" rtlCol="0"/>
          <a:lstStyle/>
          <a:p>
            <a:endParaRPr/>
          </a:p>
        </p:txBody>
      </p:sp>
      <p:sp>
        <p:nvSpPr>
          <p:cNvPr id="24" name="bk object 24"/>
          <p:cNvSpPr/>
          <p:nvPr/>
        </p:nvSpPr>
        <p:spPr>
          <a:xfrm>
            <a:off x="3636264" y="3263263"/>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25" name="bk object 25"/>
          <p:cNvSpPr/>
          <p:nvPr/>
        </p:nvSpPr>
        <p:spPr>
          <a:xfrm>
            <a:off x="3547364" y="3256913"/>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0" y="0"/>
                </a:moveTo>
                <a:lnTo>
                  <a:pt x="177800" y="38100"/>
                </a:lnTo>
                <a:lnTo>
                  <a:pt x="203200" y="19050"/>
                </a:lnTo>
                <a:lnTo>
                  <a:pt x="177800" y="0"/>
                </a:lnTo>
                <a:close/>
              </a:path>
            </a:pathLst>
          </a:custGeom>
          <a:solidFill>
            <a:srgbClr val="D6D6EF"/>
          </a:solidFill>
        </p:spPr>
        <p:txBody>
          <a:bodyPr wrap="square" lIns="0" tIns="0" rIns="0" bIns="0" rtlCol="0"/>
          <a:lstStyle/>
          <a:p>
            <a:endParaRPr/>
          </a:p>
        </p:txBody>
      </p:sp>
      <p:sp>
        <p:nvSpPr>
          <p:cNvPr id="26" name="bk object 26"/>
          <p:cNvSpPr/>
          <p:nvPr/>
        </p:nvSpPr>
        <p:spPr>
          <a:xfrm>
            <a:off x="3623564" y="3250563"/>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27" name="bk object 27"/>
          <p:cNvSpPr/>
          <p:nvPr/>
        </p:nvSpPr>
        <p:spPr>
          <a:xfrm>
            <a:off x="3636264" y="3275963"/>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28" name="bk object 28"/>
          <p:cNvSpPr/>
          <p:nvPr/>
        </p:nvSpPr>
        <p:spPr>
          <a:xfrm>
            <a:off x="3623564" y="3288663"/>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29" name="bk object 29"/>
          <p:cNvSpPr/>
          <p:nvPr/>
        </p:nvSpPr>
        <p:spPr>
          <a:xfrm>
            <a:off x="3636264" y="3301363"/>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30" name="bk object 30"/>
          <p:cNvSpPr/>
          <p:nvPr/>
        </p:nvSpPr>
        <p:spPr>
          <a:xfrm>
            <a:off x="3888740" y="3250563"/>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31" name="bk object 31"/>
          <p:cNvSpPr/>
          <p:nvPr/>
        </p:nvSpPr>
        <p:spPr>
          <a:xfrm>
            <a:off x="3901440" y="3263263"/>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32" name="bk object 32"/>
          <p:cNvSpPr/>
          <p:nvPr/>
        </p:nvSpPr>
        <p:spPr>
          <a:xfrm>
            <a:off x="3901440" y="3275963"/>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33" name="bk object 33"/>
          <p:cNvSpPr/>
          <p:nvPr/>
        </p:nvSpPr>
        <p:spPr>
          <a:xfrm>
            <a:off x="3812540" y="3256913"/>
            <a:ext cx="203200" cy="38100"/>
          </a:xfrm>
          <a:custGeom>
            <a:avLst/>
            <a:gdLst/>
            <a:ahLst/>
            <a:cxnLst/>
            <a:rect l="l" t="t" r="r" b="b"/>
            <a:pathLst>
              <a:path w="203200" h="38100">
                <a:moveTo>
                  <a:pt x="25400" y="0"/>
                </a:moveTo>
                <a:lnTo>
                  <a:pt x="0" y="19050"/>
                </a:lnTo>
                <a:lnTo>
                  <a:pt x="25400" y="38100"/>
                </a:lnTo>
                <a:lnTo>
                  <a:pt x="25400" y="0"/>
                </a:lnTo>
                <a:close/>
              </a:path>
              <a:path w="203200" h="38100">
                <a:moveTo>
                  <a:pt x="177800" y="0"/>
                </a:moveTo>
                <a:lnTo>
                  <a:pt x="177800" y="38100"/>
                </a:lnTo>
                <a:lnTo>
                  <a:pt x="203200" y="19050"/>
                </a:lnTo>
                <a:lnTo>
                  <a:pt x="177800" y="0"/>
                </a:lnTo>
                <a:close/>
              </a:path>
            </a:pathLst>
          </a:custGeom>
          <a:solidFill>
            <a:srgbClr val="D6D6EF"/>
          </a:solidFill>
        </p:spPr>
        <p:txBody>
          <a:bodyPr wrap="square" lIns="0" tIns="0" rIns="0" bIns="0" rtlCol="0"/>
          <a:lstStyle/>
          <a:p>
            <a:endParaRPr/>
          </a:p>
        </p:txBody>
      </p:sp>
      <p:sp>
        <p:nvSpPr>
          <p:cNvPr id="34" name="bk object 34"/>
          <p:cNvSpPr/>
          <p:nvPr/>
        </p:nvSpPr>
        <p:spPr>
          <a:xfrm>
            <a:off x="3888740" y="3288663"/>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35" name="bk object 35"/>
          <p:cNvSpPr/>
          <p:nvPr/>
        </p:nvSpPr>
        <p:spPr>
          <a:xfrm>
            <a:off x="3901440" y="3301363"/>
            <a:ext cx="38100" cy="0"/>
          </a:xfrm>
          <a:custGeom>
            <a:avLst/>
            <a:gdLst/>
            <a:ahLst/>
            <a:cxnLst/>
            <a:rect l="l" t="t" r="r" b="b"/>
            <a:pathLst>
              <a:path w="38100">
                <a:moveTo>
                  <a:pt x="0" y="0"/>
                </a:moveTo>
                <a:lnTo>
                  <a:pt x="38100" y="0"/>
                </a:lnTo>
              </a:path>
            </a:pathLst>
          </a:custGeom>
          <a:ln w="7591">
            <a:solidFill>
              <a:srgbClr val="D6D6EF"/>
            </a:solidFill>
          </a:ln>
        </p:spPr>
        <p:txBody>
          <a:bodyPr wrap="square" lIns="0" tIns="0" rIns="0" bIns="0" rtlCol="0"/>
          <a:lstStyle/>
          <a:p>
            <a:endParaRPr/>
          </a:p>
        </p:txBody>
      </p:sp>
      <p:sp>
        <p:nvSpPr>
          <p:cNvPr id="36" name="bk object 36"/>
          <p:cNvSpPr/>
          <p:nvPr/>
        </p:nvSpPr>
        <p:spPr>
          <a:xfrm>
            <a:off x="4155440" y="3250563"/>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37" name="bk object 37"/>
          <p:cNvSpPr/>
          <p:nvPr/>
        </p:nvSpPr>
        <p:spPr>
          <a:xfrm>
            <a:off x="4168140" y="3263263"/>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38" name="bk object 38"/>
          <p:cNvSpPr/>
          <p:nvPr/>
        </p:nvSpPr>
        <p:spPr>
          <a:xfrm>
            <a:off x="4168140" y="3275963"/>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39" name="bk object 39"/>
          <p:cNvSpPr/>
          <p:nvPr/>
        </p:nvSpPr>
        <p:spPr>
          <a:xfrm>
            <a:off x="4155440" y="3288663"/>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40" name="bk object 40"/>
          <p:cNvSpPr/>
          <p:nvPr/>
        </p:nvSpPr>
        <p:spPr>
          <a:xfrm>
            <a:off x="4168140" y="3301363"/>
            <a:ext cx="38100" cy="0"/>
          </a:xfrm>
          <a:custGeom>
            <a:avLst/>
            <a:gdLst/>
            <a:ahLst/>
            <a:cxnLst/>
            <a:rect l="l" t="t" r="r" b="b"/>
            <a:pathLst>
              <a:path w="38100">
                <a:moveTo>
                  <a:pt x="0" y="0"/>
                </a:moveTo>
                <a:lnTo>
                  <a:pt x="38100" y="0"/>
                </a:lnTo>
              </a:path>
            </a:pathLst>
          </a:custGeom>
          <a:ln w="7591">
            <a:solidFill>
              <a:srgbClr val="ADADE0"/>
            </a:solidFill>
          </a:ln>
        </p:spPr>
        <p:txBody>
          <a:bodyPr wrap="square" lIns="0" tIns="0" rIns="0" bIns="0" rtlCol="0"/>
          <a:lstStyle/>
          <a:p>
            <a:endParaRPr/>
          </a:p>
        </p:txBody>
      </p:sp>
      <p:sp>
        <p:nvSpPr>
          <p:cNvPr id="41" name="bk object 41"/>
          <p:cNvSpPr/>
          <p:nvPr/>
        </p:nvSpPr>
        <p:spPr>
          <a:xfrm>
            <a:off x="4451096" y="3281043"/>
            <a:ext cx="20320" cy="20320"/>
          </a:xfrm>
          <a:custGeom>
            <a:avLst/>
            <a:gdLst/>
            <a:ahLst/>
            <a:cxnLst/>
            <a:rect l="l" t="t" r="r" b="b"/>
            <a:pathLst>
              <a:path w="20320" h="20320">
                <a:moveTo>
                  <a:pt x="0" y="0"/>
                </a:moveTo>
                <a:lnTo>
                  <a:pt x="20320" y="20320"/>
                </a:lnTo>
              </a:path>
            </a:pathLst>
          </a:custGeom>
          <a:ln w="7591">
            <a:solidFill>
              <a:srgbClr val="ADADE0"/>
            </a:solidFill>
          </a:ln>
        </p:spPr>
        <p:txBody>
          <a:bodyPr wrap="square" lIns="0" tIns="0" rIns="0" bIns="0" rtlCol="0"/>
          <a:lstStyle/>
          <a:p>
            <a:endParaRPr/>
          </a:p>
        </p:txBody>
      </p:sp>
      <p:sp>
        <p:nvSpPr>
          <p:cNvPr id="42" name="bk object 42"/>
          <p:cNvSpPr/>
          <p:nvPr/>
        </p:nvSpPr>
        <p:spPr>
          <a:xfrm>
            <a:off x="4424032" y="3254547"/>
            <a:ext cx="30480" cy="30480"/>
          </a:xfrm>
          <a:custGeom>
            <a:avLst/>
            <a:gdLst/>
            <a:ahLst/>
            <a:cxnLst/>
            <a:rect l="l" t="t" r="r" b="b"/>
            <a:pathLst>
              <a:path w="30479" h="30479">
                <a:moveTo>
                  <a:pt x="30365" y="15185"/>
                </a:moveTo>
                <a:lnTo>
                  <a:pt x="30365" y="6800"/>
                </a:lnTo>
                <a:lnTo>
                  <a:pt x="23571" y="0"/>
                </a:lnTo>
                <a:lnTo>
                  <a:pt x="15189" y="0"/>
                </a:lnTo>
                <a:lnTo>
                  <a:pt x="6794" y="0"/>
                </a:lnTo>
                <a:lnTo>
                  <a:pt x="0" y="6800"/>
                </a:lnTo>
                <a:lnTo>
                  <a:pt x="0" y="15185"/>
                </a:lnTo>
                <a:lnTo>
                  <a:pt x="0" y="23569"/>
                </a:lnTo>
                <a:lnTo>
                  <a:pt x="6794" y="30370"/>
                </a:lnTo>
                <a:lnTo>
                  <a:pt x="15189" y="30370"/>
                </a:lnTo>
                <a:lnTo>
                  <a:pt x="23571" y="30370"/>
                </a:lnTo>
                <a:lnTo>
                  <a:pt x="30365" y="23569"/>
                </a:lnTo>
                <a:lnTo>
                  <a:pt x="30365" y="15185"/>
                </a:lnTo>
                <a:close/>
              </a:path>
            </a:pathLst>
          </a:custGeom>
          <a:ln w="5060">
            <a:solidFill>
              <a:srgbClr val="ADADE0"/>
            </a:solidFill>
          </a:ln>
        </p:spPr>
        <p:txBody>
          <a:bodyPr wrap="square" lIns="0" tIns="0" rIns="0" bIns="0" rtlCol="0"/>
          <a:lstStyle/>
          <a:p>
            <a:endParaRPr/>
          </a:p>
        </p:txBody>
      </p:sp>
      <p:sp>
        <p:nvSpPr>
          <p:cNvPr id="43" name="bk object 43"/>
          <p:cNvSpPr/>
          <p:nvPr/>
        </p:nvSpPr>
        <p:spPr>
          <a:xfrm>
            <a:off x="4344416" y="3250563"/>
            <a:ext cx="50800" cy="50800"/>
          </a:xfrm>
          <a:custGeom>
            <a:avLst/>
            <a:gdLst/>
            <a:ahLst/>
            <a:cxnLst/>
            <a:rect l="l" t="t" r="r" b="b"/>
            <a:pathLst>
              <a:path w="50800" h="50800">
                <a:moveTo>
                  <a:pt x="25400" y="50800"/>
                </a:moveTo>
                <a:lnTo>
                  <a:pt x="50800" y="25400"/>
                </a:lnTo>
                <a:lnTo>
                  <a:pt x="50388" y="20849"/>
                </a:lnTo>
                <a:lnTo>
                  <a:pt x="25400" y="0"/>
                </a:lnTo>
                <a:lnTo>
                  <a:pt x="20849" y="411"/>
                </a:lnTo>
                <a:lnTo>
                  <a:pt x="411" y="20849"/>
                </a:lnTo>
                <a:lnTo>
                  <a:pt x="0" y="25400"/>
                </a:lnTo>
              </a:path>
            </a:pathLst>
          </a:custGeom>
          <a:ln w="5060">
            <a:solidFill>
              <a:srgbClr val="ADADE0"/>
            </a:solidFill>
          </a:ln>
        </p:spPr>
        <p:txBody>
          <a:bodyPr wrap="square" lIns="0" tIns="0" rIns="0" bIns="0" rtlCol="0"/>
          <a:lstStyle/>
          <a:p>
            <a:endParaRPr/>
          </a:p>
        </p:txBody>
      </p:sp>
      <p:sp>
        <p:nvSpPr>
          <p:cNvPr id="44" name="bk object 44"/>
          <p:cNvSpPr/>
          <p:nvPr/>
        </p:nvSpPr>
        <p:spPr>
          <a:xfrm>
            <a:off x="4329176" y="3268343"/>
            <a:ext cx="30480" cy="12700"/>
          </a:xfrm>
          <a:custGeom>
            <a:avLst/>
            <a:gdLst/>
            <a:ahLst/>
            <a:cxnLst/>
            <a:rect l="l" t="t" r="r" b="b"/>
            <a:pathLst>
              <a:path w="30479" h="12700">
                <a:moveTo>
                  <a:pt x="30480" y="0"/>
                </a:moveTo>
                <a:lnTo>
                  <a:pt x="15240" y="12700"/>
                </a:lnTo>
                <a:lnTo>
                  <a:pt x="0" y="0"/>
                </a:lnTo>
              </a:path>
            </a:pathLst>
          </a:custGeom>
          <a:ln w="5060">
            <a:solidFill>
              <a:srgbClr val="ADADE0"/>
            </a:solidFill>
          </a:ln>
        </p:spPr>
        <p:txBody>
          <a:bodyPr wrap="square" lIns="0" tIns="0" rIns="0" bIns="0" rtlCol="0"/>
          <a:lstStyle/>
          <a:p>
            <a:endParaRPr/>
          </a:p>
        </p:txBody>
      </p:sp>
      <p:sp>
        <p:nvSpPr>
          <p:cNvPr id="45" name="bk object 45"/>
          <p:cNvSpPr/>
          <p:nvPr/>
        </p:nvSpPr>
        <p:spPr>
          <a:xfrm>
            <a:off x="4496816" y="3250563"/>
            <a:ext cx="50800" cy="50800"/>
          </a:xfrm>
          <a:custGeom>
            <a:avLst/>
            <a:gdLst/>
            <a:ahLst/>
            <a:cxnLst/>
            <a:rect l="l" t="t" r="r" b="b"/>
            <a:pathLst>
              <a:path w="50800" h="50800">
                <a:moveTo>
                  <a:pt x="25400" y="50800"/>
                </a:moveTo>
                <a:lnTo>
                  <a:pt x="0" y="25400"/>
                </a:lnTo>
                <a:lnTo>
                  <a:pt x="411" y="20849"/>
                </a:lnTo>
                <a:lnTo>
                  <a:pt x="25400" y="0"/>
                </a:lnTo>
                <a:lnTo>
                  <a:pt x="29950" y="411"/>
                </a:lnTo>
                <a:lnTo>
                  <a:pt x="50388" y="20849"/>
                </a:lnTo>
                <a:lnTo>
                  <a:pt x="50800" y="25400"/>
                </a:lnTo>
              </a:path>
            </a:pathLst>
          </a:custGeom>
          <a:ln w="5060">
            <a:solidFill>
              <a:srgbClr val="ADADE0"/>
            </a:solidFill>
          </a:ln>
        </p:spPr>
        <p:txBody>
          <a:bodyPr wrap="square" lIns="0" tIns="0" rIns="0" bIns="0" rtlCol="0"/>
          <a:lstStyle/>
          <a:p>
            <a:endParaRPr/>
          </a:p>
        </p:txBody>
      </p:sp>
      <p:sp>
        <p:nvSpPr>
          <p:cNvPr id="46" name="bk object 46"/>
          <p:cNvSpPr/>
          <p:nvPr/>
        </p:nvSpPr>
        <p:spPr>
          <a:xfrm>
            <a:off x="4532376" y="3268343"/>
            <a:ext cx="30480" cy="12700"/>
          </a:xfrm>
          <a:custGeom>
            <a:avLst/>
            <a:gdLst/>
            <a:ahLst/>
            <a:cxnLst/>
            <a:rect l="l" t="t" r="r" b="b"/>
            <a:pathLst>
              <a:path w="30479" h="12700">
                <a:moveTo>
                  <a:pt x="30480" y="0"/>
                </a:moveTo>
                <a:lnTo>
                  <a:pt x="15240" y="12700"/>
                </a:lnTo>
                <a:lnTo>
                  <a:pt x="0" y="0"/>
                </a:lnTo>
              </a:path>
            </a:pathLst>
          </a:custGeom>
          <a:ln w="5060">
            <a:solidFill>
              <a:srgbClr val="ADADE0"/>
            </a:solidFill>
          </a:ln>
        </p:spPr>
        <p:txBody>
          <a:bodyPr wrap="square" lIns="0" tIns="0" rIns="0" bIns="0" rtlCol="0"/>
          <a:lstStyle/>
          <a:p>
            <a:endParaRPr/>
          </a:p>
        </p:txBody>
      </p:sp>
      <p:sp>
        <p:nvSpPr>
          <p:cNvPr id="2" name="Holder 2"/>
          <p:cNvSpPr>
            <a:spLocks noGrp="1"/>
          </p:cNvSpPr>
          <p:nvPr>
            <p:ph type="ftr" sz="quarter" idx="5"/>
          </p:nvPr>
        </p:nvSpPr>
        <p:spPr/>
        <p:txBody>
          <a:bodyPr lIns="0" tIns="0" rIns="0" bIns="0"/>
          <a:lstStyle>
            <a:lvl1pPr>
              <a:defRPr sz="600" b="0" i="0">
                <a:solidFill>
                  <a:srgbClr val="7A0000"/>
                </a:solidFill>
                <a:latin typeface="Times New Roman"/>
                <a:cs typeface="Times New Roman"/>
              </a:defRPr>
            </a:lvl1pPr>
          </a:lstStyle>
          <a:p>
            <a:pPr marL="12700">
              <a:lnSpc>
                <a:spcPts val="700"/>
              </a:lnSpc>
            </a:pPr>
            <a:r>
              <a:rPr spc="-5" dirty="0"/>
              <a:t>2014-October</a:t>
            </a:r>
          </a:p>
        </p:txBody>
      </p:sp>
      <p:sp>
        <p:nvSpPr>
          <p:cNvPr id="3" name="Holder 3"/>
          <p:cNvSpPr>
            <a:spLocks noGrp="1"/>
          </p:cNvSpPr>
          <p:nvPr>
            <p:ph type="dt" sz="half" idx="6"/>
          </p:nvPr>
        </p:nvSpPr>
        <p:spPr/>
        <p:txBody>
          <a:bodyPr lIns="0" tIns="0" rIns="0" bIns="0"/>
          <a:lstStyle>
            <a:lvl1pPr>
              <a:defRPr sz="600" b="0" i="0">
                <a:solidFill>
                  <a:srgbClr val="8E0000"/>
                </a:solidFill>
                <a:latin typeface="Times New Roman"/>
                <a:cs typeface="Times New Roman"/>
              </a:defRPr>
            </a:lvl1pPr>
          </a:lstStyle>
          <a:p>
            <a:pPr marL="12700">
              <a:lnSpc>
                <a:spcPts val="700"/>
              </a:lnSpc>
            </a:pPr>
            <a:r>
              <a:rPr spc="-5" dirty="0"/>
              <a:t>Econometrics</a:t>
            </a:r>
            <a:r>
              <a:rPr spc="-70" dirty="0"/>
              <a:t> </a:t>
            </a:r>
            <a:r>
              <a:rPr spc="-5" dirty="0"/>
              <a:t>I</a:t>
            </a:r>
          </a:p>
        </p:txBody>
      </p:sp>
      <p:sp>
        <p:nvSpPr>
          <p:cNvPr id="4" name="Holder 4"/>
          <p:cNvSpPr>
            <a:spLocks noGrp="1"/>
          </p:cNvSpPr>
          <p:nvPr>
            <p:ph type="sldNum" sz="quarter" idx="7"/>
          </p:nvPr>
        </p:nvSpPr>
        <p:spPr/>
        <p:txBody>
          <a:bodyPr lIns="0" tIns="0" rIns="0" bIns="0"/>
          <a:lstStyle>
            <a:lvl1pPr>
              <a:defRPr sz="600" b="0" i="0">
                <a:solidFill>
                  <a:srgbClr val="7A0000"/>
                </a:solidFill>
                <a:latin typeface="Times New Roman"/>
                <a:cs typeface="Times New Roman"/>
              </a:defRPr>
            </a:lvl1pPr>
          </a:lstStyle>
          <a:p>
            <a:pPr marL="63500">
              <a:lnSpc>
                <a:spcPts val="700"/>
              </a:lnSpc>
            </a:pPr>
            <a:fld id="{81D60167-4931-47E6-BA6A-407CBD079E47}" type="slidenum">
              <a:rPr spc="-5" dirty="0"/>
              <a:t>‹#›</a:t>
            </a:fld>
            <a:r>
              <a:rPr spc="-5" dirty="0"/>
              <a:t> /</a:t>
            </a:r>
            <a:r>
              <a:rPr spc="-80" dirty="0"/>
              <a:t> </a:t>
            </a:r>
            <a:r>
              <a:rPr spc="-5" dirty="0"/>
              <a:t>43</a:t>
            </a: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PhAnim="0" type="title" preserve="1">
  <p:cSld name="标题幻灯片">
    <p:spTree>
      <p:nvGrpSpPr>
        <p:cNvPr id="1" name=""/>
        <p:cNvGrpSpPr/>
        <p:nvPr/>
      </p:nvGrpSpPr>
      <p:grpSpPr>
        <a:xfrm>
          <a:off x="0" y="0"/>
          <a:ext cx="0" cy="0"/>
          <a:chOff x="0" y="0"/>
          <a:chExt cx="0" cy="0"/>
        </a:xfrm>
      </p:grpSpPr>
      <p:sp>
        <p:nvSpPr>
          <p:cNvPr id="2050" name="Rectangle 2">
            <a:extLst>
              <a:ext uri="{FF2B5EF4-FFF2-40B4-BE49-F238E27FC236}">
                <a16:creationId xmlns:a16="http://schemas.microsoft.com/office/drawing/2014/main" id="{41935A3D-9A84-C230-12CD-A3705EF384BE}"/>
              </a:ext>
            </a:extLst>
          </p:cNvPr>
          <p:cNvSpPr>
            <a:spLocks noGrp="1" noChangeArrowheads="1"/>
          </p:cNvSpPr>
          <p:nvPr>
            <p:ph type="ctrTitle"/>
          </p:nvPr>
        </p:nvSpPr>
        <p:spPr>
          <a:xfrm>
            <a:off x="0" y="746625"/>
            <a:ext cx="4610100" cy="741818"/>
          </a:xfrm>
        </p:spPr>
        <p:txBody>
          <a:bodyPr/>
          <a:lstStyle>
            <a:lvl1pPr>
              <a:lnSpc>
                <a:spcPct val="105000"/>
              </a:lnSpc>
              <a:defRPr>
                <a:solidFill>
                  <a:schemeClr val="bg1"/>
                </a:solidFill>
                <a:effectLst>
                  <a:outerShdw blurRad="38100" dist="38100" dir="2700000" algn="tl">
                    <a:srgbClr val="C0C0C0"/>
                  </a:outerShdw>
                </a:effectLst>
              </a:defRPr>
            </a:lvl1pPr>
          </a:lstStyle>
          <a:p>
            <a:pPr lvl="0"/>
            <a:endParaRPr lang="zh-CN" altLang="en-US" noProof="0"/>
          </a:p>
        </p:txBody>
      </p:sp>
      <p:sp>
        <p:nvSpPr>
          <p:cNvPr id="2051" name="Text Box 14">
            <a:extLst>
              <a:ext uri="{FF2B5EF4-FFF2-40B4-BE49-F238E27FC236}">
                <a16:creationId xmlns:a16="http://schemas.microsoft.com/office/drawing/2014/main" id="{491B5931-8231-4852-0BC5-B7E3C34E2E25}"/>
              </a:ext>
            </a:extLst>
          </p:cNvPr>
          <p:cNvSpPr txBox="1">
            <a:spLocks noChangeArrowheads="1"/>
          </p:cNvSpPr>
          <p:nvPr userDrawn="1"/>
        </p:nvSpPr>
        <p:spPr bwMode="auto">
          <a:xfrm>
            <a:off x="0" y="3252464"/>
            <a:ext cx="4610100" cy="2165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pPr algn="ctr">
              <a:spcBef>
                <a:spcPct val="50000"/>
              </a:spcBef>
            </a:pPr>
            <a:r>
              <a:rPr lang="en-US" altLang="zh-CN" sz="807" i="1">
                <a:solidFill>
                  <a:srgbClr val="969696"/>
                </a:solidFill>
                <a:latin typeface="Times New Roman" panose="02020603050405020304" pitchFamily="18" charset="0"/>
                <a:ea typeface="宋体" panose="02010600030101010101" pitchFamily="2" charset="-122"/>
              </a:rPr>
              <a:t>© 2009 South-Western, a part of Cengage Learning, all rights reserved</a:t>
            </a:r>
          </a:p>
        </p:txBody>
      </p:sp>
      <p:sp>
        <p:nvSpPr>
          <p:cNvPr id="2052" name="Rectangle 4">
            <a:extLst>
              <a:ext uri="{FF2B5EF4-FFF2-40B4-BE49-F238E27FC236}">
                <a16:creationId xmlns:a16="http://schemas.microsoft.com/office/drawing/2014/main" id="{19C8ED5A-B8BA-407F-1B8A-95BABBFD1137}"/>
              </a:ext>
            </a:extLst>
          </p:cNvPr>
          <p:cNvSpPr>
            <a:spLocks noGrp="1" noChangeArrowheads="1"/>
          </p:cNvSpPr>
          <p:nvPr>
            <p:ph type="subTitle" idx="1"/>
          </p:nvPr>
        </p:nvSpPr>
        <p:spPr>
          <a:xfrm>
            <a:off x="1002056" y="65690"/>
            <a:ext cx="614680" cy="499886"/>
          </a:xfrm>
        </p:spPr>
        <p:txBody>
          <a:bodyPr/>
          <a:lstStyle>
            <a:lvl1pPr marL="0" indent="0" algn="ctr">
              <a:buFont typeface="Wingdings" pitchFamily="2" charset="2"/>
              <a:buNone/>
              <a:defRPr sz="2924" i="1">
                <a:solidFill>
                  <a:srgbClr val="008080"/>
                </a:solidFill>
                <a:latin typeface="Tahoma" panose="020B0604030504040204" pitchFamily="34" charset="0"/>
              </a:defRPr>
            </a:lvl1pPr>
          </a:lstStyle>
          <a:p>
            <a:pPr lvl="0"/>
            <a:r>
              <a:rPr lang="en-US" altLang="zh-CN" noProof="0"/>
              <a:t>34</a:t>
            </a:r>
          </a:p>
        </p:txBody>
      </p:sp>
      <p:sp>
        <p:nvSpPr>
          <p:cNvPr id="2053" name="TextBox 6">
            <a:extLst>
              <a:ext uri="{FF2B5EF4-FFF2-40B4-BE49-F238E27FC236}">
                <a16:creationId xmlns:a16="http://schemas.microsoft.com/office/drawing/2014/main" id="{2E8F76B5-DB72-8047-3719-8D5532E00F05}"/>
              </a:ext>
            </a:extLst>
          </p:cNvPr>
          <p:cNvSpPr txBox="1">
            <a:spLocks noChangeArrowheads="1"/>
          </p:cNvSpPr>
          <p:nvPr userDrawn="1"/>
        </p:nvSpPr>
        <p:spPr bwMode="auto">
          <a:xfrm>
            <a:off x="164875" y="152209"/>
            <a:ext cx="987650" cy="4337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defRPr>
            </a:lvl1pPr>
            <a:lvl2pPr marL="742950" indent="-285750">
              <a:defRPr>
                <a:solidFill>
                  <a:schemeClr val="tx1"/>
                </a:solidFill>
                <a:latin typeface="Arial" panose="020B0604020202020204" pitchFamily="34" charset="0"/>
              </a:defRPr>
            </a:lvl2pPr>
            <a:lvl3pPr marL="1143000" indent="-228600">
              <a:defRPr>
                <a:solidFill>
                  <a:schemeClr val="tx1"/>
                </a:solidFill>
                <a:latin typeface="Arial" panose="020B0604020202020204" pitchFamily="34" charset="0"/>
              </a:defRPr>
            </a:lvl3pPr>
            <a:lvl4pPr marL="1600200" indent="-228600">
              <a:defRPr>
                <a:solidFill>
                  <a:schemeClr val="tx1"/>
                </a:solidFill>
                <a:latin typeface="Arial" panose="020B0604020202020204" pitchFamily="34" charset="0"/>
              </a:defRPr>
            </a:lvl4pPr>
            <a:lvl5pPr marL="2057400" indent="-228600">
              <a:defRPr>
                <a:solidFill>
                  <a:schemeClr val="tx1"/>
                </a:solidFill>
                <a:latin typeface="Arial" panose="020B0604020202020204" pitchFamily="34" charset="0"/>
              </a:defRPr>
            </a:lvl5pPr>
            <a:lvl6pPr marL="2514600" indent="-228600" fontAlgn="base">
              <a:spcBef>
                <a:spcPct val="0"/>
              </a:spcBef>
              <a:spcAft>
                <a:spcPct val="0"/>
              </a:spcAft>
              <a:defRPr>
                <a:solidFill>
                  <a:schemeClr val="tx1"/>
                </a:solidFill>
                <a:latin typeface="Arial" panose="020B0604020202020204" pitchFamily="34" charset="0"/>
              </a:defRPr>
            </a:lvl6pPr>
            <a:lvl7pPr marL="2971800" indent="-228600" fontAlgn="base">
              <a:spcBef>
                <a:spcPct val="0"/>
              </a:spcBef>
              <a:spcAft>
                <a:spcPct val="0"/>
              </a:spcAft>
              <a:defRPr>
                <a:solidFill>
                  <a:schemeClr val="tx1"/>
                </a:solidFill>
                <a:latin typeface="Arial" panose="020B0604020202020204" pitchFamily="34" charset="0"/>
              </a:defRPr>
            </a:lvl7pPr>
            <a:lvl8pPr marL="3429000" indent="-228600" fontAlgn="base">
              <a:spcBef>
                <a:spcPct val="0"/>
              </a:spcBef>
              <a:spcAft>
                <a:spcPct val="0"/>
              </a:spcAft>
              <a:defRPr>
                <a:solidFill>
                  <a:schemeClr val="tx1"/>
                </a:solidFill>
                <a:latin typeface="Arial" panose="020B0604020202020204" pitchFamily="34" charset="0"/>
              </a:defRPr>
            </a:lvl8pPr>
            <a:lvl9pPr marL="3886200" indent="-228600" fontAlgn="base">
              <a:spcBef>
                <a:spcPct val="0"/>
              </a:spcBef>
              <a:spcAft>
                <a:spcPct val="0"/>
              </a:spcAft>
              <a:defRPr>
                <a:solidFill>
                  <a:schemeClr val="tx1"/>
                </a:solidFill>
                <a:latin typeface="Arial" panose="020B0604020202020204" pitchFamily="34" charset="0"/>
              </a:defRPr>
            </a:lvl9pPr>
          </a:lstStyle>
          <a:p>
            <a:r>
              <a:rPr lang="en-US" altLang="zh-CN" sz="1109">
                <a:solidFill>
                  <a:srgbClr val="008080"/>
                </a:solidFill>
                <a:latin typeface="Tahoma" panose="020B0604030504040204" pitchFamily="34" charset="0"/>
                <a:ea typeface="宋体" panose="02010600030101010101" pitchFamily="2" charset="-122"/>
              </a:rPr>
              <a:t>C H A P T E R</a:t>
            </a:r>
          </a:p>
        </p:txBody>
      </p:sp>
    </p:spTree>
    <p:extLst>
      <p:ext uri="{BB962C8B-B14F-4D97-AF65-F5344CB8AC3E}">
        <p14:creationId xmlns:p14="http://schemas.microsoft.com/office/powerpoint/2010/main" val="44858244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2B2969B-25F4-19CF-7110-46FDB163AB16}"/>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28AEA5B3-4A8E-D7D9-A8CF-691963703F8A}"/>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页脚占位符 3">
            <a:extLst>
              <a:ext uri="{FF2B5EF4-FFF2-40B4-BE49-F238E27FC236}">
                <a16:creationId xmlns:a16="http://schemas.microsoft.com/office/drawing/2014/main" id="{689F3023-AF92-FEB4-6931-5E03D409045A}"/>
              </a:ext>
            </a:extLst>
          </p:cNvPr>
          <p:cNvSpPr>
            <a:spLocks noGrp="1"/>
          </p:cNvSpPr>
          <p:nvPr>
            <p:ph type="ftr" sz="quarter" idx="10"/>
          </p:nvPr>
        </p:nvSpPr>
        <p:spPr/>
        <p:txBody>
          <a:bodyPr/>
          <a:lstStyle>
            <a:lvl1pPr>
              <a:defRPr/>
            </a:lvl1pPr>
          </a:lstStyle>
          <a:p>
            <a:r>
              <a:rPr lang="zh-CN" altLang="zh-CN"/>
              <a:t>一国收入的衡量</a:t>
            </a:r>
          </a:p>
        </p:txBody>
      </p:sp>
      <p:sp>
        <p:nvSpPr>
          <p:cNvPr id="5" name="灯片编号占位符 4">
            <a:extLst>
              <a:ext uri="{FF2B5EF4-FFF2-40B4-BE49-F238E27FC236}">
                <a16:creationId xmlns:a16="http://schemas.microsoft.com/office/drawing/2014/main" id="{758CCCD3-A9D2-A435-7BEA-9BE363F51E44}"/>
              </a:ext>
            </a:extLst>
          </p:cNvPr>
          <p:cNvSpPr>
            <a:spLocks noGrp="1"/>
          </p:cNvSpPr>
          <p:nvPr>
            <p:ph type="sldNum" sz="quarter" idx="11"/>
          </p:nvPr>
        </p:nvSpPr>
        <p:spPr/>
        <p:txBody>
          <a:bodyPr/>
          <a:lstStyle>
            <a:lvl1pPr>
              <a:defRPr/>
            </a:lvl1pPr>
          </a:lstStyle>
          <a:p>
            <a:fld id="{FF75CA96-F32A-7F4F-98C9-CA940BD9BB90}" type="slidenum">
              <a:rPr lang="zh-CN" altLang="zh-CN"/>
              <a:pPr/>
              <a:t>‹#›</a:t>
            </a:fld>
            <a:endParaRPr lang="en-US" altLang="zh-CN"/>
          </a:p>
        </p:txBody>
      </p:sp>
    </p:spTree>
    <p:extLst>
      <p:ext uri="{BB962C8B-B14F-4D97-AF65-F5344CB8AC3E}">
        <p14:creationId xmlns:p14="http://schemas.microsoft.com/office/powerpoint/2010/main" val="41999859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E2C82CA-FB1A-B587-8FA3-E217A3974672}"/>
              </a:ext>
            </a:extLst>
          </p:cNvPr>
          <p:cNvSpPr>
            <a:spLocks noGrp="1"/>
          </p:cNvSpPr>
          <p:nvPr>
            <p:ph type="title"/>
          </p:nvPr>
        </p:nvSpPr>
        <p:spPr>
          <a:xfrm>
            <a:off x="314544" y="862785"/>
            <a:ext cx="3976211" cy="1439576"/>
          </a:xfrm>
        </p:spPr>
        <p:txBody>
          <a:bodyPr anchor="b"/>
          <a:lstStyle>
            <a:lvl1pPr>
              <a:defRPr sz="3025"/>
            </a:lvl1pPr>
          </a:lstStyle>
          <a:p>
            <a:r>
              <a:rPr lang="zh-CN" altLang="en-US"/>
              <a:t>单击此处编辑母版标题样式</a:t>
            </a:r>
          </a:p>
        </p:txBody>
      </p:sp>
      <p:sp>
        <p:nvSpPr>
          <p:cNvPr id="3" name="文本占位符 2">
            <a:extLst>
              <a:ext uri="{FF2B5EF4-FFF2-40B4-BE49-F238E27FC236}">
                <a16:creationId xmlns:a16="http://schemas.microsoft.com/office/drawing/2014/main" id="{1C70CCF4-A08A-47F3-F87A-BD26298653B9}"/>
              </a:ext>
            </a:extLst>
          </p:cNvPr>
          <p:cNvSpPr>
            <a:spLocks noGrp="1"/>
          </p:cNvSpPr>
          <p:nvPr>
            <p:ph type="body" idx="1"/>
          </p:nvPr>
        </p:nvSpPr>
        <p:spPr>
          <a:xfrm>
            <a:off x="314544" y="2315979"/>
            <a:ext cx="3976211" cy="757039"/>
          </a:xfrm>
        </p:spPr>
        <p:txBody>
          <a:bodyPr/>
          <a:lstStyle>
            <a:lvl1pPr marL="0" indent="0">
              <a:buNone/>
              <a:defRPr sz="1210"/>
            </a:lvl1pPr>
            <a:lvl2pPr marL="230520" indent="0">
              <a:buNone/>
              <a:defRPr sz="1008"/>
            </a:lvl2pPr>
            <a:lvl3pPr marL="461040" indent="0">
              <a:buNone/>
              <a:defRPr sz="908"/>
            </a:lvl3pPr>
            <a:lvl4pPr marL="691561" indent="0">
              <a:buNone/>
              <a:defRPr sz="807"/>
            </a:lvl4pPr>
            <a:lvl5pPr marL="922081" indent="0">
              <a:buNone/>
              <a:defRPr sz="807"/>
            </a:lvl5pPr>
            <a:lvl6pPr marL="1152601" indent="0">
              <a:buNone/>
              <a:defRPr sz="807"/>
            </a:lvl6pPr>
            <a:lvl7pPr marL="1383121" indent="0">
              <a:buNone/>
              <a:defRPr sz="807"/>
            </a:lvl7pPr>
            <a:lvl8pPr marL="1613642" indent="0">
              <a:buNone/>
              <a:defRPr sz="807"/>
            </a:lvl8pPr>
            <a:lvl9pPr marL="1844162" indent="0">
              <a:buNone/>
              <a:defRPr sz="807"/>
            </a:lvl9pPr>
          </a:lstStyle>
          <a:p>
            <a:pPr lvl="0"/>
            <a:r>
              <a:rPr lang="zh-CN" altLang="en-US"/>
              <a:t>单击此处编辑母版文本样式</a:t>
            </a:r>
          </a:p>
        </p:txBody>
      </p:sp>
      <p:sp>
        <p:nvSpPr>
          <p:cNvPr id="4" name="页脚占位符 3">
            <a:extLst>
              <a:ext uri="{FF2B5EF4-FFF2-40B4-BE49-F238E27FC236}">
                <a16:creationId xmlns:a16="http://schemas.microsoft.com/office/drawing/2014/main" id="{0EA98238-AB0D-60C4-86D0-6DA654E39885}"/>
              </a:ext>
            </a:extLst>
          </p:cNvPr>
          <p:cNvSpPr>
            <a:spLocks noGrp="1"/>
          </p:cNvSpPr>
          <p:nvPr>
            <p:ph type="ftr" sz="quarter" idx="10"/>
          </p:nvPr>
        </p:nvSpPr>
        <p:spPr/>
        <p:txBody>
          <a:bodyPr/>
          <a:lstStyle>
            <a:lvl1pPr>
              <a:defRPr/>
            </a:lvl1pPr>
          </a:lstStyle>
          <a:p>
            <a:r>
              <a:rPr lang="zh-CN" altLang="zh-CN"/>
              <a:t>一国收入的衡量</a:t>
            </a:r>
          </a:p>
        </p:txBody>
      </p:sp>
      <p:sp>
        <p:nvSpPr>
          <p:cNvPr id="5" name="灯片编号占位符 4">
            <a:extLst>
              <a:ext uri="{FF2B5EF4-FFF2-40B4-BE49-F238E27FC236}">
                <a16:creationId xmlns:a16="http://schemas.microsoft.com/office/drawing/2014/main" id="{38AA8455-D023-9D39-A2C0-8F1EC0151E5F}"/>
              </a:ext>
            </a:extLst>
          </p:cNvPr>
          <p:cNvSpPr>
            <a:spLocks noGrp="1"/>
          </p:cNvSpPr>
          <p:nvPr>
            <p:ph type="sldNum" sz="quarter" idx="11"/>
          </p:nvPr>
        </p:nvSpPr>
        <p:spPr/>
        <p:txBody>
          <a:bodyPr/>
          <a:lstStyle>
            <a:lvl1pPr>
              <a:defRPr/>
            </a:lvl1pPr>
          </a:lstStyle>
          <a:p>
            <a:fld id="{4BC52F8A-5993-F941-9059-8758F3FCE6C7}" type="slidenum">
              <a:rPr lang="zh-CN" altLang="zh-CN"/>
              <a:pPr/>
              <a:t>‹#›</a:t>
            </a:fld>
            <a:endParaRPr lang="en-US" altLang="zh-CN"/>
          </a:p>
        </p:txBody>
      </p:sp>
    </p:spTree>
    <p:extLst>
      <p:ext uri="{BB962C8B-B14F-4D97-AF65-F5344CB8AC3E}">
        <p14:creationId xmlns:p14="http://schemas.microsoft.com/office/powerpoint/2010/main" val="10620317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406021E-9DB9-20E1-A73F-C9B46526E6B0}"/>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12997747-9F0F-1660-7476-A2BA9EB7C9AB}"/>
              </a:ext>
            </a:extLst>
          </p:cNvPr>
          <p:cNvSpPr>
            <a:spLocks noGrp="1"/>
          </p:cNvSpPr>
          <p:nvPr>
            <p:ph sz="half" idx="1"/>
          </p:nvPr>
        </p:nvSpPr>
        <p:spPr>
          <a:xfrm>
            <a:off x="188086" y="508698"/>
            <a:ext cx="2056937" cy="2582745"/>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B9907E63-7377-4DAC-EE38-72500CA49B65}"/>
              </a:ext>
            </a:extLst>
          </p:cNvPr>
          <p:cNvSpPr>
            <a:spLocks noGrp="1"/>
          </p:cNvSpPr>
          <p:nvPr>
            <p:ph sz="half" idx="2"/>
          </p:nvPr>
        </p:nvSpPr>
        <p:spPr>
          <a:xfrm>
            <a:off x="2321858" y="508698"/>
            <a:ext cx="2057737" cy="2582745"/>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页脚占位符 4">
            <a:extLst>
              <a:ext uri="{FF2B5EF4-FFF2-40B4-BE49-F238E27FC236}">
                <a16:creationId xmlns:a16="http://schemas.microsoft.com/office/drawing/2014/main" id="{0AAACD4D-BBDD-427B-B352-CFC4A69F84A7}"/>
              </a:ext>
            </a:extLst>
          </p:cNvPr>
          <p:cNvSpPr>
            <a:spLocks noGrp="1"/>
          </p:cNvSpPr>
          <p:nvPr>
            <p:ph type="ftr" sz="quarter" idx="10"/>
          </p:nvPr>
        </p:nvSpPr>
        <p:spPr/>
        <p:txBody>
          <a:bodyPr/>
          <a:lstStyle>
            <a:lvl1pPr>
              <a:defRPr/>
            </a:lvl1pPr>
          </a:lstStyle>
          <a:p>
            <a:r>
              <a:rPr lang="zh-CN" altLang="zh-CN"/>
              <a:t>一国收入的衡量</a:t>
            </a:r>
          </a:p>
        </p:txBody>
      </p:sp>
      <p:sp>
        <p:nvSpPr>
          <p:cNvPr id="6" name="灯片编号占位符 5">
            <a:extLst>
              <a:ext uri="{FF2B5EF4-FFF2-40B4-BE49-F238E27FC236}">
                <a16:creationId xmlns:a16="http://schemas.microsoft.com/office/drawing/2014/main" id="{F807AA87-8918-41FF-A4ED-1B9F17A6C0C9}"/>
              </a:ext>
            </a:extLst>
          </p:cNvPr>
          <p:cNvSpPr>
            <a:spLocks noGrp="1"/>
          </p:cNvSpPr>
          <p:nvPr>
            <p:ph type="sldNum" sz="quarter" idx="11"/>
          </p:nvPr>
        </p:nvSpPr>
        <p:spPr/>
        <p:txBody>
          <a:bodyPr/>
          <a:lstStyle>
            <a:lvl1pPr>
              <a:defRPr/>
            </a:lvl1pPr>
          </a:lstStyle>
          <a:p>
            <a:fld id="{AE84F7AA-C74F-4642-B3C6-9CC2F1DD8A1E}" type="slidenum">
              <a:rPr lang="zh-CN" altLang="zh-CN"/>
              <a:pPr/>
              <a:t>‹#›</a:t>
            </a:fld>
            <a:endParaRPr lang="en-US" altLang="zh-CN"/>
          </a:p>
        </p:txBody>
      </p:sp>
    </p:spTree>
    <p:extLst>
      <p:ext uri="{BB962C8B-B14F-4D97-AF65-F5344CB8AC3E}">
        <p14:creationId xmlns:p14="http://schemas.microsoft.com/office/powerpoint/2010/main" val="35567169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905AFB8-249E-4E4B-38E2-F236687409D4}"/>
              </a:ext>
            </a:extLst>
          </p:cNvPr>
          <p:cNvSpPr>
            <a:spLocks noGrp="1"/>
          </p:cNvSpPr>
          <p:nvPr>
            <p:ph type="title"/>
          </p:nvPr>
        </p:nvSpPr>
        <p:spPr>
          <a:xfrm>
            <a:off x="317745" y="184253"/>
            <a:ext cx="3976211" cy="668918"/>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22D370CB-90B1-3528-0CBE-C148F9BEEB01}"/>
              </a:ext>
            </a:extLst>
          </p:cNvPr>
          <p:cNvSpPr>
            <a:spLocks noGrp="1"/>
          </p:cNvSpPr>
          <p:nvPr>
            <p:ph type="body" idx="1"/>
          </p:nvPr>
        </p:nvSpPr>
        <p:spPr>
          <a:xfrm>
            <a:off x="317745" y="848365"/>
            <a:ext cx="1950488" cy="415770"/>
          </a:xfrm>
        </p:spPr>
        <p:txBody>
          <a:bodyPr anchor="b"/>
          <a:lstStyle>
            <a:lvl1pPr marL="0" indent="0">
              <a:buNone/>
              <a:defRPr sz="1210" b="1"/>
            </a:lvl1pPr>
            <a:lvl2pPr marL="230520" indent="0">
              <a:buNone/>
              <a:defRPr sz="1008" b="1"/>
            </a:lvl2pPr>
            <a:lvl3pPr marL="461040" indent="0">
              <a:buNone/>
              <a:defRPr sz="908" b="1"/>
            </a:lvl3pPr>
            <a:lvl4pPr marL="691561" indent="0">
              <a:buNone/>
              <a:defRPr sz="807" b="1"/>
            </a:lvl4pPr>
            <a:lvl5pPr marL="922081" indent="0">
              <a:buNone/>
              <a:defRPr sz="807" b="1"/>
            </a:lvl5pPr>
            <a:lvl6pPr marL="1152601" indent="0">
              <a:buNone/>
              <a:defRPr sz="807" b="1"/>
            </a:lvl6pPr>
            <a:lvl7pPr marL="1383121" indent="0">
              <a:buNone/>
              <a:defRPr sz="807" b="1"/>
            </a:lvl7pPr>
            <a:lvl8pPr marL="1613642" indent="0">
              <a:buNone/>
              <a:defRPr sz="807" b="1"/>
            </a:lvl8pPr>
            <a:lvl9pPr marL="1844162" indent="0">
              <a:buNone/>
              <a:defRPr sz="807"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6AC02913-2448-1E14-5C79-F80BF6D03945}"/>
              </a:ext>
            </a:extLst>
          </p:cNvPr>
          <p:cNvSpPr>
            <a:spLocks noGrp="1"/>
          </p:cNvSpPr>
          <p:nvPr>
            <p:ph sz="half" idx="2"/>
          </p:nvPr>
        </p:nvSpPr>
        <p:spPr>
          <a:xfrm>
            <a:off x="317745" y="1264135"/>
            <a:ext cx="1950488" cy="1859352"/>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9C42B077-084E-4D0D-3F33-500F816EBB4E}"/>
              </a:ext>
            </a:extLst>
          </p:cNvPr>
          <p:cNvSpPr>
            <a:spLocks noGrp="1"/>
          </p:cNvSpPr>
          <p:nvPr>
            <p:ph type="body" sz="quarter" idx="3"/>
          </p:nvPr>
        </p:nvSpPr>
        <p:spPr>
          <a:xfrm>
            <a:off x="2333863" y="848365"/>
            <a:ext cx="1960093" cy="415770"/>
          </a:xfrm>
        </p:spPr>
        <p:txBody>
          <a:bodyPr anchor="b"/>
          <a:lstStyle>
            <a:lvl1pPr marL="0" indent="0">
              <a:buNone/>
              <a:defRPr sz="1210" b="1"/>
            </a:lvl1pPr>
            <a:lvl2pPr marL="230520" indent="0">
              <a:buNone/>
              <a:defRPr sz="1008" b="1"/>
            </a:lvl2pPr>
            <a:lvl3pPr marL="461040" indent="0">
              <a:buNone/>
              <a:defRPr sz="908" b="1"/>
            </a:lvl3pPr>
            <a:lvl4pPr marL="691561" indent="0">
              <a:buNone/>
              <a:defRPr sz="807" b="1"/>
            </a:lvl4pPr>
            <a:lvl5pPr marL="922081" indent="0">
              <a:buNone/>
              <a:defRPr sz="807" b="1"/>
            </a:lvl5pPr>
            <a:lvl6pPr marL="1152601" indent="0">
              <a:buNone/>
              <a:defRPr sz="807" b="1"/>
            </a:lvl6pPr>
            <a:lvl7pPr marL="1383121" indent="0">
              <a:buNone/>
              <a:defRPr sz="807" b="1"/>
            </a:lvl7pPr>
            <a:lvl8pPr marL="1613642" indent="0">
              <a:buNone/>
              <a:defRPr sz="807" b="1"/>
            </a:lvl8pPr>
            <a:lvl9pPr marL="1844162" indent="0">
              <a:buNone/>
              <a:defRPr sz="807"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AD1C847C-3D3C-65FB-F047-D6766F5E8447}"/>
              </a:ext>
            </a:extLst>
          </p:cNvPr>
          <p:cNvSpPr>
            <a:spLocks noGrp="1"/>
          </p:cNvSpPr>
          <p:nvPr>
            <p:ph sz="quarter" idx="4"/>
          </p:nvPr>
        </p:nvSpPr>
        <p:spPr>
          <a:xfrm>
            <a:off x="2333863" y="1264135"/>
            <a:ext cx="1960093" cy="1859352"/>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页脚占位符 6">
            <a:extLst>
              <a:ext uri="{FF2B5EF4-FFF2-40B4-BE49-F238E27FC236}">
                <a16:creationId xmlns:a16="http://schemas.microsoft.com/office/drawing/2014/main" id="{ED7830D2-8EC1-AA78-A964-BF68F3FE0B01}"/>
              </a:ext>
            </a:extLst>
          </p:cNvPr>
          <p:cNvSpPr>
            <a:spLocks noGrp="1"/>
          </p:cNvSpPr>
          <p:nvPr>
            <p:ph type="ftr" sz="quarter" idx="10"/>
          </p:nvPr>
        </p:nvSpPr>
        <p:spPr/>
        <p:txBody>
          <a:bodyPr/>
          <a:lstStyle>
            <a:lvl1pPr>
              <a:defRPr/>
            </a:lvl1pPr>
          </a:lstStyle>
          <a:p>
            <a:r>
              <a:rPr lang="zh-CN" altLang="zh-CN"/>
              <a:t>一国收入的衡量</a:t>
            </a:r>
          </a:p>
        </p:txBody>
      </p:sp>
      <p:sp>
        <p:nvSpPr>
          <p:cNvPr id="8" name="灯片编号占位符 7">
            <a:extLst>
              <a:ext uri="{FF2B5EF4-FFF2-40B4-BE49-F238E27FC236}">
                <a16:creationId xmlns:a16="http://schemas.microsoft.com/office/drawing/2014/main" id="{2AC4B6E4-73A7-D3AB-840B-5797034BD258}"/>
              </a:ext>
            </a:extLst>
          </p:cNvPr>
          <p:cNvSpPr>
            <a:spLocks noGrp="1"/>
          </p:cNvSpPr>
          <p:nvPr>
            <p:ph type="sldNum" sz="quarter" idx="11"/>
          </p:nvPr>
        </p:nvSpPr>
        <p:spPr/>
        <p:txBody>
          <a:bodyPr/>
          <a:lstStyle>
            <a:lvl1pPr>
              <a:defRPr/>
            </a:lvl1pPr>
          </a:lstStyle>
          <a:p>
            <a:fld id="{97981451-FC73-D44F-A0E8-CF0A9828A28E}" type="slidenum">
              <a:rPr lang="zh-CN" altLang="zh-CN"/>
              <a:pPr/>
              <a:t>‹#›</a:t>
            </a:fld>
            <a:endParaRPr lang="en-US" altLang="zh-CN"/>
          </a:p>
        </p:txBody>
      </p:sp>
    </p:spTree>
    <p:extLst>
      <p:ext uri="{BB962C8B-B14F-4D97-AF65-F5344CB8AC3E}">
        <p14:creationId xmlns:p14="http://schemas.microsoft.com/office/powerpoint/2010/main" val="33551545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23326B6-F9B5-C4FE-D19D-A44CB462F287}"/>
              </a:ext>
            </a:extLst>
          </p:cNvPr>
          <p:cNvSpPr>
            <a:spLocks noGrp="1"/>
          </p:cNvSpPr>
          <p:nvPr>
            <p:ph type="title"/>
          </p:nvPr>
        </p:nvSpPr>
        <p:spPr/>
        <p:txBody>
          <a:bodyPr/>
          <a:lstStyle/>
          <a:p>
            <a:r>
              <a:rPr lang="zh-CN" altLang="en-US"/>
              <a:t>单击此处编辑母版标题样式</a:t>
            </a:r>
          </a:p>
        </p:txBody>
      </p:sp>
      <p:sp>
        <p:nvSpPr>
          <p:cNvPr id="3" name="页脚占位符 2">
            <a:extLst>
              <a:ext uri="{FF2B5EF4-FFF2-40B4-BE49-F238E27FC236}">
                <a16:creationId xmlns:a16="http://schemas.microsoft.com/office/drawing/2014/main" id="{F546BCEE-6FE9-1F0F-8B04-352FFA526B05}"/>
              </a:ext>
            </a:extLst>
          </p:cNvPr>
          <p:cNvSpPr>
            <a:spLocks noGrp="1"/>
          </p:cNvSpPr>
          <p:nvPr>
            <p:ph type="ftr" sz="quarter" idx="10"/>
          </p:nvPr>
        </p:nvSpPr>
        <p:spPr/>
        <p:txBody>
          <a:bodyPr/>
          <a:lstStyle>
            <a:lvl1pPr>
              <a:defRPr/>
            </a:lvl1pPr>
          </a:lstStyle>
          <a:p>
            <a:r>
              <a:rPr lang="zh-CN" altLang="zh-CN"/>
              <a:t>一国收入的衡量</a:t>
            </a:r>
          </a:p>
        </p:txBody>
      </p:sp>
      <p:sp>
        <p:nvSpPr>
          <p:cNvPr id="4" name="灯片编号占位符 3">
            <a:extLst>
              <a:ext uri="{FF2B5EF4-FFF2-40B4-BE49-F238E27FC236}">
                <a16:creationId xmlns:a16="http://schemas.microsoft.com/office/drawing/2014/main" id="{D05CFC99-3A41-48E5-7D43-D8F6C33950F8}"/>
              </a:ext>
            </a:extLst>
          </p:cNvPr>
          <p:cNvSpPr>
            <a:spLocks noGrp="1"/>
          </p:cNvSpPr>
          <p:nvPr>
            <p:ph type="sldNum" sz="quarter" idx="11"/>
          </p:nvPr>
        </p:nvSpPr>
        <p:spPr/>
        <p:txBody>
          <a:bodyPr/>
          <a:lstStyle>
            <a:lvl1pPr>
              <a:defRPr/>
            </a:lvl1pPr>
          </a:lstStyle>
          <a:p>
            <a:fld id="{E81E734D-8C0F-6D40-9298-031592D104B3}" type="slidenum">
              <a:rPr lang="zh-CN" altLang="zh-CN"/>
              <a:pPr/>
              <a:t>‹#›</a:t>
            </a:fld>
            <a:endParaRPr lang="en-US" altLang="zh-CN"/>
          </a:p>
        </p:txBody>
      </p:sp>
    </p:spTree>
    <p:extLst>
      <p:ext uri="{BB962C8B-B14F-4D97-AF65-F5344CB8AC3E}">
        <p14:creationId xmlns:p14="http://schemas.microsoft.com/office/powerpoint/2010/main" val="114626646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页脚占位符 1">
            <a:extLst>
              <a:ext uri="{FF2B5EF4-FFF2-40B4-BE49-F238E27FC236}">
                <a16:creationId xmlns:a16="http://schemas.microsoft.com/office/drawing/2014/main" id="{DDBA7C99-02A5-B5FE-F091-24A24365F0ED}"/>
              </a:ext>
            </a:extLst>
          </p:cNvPr>
          <p:cNvSpPr>
            <a:spLocks noGrp="1"/>
          </p:cNvSpPr>
          <p:nvPr>
            <p:ph type="ftr" sz="quarter" idx="10"/>
          </p:nvPr>
        </p:nvSpPr>
        <p:spPr/>
        <p:txBody>
          <a:bodyPr/>
          <a:lstStyle>
            <a:lvl1pPr>
              <a:defRPr/>
            </a:lvl1pPr>
          </a:lstStyle>
          <a:p>
            <a:r>
              <a:rPr lang="zh-CN" altLang="zh-CN"/>
              <a:t>一国收入的衡量</a:t>
            </a:r>
          </a:p>
        </p:txBody>
      </p:sp>
      <p:sp>
        <p:nvSpPr>
          <p:cNvPr id="3" name="灯片编号占位符 2">
            <a:extLst>
              <a:ext uri="{FF2B5EF4-FFF2-40B4-BE49-F238E27FC236}">
                <a16:creationId xmlns:a16="http://schemas.microsoft.com/office/drawing/2014/main" id="{07D6182D-7913-6BAF-1D42-EA8A1E69B9C9}"/>
              </a:ext>
            </a:extLst>
          </p:cNvPr>
          <p:cNvSpPr>
            <a:spLocks noGrp="1"/>
          </p:cNvSpPr>
          <p:nvPr>
            <p:ph type="sldNum" sz="quarter" idx="11"/>
          </p:nvPr>
        </p:nvSpPr>
        <p:spPr/>
        <p:txBody>
          <a:bodyPr/>
          <a:lstStyle>
            <a:lvl1pPr>
              <a:defRPr/>
            </a:lvl1pPr>
          </a:lstStyle>
          <a:p>
            <a:fld id="{8FC9ECCE-9A67-6F4D-96F4-AF59AF685F27}" type="slidenum">
              <a:rPr lang="zh-CN" altLang="zh-CN"/>
              <a:pPr/>
              <a:t>‹#›</a:t>
            </a:fld>
            <a:endParaRPr lang="en-US" altLang="zh-CN"/>
          </a:p>
        </p:txBody>
      </p:sp>
    </p:spTree>
    <p:extLst>
      <p:ext uri="{BB962C8B-B14F-4D97-AF65-F5344CB8AC3E}">
        <p14:creationId xmlns:p14="http://schemas.microsoft.com/office/powerpoint/2010/main" val="156721513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4698957-A6CA-4DCA-9EBD-104E13C2511F}"/>
              </a:ext>
            </a:extLst>
          </p:cNvPr>
          <p:cNvSpPr>
            <a:spLocks noGrp="1"/>
          </p:cNvSpPr>
          <p:nvPr>
            <p:ph type="title"/>
          </p:nvPr>
        </p:nvSpPr>
        <p:spPr>
          <a:xfrm>
            <a:off x="317745" y="230717"/>
            <a:ext cx="1487077" cy="807508"/>
          </a:xfrm>
        </p:spPr>
        <p:txBody>
          <a:bodyPr anchor="b"/>
          <a:lstStyle>
            <a:lvl1pPr>
              <a:defRPr sz="1613"/>
            </a:lvl1pPr>
          </a:lstStyle>
          <a:p>
            <a:r>
              <a:rPr lang="zh-CN" altLang="en-US"/>
              <a:t>单击此处编辑母版标题样式</a:t>
            </a:r>
          </a:p>
        </p:txBody>
      </p:sp>
      <p:sp>
        <p:nvSpPr>
          <p:cNvPr id="3" name="内容占位符 2">
            <a:extLst>
              <a:ext uri="{FF2B5EF4-FFF2-40B4-BE49-F238E27FC236}">
                <a16:creationId xmlns:a16="http://schemas.microsoft.com/office/drawing/2014/main" id="{ADF2D2DD-7EAD-C198-8156-80E75A539679}"/>
              </a:ext>
            </a:extLst>
          </p:cNvPr>
          <p:cNvSpPr>
            <a:spLocks noGrp="1"/>
          </p:cNvSpPr>
          <p:nvPr>
            <p:ph idx="1"/>
          </p:nvPr>
        </p:nvSpPr>
        <p:spPr>
          <a:xfrm>
            <a:off x="1960093" y="498284"/>
            <a:ext cx="2333863" cy="2459376"/>
          </a:xfrm>
        </p:spPr>
        <p:txBody>
          <a:bodyPr/>
          <a:lstStyle>
            <a:lvl1pPr>
              <a:defRPr sz="1613"/>
            </a:lvl1pPr>
            <a:lvl2pPr>
              <a:defRPr sz="1412"/>
            </a:lvl2pPr>
            <a:lvl3pPr>
              <a:defRPr sz="1210"/>
            </a:lvl3pPr>
            <a:lvl4pPr>
              <a:defRPr sz="1008"/>
            </a:lvl4pPr>
            <a:lvl5pPr>
              <a:defRPr sz="1008"/>
            </a:lvl5pPr>
            <a:lvl6pPr>
              <a:defRPr sz="1008"/>
            </a:lvl6pPr>
            <a:lvl7pPr>
              <a:defRPr sz="1008"/>
            </a:lvl7pPr>
            <a:lvl8pPr>
              <a:defRPr sz="1008"/>
            </a:lvl8pPr>
            <a:lvl9pPr>
              <a:defRPr sz="1008"/>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A93CE5EA-1FFA-802A-BA18-3B5A7CA17265}"/>
              </a:ext>
            </a:extLst>
          </p:cNvPr>
          <p:cNvSpPr>
            <a:spLocks noGrp="1"/>
          </p:cNvSpPr>
          <p:nvPr>
            <p:ph type="body" sz="half" idx="2"/>
          </p:nvPr>
        </p:nvSpPr>
        <p:spPr>
          <a:xfrm>
            <a:off x="317745" y="1038225"/>
            <a:ext cx="1487077" cy="1923440"/>
          </a:xfrm>
        </p:spPr>
        <p:txBody>
          <a:bodyPr/>
          <a:lstStyle>
            <a:lvl1pPr marL="0" indent="0">
              <a:buNone/>
              <a:defRPr sz="807"/>
            </a:lvl1pPr>
            <a:lvl2pPr marL="230520" indent="0">
              <a:buNone/>
              <a:defRPr sz="706"/>
            </a:lvl2pPr>
            <a:lvl3pPr marL="461040" indent="0">
              <a:buNone/>
              <a:defRPr sz="605"/>
            </a:lvl3pPr>
            <a:lvl4pPr marL="691561" indent="0">
              <a:buNone/>
              <a:defRPr sz="504"/>
            </a:lvl4pPr>
            <a:lvl5pPr marL="922081" indent="0">
              <a:buNone/>
              <a:defRPr sz="504"/>
            </a:lvl5pPr>
            <a:lvl6pPr marL="1152601" indent="0">
              <a:buNone/>
              <a:defRPr sz="504"/>
            </a:lvl6pPr>
            <a:lvl7pPr marL="1383121" indent="0">
              <a:buNone/>
              <a:defRPr sz="504"/>
            </a:lvl7pPr>
            <a:lvl8pPr marL="1613642" indent="0">
              <a:buNone/>
              <a:defRPr sz="504"/>
            </a:lvl8pPr>
            <a:lvl9pPr marL="1844162" indent="0">
              <a:buNone/>
              <a:defRPr sz="504"/>
            </a:lvl9pPr>
          </a:lstStyle>
          <a:p>
            <a:pPr lvl="0"/>
            <a:r>
              <a:rPr lang="zh-CN" altLang="en-US"/>
              <a:t>单击此处编辑母版文本样式</a:t>
            </a:r>
          </a:p>
        </p:txBody>
      </p:sp>
      <p:sp>
        <p:nvSpPr>
          <p:cNvPr id="5" name="页脚占位符 4">
            <a:extLst>
              <a:ext uri="{FF2B5EF4-FFF2-40B4-BE49-F238E27FC236}">
                <a16:creationId xmlns:a16="http://schemas.microsoft.com/office/drawing/2014/main" id="{B33BE68B-D6E4-6525-920B-C21DEFD5950B}"/>
              </a:ext>
            </a:extLst>
          </p:cNvPr>
          <p:cNvSpPr>
            <a:spLocks noGrp="1"/>
          </p:cNvSpPr>
          <p:nvPr>
            <p:ph type="ftr" sz="quarter" idx="10"/>
          </p:nvPr>
        </p:nvSpPr>
        <p:spPr/>
        <p:txBody>
          <a:bodyPr/>
          <a:lstStyle>
            <a:lvl1pPr>
              <a:defRPr/>
            </a:lvl1pPr>
          </a:lstStyle>
          <a:p>
            <a:r>
              <a:rPr lang="zh-CN" altLang="zh-CN"/>
              <a:t>一国收入的衡量</a:t>
            </a:r>
          </a:p>
        </p:txBody>
      </p:sp>
      <p:sp>
        <p:nvSpPr>
          <p:cNvPr id="6" name="灯片编号占位符 5">
            <a:extLst>
              <a:ext uri="{FF2B5EF4-FFF2-40B4-BE49-F238E27FC236}">
                <a16:creationId xmlns:a16="http://schemas.microsoft.com/office/drawing/2014/main" id="{396AD26E-8095-F0DF-CF80-77F8B7CB9CCB}"/>
              </a:ext>
            </a:extLst>
          </p:cNvPr>
          <p:cNvSpPr>
            <a:spLocks noGrp="1"/>
          </p:cNvSpPr>
          <p:nvPr>
            <p:ph type="sldNum" sz="quarter" idx="11"/>
          </p:nvPr>
        </p:nvSpPr>
        <p:spPr/>
        <p:txBody>
          <a:bodyPr/>
          <a:lstStyle>
            <a:lvl1pPr>
              <a:defRPr/>
            </a:lvl1pPr>
          </a:lstStyle>
          <a:p>
            <a:fld id="{F4D19EBE-0DD8-064C-BD84-2B44820FB47D}" type="slidenum">
              <a:rPr lang="zh-CN" altLang="zh-CN"/>
              <a:pPr/>
              <a:t>‹#›</a:t>
            </a:fld>
            <a:endParaRPr lang="en-US" altLang="zh-CN"/>
          </a:p>
        </p:txBody>
      </p:sp>
    </p:spTree>
    <p:extLst>
      <p:ext uri="{BB962C8B-B14F-4D97-AF65-F5344CB8AC3E}">
        <p14:creationId xmlns:p14="http://schemas.microsoft.com/office/powerpoint/2010/main" val="132095039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B0D1473-EDF3-A6F4-9AC2-F83CFF9A260B}"/>
              </a:ext>
            </a:extLst>
          </p:cNvPr>
          <p:cNvSpPr>
            <a:spLocks noGrp="1"/>
          </p:cNvSpPr>
          <p:nvPr>
            <p:ph type="title"/>
          </p:nvPr>
        </p:nvSpPr>
        <p:spPr>
          <a:xfrm>
            <a:off x="317745" y="230717"/>
            <a:ext cx="1487077" cy="807508"/>
          </a:xfrm>
        </p:spPr>
        <p:txBody>
          <a:bodyPr anchor="b"/>
          <a:lstStyle>
            <a:lvl1pPr>
              <a:defRPr sz="1613"/>
            </a:lvl1pPr>
          </a:lstStyle>
          <a:p>
            <a:r>
              <a:rPr lang="zh-CN" altLang="en-US"/>
              <a:t>单击此处编辑母版标题样式</a:t>
            </a:r>
          </a:p>
        </p:txBody>
      </p:sp>
      <p:sp>
        <p:nvSpPr>
          <p:cNvPr id="3" name="图片占位符 2">
            <a:extLst>
              <a:ext uri="{FF2B5EF4-FFF2-40B4-BE49-F238E27FC236}">
                <a16:creationId xmlns:a16="http://schemas.microsoft.com/office/drawing/2014/main" id="{D778AB14-D248-DBF6-4FCB-531DC4C3B2CF}"/>
              </a:ext>
            </a:extLst>
          </p:cNvPr>
          <p:cNvSpPr>
            <a:spLocks noGrp="1"/>
          </p:cNvSpPr>
          <p:nvPr>
            <p:ph type="pic" idx="1"/>
          </p:nvPr>
        </p:nvSpPr>
        <p:spPr>
          <a:xfrm>
            <a:off x="1960093" y="498284"/>
            <a:ext cx="2333863" cy="2459376"/>
          </a:xfrm>
        </p:spPr>
        <p:txBody>
          <a:bodyPr/>
          <a:lstStyle>
            <a:lvl1pPr marL="0" indent="0">
              <a:buNone/>
              <a:defRPr sz="1613"/>
            </a:lvl1pPr>
            <a:lvl2pPr marL="230520" indent="0">
              <a:buNone/>
              <a:defRPr sz="1412"/>
            </a:lvl2pPr>
            <a:lvl3pPr marL="461040" indent="0">
              <a:buNone/>
              <a:defRPr sz="1210"/>
            </a:lvl3pPr>
            <a:lvl4pPr marL="691561" indent="0">
              <a:buNone/>
              <a:defRPr sz="1008"/>
            </a:lvl4pPr>
            <a:lvl5pPr marL="922081" indent="0">
              <a:buNone/>
              <a:defRPr sz="1008"/>
            </a:lvl5pPr>
            <a:lvl6pPr marL="1152601" indent="0">
              <a:buNone/>
              <a:defRPr sz="1008"/>
            </a:lvl6pPr>
            <a:lvl7pPr marL="1383121" indent="0">
              <a:buNone/>
              <a:defRPr sz="1008"/>
            </a:lvl7pPr>
            <a:lvl8pPr marL="1613642" indent="0">
              <a:buNone/>
              <a:defRPr sz="1008"/>
            </a:lvl8pPr>
            <a:lvl9pPr marL="1844162" indent="0">
              <a:buNone/>
              <a:defRPr sz="1008"/>
            </a:lvl9pPr>
          </a:lstStyle>
          <a:p>
            <a:endParaRPr lang="zh-CN" altLang="en-US"/>
          </a:p>
        </p:txBody>
      </p:sp>
      <p:sp>
        <p:nvSpPr>
          <p:cNvPr id="4" name="文本占位符 3">
            <a:extLst>
              <a:ext uri="{FF2B5EF4-FFF2-40B4-BE49-F238E27FC236}">
                <a16:creationId xmlns:a16="http://schemas.microsoft.com/office/drawing/2014/main" id="{7F66A29A-D42B-4877-586D-ED45FF448D09}"/>
              </a:ext>
            </a:extLst>
          </p:cNvPr>
          <p:cNvSpPr>
            <a:spLocks noGrp="1"/>
          </p:cNvSpPr>
          <p:nvPr>
            <p:ph type="body" sz="half" idx="2"/>
          </p:nvPr>
        </p:nvSpPr>
        <p:spPr>
          <a:xfrm>
            <a:off x="317745" y="1038225"/>
            <a:ext cx="1487077" cy="1923440"/>
          </a:xfrm>
        </p:spPr>
        <p:txBody>
          <a:bodyPr/>
          <a:lstStyle>
            <a:lvl1pPr marL="0" indent="0">
              <a:buNone/>
              <a:defRPr sz="807"/>
            </a:lvl1pPr>
            <a:lvl2pPr marL="230520" indent="0">
              <a:buNone/>
              <a:defRPr sz="706"/>
            </a:lvl2pPr>
            <a:lvl3pPr marL="461040" indent="0">
              <a:buNone/>
              <a:defRPr sz="605"/>
            </a:lvl3pPr>
            <a:lvl4pPr marL="691561" indent="0">
              <a:buNone/>
              <a:defRPr sz="504"/>
            </a:lvl4pPr>
            <a:lvl5pPr marL="922081" indent="0">
              <a:buNone/>
              <a:defRPr sz="504"/>
            </a:lvl5pPr>
            <a:lvl6pPr marL="1152601" indent="0">
              <a:buNone/>
              <a:defRPr sz="504"/>
            </a:lvl6pPr>
            <a:lvl7pPr marL="1383121" indent="0">
              <a:buNone/>
              <a:defRPr sz="504"/>
            </a:lvl7pPr>
            <a:lvl8pPr marL="1613642" indent="0">
              <a:buNone/>
              <a:defRPr sz="504"/>
            </a:lvl8pPr>
            <a:lvl9pPr marL="1844162" indent="0">
              <a:buNone/>
              <a:defRPr sz="504"/>
            </a:lvl9pPr>
          </a:lstStyle>
          <a:p>
            <a:pPr lvl="0"/>
            <a:r>
              <a:rPr lang="zh-CN" altLang="en-US"/>
              <a:t>单击此处编辑母版文本样式</a:t>
            </a:r>
          </a:p>
        </p:txBody>
      </p:sp>
      <p:sp>
        <p:nvSpPr>
          <p:cNvPr id="5" name="页脚占位符 4">
            <a:extLst>
              <a:ext uri="{FF2B5EF4-FFF2-40B4-BE49-F238E27FC236}">
                <a16:creationId xmlns:a16="http://schemas.microsoft.com/office/drawing/2014/main" id="{631EF206-C39B-0A75-CE85-8E32D4BECF9B}"/>
              </a:ext>
            </a:extLst>
          </p:cNvPr>
          <p:cNvSpPr>
            <a:spLocks noGrp="1"/>
          </p:cNvSpPr>
          <p:nvPr>
            <p:ph type="ftr" sz="quarter" idx="10"/>
          </p:nvPr>
        </p:nvSpPr>
        <p:spPr/>
        <p:txBody>
          <a:bodyPr/>
          <a:lstStyle>
            <a:lvl1pPr>
              <a:defRPr/>
            </a:lvl1pPr>
          </a:lstStyle>
          <a:p>
            <a:r>
              <a:rPr lang="zh-CN" altLang="zh-CN"/>
              <a:t>一国收入的衡量</a:t>
            </a:r>
          </a:p>
        </p:txBody>
      </p:sp>
      <p:sp>
        <p:nvSpPr>
          <p:cNvPr id="6" name="灯片编号占位符 5">
            <a:extLst>
              <a:ext uri="{FF2B5EF4-FFF2-40B4-BE49-F238E27FC236}">
                <a16:creationId xmlns:a16="http://schemas.microsoft.com/office/drawing/2014/main" id="{CFFF9A0C-7C84-334E-2DD0-22ACCD0C4D06}"/>
              </a:ext>
            </a:extLst>
          </p:cNvPr>
          <p:cNvSpPr>
            <a:spLocks noGrp="1"/>
          </p:cNvSpPr>
          <p:nvPr>
            <p:ph type="sldNum" sz="quarter" idx="11"/>
          </p:nvPr>
        </p:nvSpPr>
        <p:spPr/>
        <p:txBody>
          <a:bodyPr/>
          <a:lstStyle>
            <a:lvl1pPr>
              <a:defRPr/>
            </a:lvl1pPr>
          </a:lstStyle>
          <a:p>
            <a:fld id="{0CA6175B-25A3-0348-9995-252FAA117B57}" type="slidenum">
              <a:rPr lang="zh-CN" altLang="zh-CN"/>
              <a:pPr/>
              <a:t>‹#›</a:t>
            </a:fld>
            <a:endParaRPr lang="en-US" altLang="zh-CN"/>
          </a:p>
        </p:txBody>
      </p:sp>
    </p:spTree>
    <p:extLst>
      <p:ext uri="{BB962C8B-B14F-4D97-AF65-F5344CB8AC3E}">
        <p14:creationId xmlns:p14="http://schemas.microsoft.com/office/powerpoint/2010/main" val="307732544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72BB31E-358D-AED5-28AE-60318A5F80CF}"/>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A9905587-FCC5-EAE6-593F-46F1E7E358EC}"/>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页脚占位符 3">
            <a:extLst>
              <a:ext uri="{FF2B5EF4-FFF2-40B4-BE49-F238E27FC236}">
                <a16:creationId xmlns:a16="http://schemas.microsoft.com/office/drawing/2014/main" id="{4803DE6D-37CC-5638-DA07-FD884825E5E5}"/>
              </a:ext>
            </a:extLst>
          </p:cNvPr>
          <p:cNvSpPr>
            <a:spLocks noGrp="1"/>
          </p:cNvSpPr>
          <p:nvPr>
            <p:ph type="ftr" sz="quarter" idx="10"/>
          </p:nvPr>
        </p:nvSpPr>
        <p:spPr/>
        <p:txBody>
          <a:bodyPr/>
          <a:lstStyle>
            <a:lvl1pPr>
              <a:defRPr/>
            </a:lvl1pPr>
          </a:lstStyle>
          <a:p>
            <a:r>
              <a:rPr lang="zh-CN" altLang="zh-CN"/>
              <a:t>一国收入的衡量</a:t>
            </a:r>
          </a:p>
        </p:txBody>
      </p:sp>
      <p:sp>
        <p:nvSpPr>
          <p:cNvPr id="5" name="灯片编号占位符 4">
            <a:extLst>
              <a:ext uri="{FF2B5EF4-FFF2-40B4-BE49-F238E27FC236}">
                <a16:creationId xmlns:a16="http://schemas.microsoft.com/office/drawing/2014/main" id="{F54638FC-90B0-31EB-D5BD-4B52DE14C60F}"/>
              </a:ext>
            </a:extLst>
          </p:cNvPr>
          <p:cNvSpPr>
            <a:spLocks noGrp="1"/>
          </p:cNvSpPr>
          <p:nvPr>
            <p:ph type="sldNum" sz="quarter" idx="11"/>
          </p:nvPr>
        </p:nvSpPr>
        <p:spPr/>
        <p:txBody>
          <a:bodyPr/>
          <a:lstStyle>
            <a:lvl1pPr>
              <a:defRPr/>
            </a:lvl1pPr>
          </a:lstStyle>
          <a:p>
            <a:fld id="{87C2A238-9660-194D-A420-58FAEDDE43DF}" type="slidenum">
              <a:rPr lang="zh-CN" altLang="zh-CN"/>
              <a:pPr/>
              <a:t>‹#›</a:t>
            </a:fld>
            <a:endParaRPr lang="en-US" altLang="zh-CN"/>
          </a:p>
        </p:txBody>
      </p:sp>
    </p:spTree>
    <p:extLst>
      <p:ext uri="{BB962C8B-B14F-4D97-AF65-F5344CB8AC3E}">
        <p14:creationId xmlns:p14="http://schemas.microsoft.com/office/powerpoint/2010/main" val="10392252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828693FB-E290-D71F-D054-241792819295}"/>
              </a:ext>
            </a:extLst>
          </p:cNvPr>
          <p:cNvSpPr>
            <a:spLocks noGrp="1"/>
          </p:cNvSpPr>
          <p:nvPr>
            <p:ph type="title" orient="vert"/>
          </p:nvPr>
        </p:nvSpPr>
        <p:spPr>
          <a:xfrm>
            <a:off x="3353527" y="127375"/>
            <a:ext cx="1059683" cy="296406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14A3DB65-3656-3B1B-B8BA-7287FE9BA804}"/>
              </a:ext>
            </a:extLst>
          </p:cNvPr>
          <p:cNvSpPr>
            <a:spLocks noGrp="1"/>
          </p:cNvSpPr>
          <p:nvPr>
            <p:ph type="body" orient="vert" idx="1"/>
          </p:nvPr>
        </p:nvSpPr>
        <p:spPr>
          <a:xfrm>
            <a:off x="172879" y="127375"/>
            <a:ext cx="3103814" cy="296406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页脚占位符 3">
            <a:extLst>
              <a:ext uri="{FF2B5EF4-FFF2-40B4-BE49-F238E27FC236}">
                <a16:creationId xmlns:a16="http://schemas.microsoft.com/office/drawing/2014/main" id="{3CC8F5D0-50A9-4805-F724-3EC1E4B8C505}"/>
              </a:ext>
            </a:extLst>
          </p:cNvPr>
          <p:cNvSpPr>
            <a:spLocks noGrp="1"/>
          </p:cNvSpPr>
          <p:nvPr>
            <p:ph type="ftr" sz="quarter" idx="10"/>
          </p:nvPr>
        </p:nvSpPr>
        <p:spPr/>
        <p:txBody>
          <a:bodyPr/>
          <a:lstStyle>
            <a:lvl1pPr>
              <a:defRPr/>
            </a:lvl1pPr>
          </a:lstStyle>
          <a:p>
            <a:r>
              <a:rPr lang="zh-CN" altLang="zh-CN"/>
              <a:t>一国收入的衡量</a:t>
            </a:r>
          </a:p>
        </p:txBody>
      </p:sp>
      <p:sp>
        <p:nvSpPr>
          <p:cNvPr id="5" name="灯片编号占位符 4">
            <a:extLst>
              <a:ext uri="{FF2B5EF4-FFF2-40B4-BE49-F238E27FC236}">
                <a16:creationId xmlns:a16="http://schemas.microsoft.com/office/drawing/2014/main" id="{49A068E9-7CF4-BE31-5C02-B726FD63E3D8}"/>
              </a:ext>
            </a:extLst>
          </p:cNvPr>
          <p:cNvSpPr>
            <a:spLocks noGrp="1"/>
          </p:cNvSpPr>
          <p:nvPr>
            <p:ph type="sldNum" sz="quarter" idx="11"/>
          </p:nvPr>
        </p:nvSpPr>
        <p:spPr/>
        <p:txBody>
          <a:bodyPr/>
          <a:lstStyle>
            <a:lvl1pPr>
              <a:defRPr/>
            </a:lvl1pPr>
          </a:lstStyle>
          <a:p>
            <a:fld id="{BB8105D9-7A7C-6B49-807E-0CBDD1F99FD3}" type="slidenum">
              <a:rPr lang="zh-CN" altLang="zh-CN"/>
              <a:pPr/>
              <a:t>‹#›</a:t>
            </a:fld>
            <a:endParaRPr lang="en-US" altLang="zh-CN"/>
          </a:p>
        </p:txBody>
      </p:sp>
    </p:spTree>
    <p:extLst>
      <p:ext uri="{BB962C8B-B14F-4D97-AF65-F5344CB8AC3E}">
        <p14:creationId xmlns:p14="http://schemas.microsoft.com/office/powerpoint/2010/main" val="146028927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92F37E0-C852-4FFB-1755-F550F9BD7235}"/>
              </a:ext>
            </a:extLst>
          </p:cNvPr>
          <p:cNvSpPr>
            <a:spLocks noGrp="1"/>
          </p:cNvSpPr>
          <p:nvPr>
            <p:ph type="ctrTitle"/>
          </p:nvPr>
        </p:nvSpPr>
        <p:spPr>
          <a:xfrm>
            <a:off x="576263" y="566377"/>
            <a:ext cx="3457575" cy="1204854"/>
          </a:xfrm>
        </p:spPr>
        <p:txBody>
          <a:bodyPr anchor="b"/>
          <a:lstStyle>
            <a:lvl1pPr algn="ctr">
              <a:defRPr sz="3025"/>
            </a:lvl1pPr>
          </a:lstStyle>
          <a:p>
            <a:r>
              <a:rPr lang="zh-CN" altLang="en-US"/>
              <a:t>单击此处编辑母版标题样式</a:t>
            </a:r>
          </a:p>
        </p:txBody>
      </p:sp>
      <p:sp>
        <p:nvSpPr>
          <p:cNvPr id="3" name="副标题 2">
            <a:extLst>
              <a:ext uri="{FF2B5EF4-FFF2-40B4-BE49-F238E27FC236}">
                <a16:creationId xmlns:a16="http://schemas.microsoft.com/office/drawing/2014/main" id="{4BC59AA2-0437-7173-11E0-8D0F98A3BC88}"/>
              </a:ext>
            </a:extLst>
          </p:cNvPr>
          <p:cNvSpPr>
            <a:spLocks noGrp="1"/>
          </p:cNvSpPr>
          <p:nvPr>
            <p:ph type="subTitle" idx="1"/>
          </p:nvPr>
        </p:nvSpPr>
        <p:spPr>
          <a:xfrm>
            <a:off x="576263" y="1817695"/>
            <a:ext cx="3457575" cy="835547"/>
          </a:xfrm>
        </p:spPr>
        <p:txBody>
          <a:bodyPr/>
          <a:lstStyle>
            <a:lvl1pPr marL="0" indent="0" algn="ctr">
              <a:buNone/>
              <a:defRPr sz="1210"/>
            </a:lvl1pPr>
            <a:lvl2pPr marL="230520" indent="0" algn="ctr">
              <a:buNone/>
              <a:defRPr sz="1008"/>
            </a:lvl2pPr>
            <a:lvl3pPr marL="461040" indent="0" algn="ctr">
              <a:buNone/>
              <a:defRPr sz="908"/>
            </a:lvl3pPr>
            <a:lvl4pPr marL="691561" indent="0" algn="ctr">
              <a:buNone/>
              <a:defRPr sz="807"/>
            </a:lvl4pPr>
            <a:lvl5pPr marL="922081" indent="0" algn="ctr">
              <a:buNone/>
              <a:defRPr sz="807"/>
            </a:lvl5pPr>
            <a:lvl6pPr marL="1152601" indent="0" algn="ctr">
              <a:buNone/>
              <a:defRPr sz="807"/>
            </a:lvl6pPr>
            <a:lvl7pPr marL="1383121" indent="0" algn="ctr">
              <a:buNone/>
              <a:defRPr sz="807"/>
            </a:lvl7pPr>
            <a:lvl8pPr marL="1613642" indent="0" algn="ctr">
              <a:buNone/>
              <a:defRPr sz="807"/>
            </a:lvl8pPr>
            <a:lvl9pPr marL="1844162" indent="0" algn="ctr">
              <a:buNone/>
              <a:defRPr sz="807"/>
            </a:lvl9pPr>
          </a:lstStyle>
          <a:p>
            <a:r>
              <a:rPr lang="zh-CN" altLang="en-US"/>
              <a:t>单击此处编辑母版副标题样式</a:t>
            </a:r>
          </a:p>
        </p:txBody>
      </p:sp>
    </p:spTree>
    <p:extLst>
      <p:ext uri="{BB962C8B-B14F-4D97-AF65-F5344CB8AC3E}">
        <p14:creationId xmlns:p14="http://schemas.microsoft.com/office/powerpoint/2010/main" val="293021503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A205F85-C401-C788-F944-B7A6EF9F5A39}"/>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D7878F71-FEA1-EE7B-1943-3174F5DF435C}"/>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Tree>
    <p:extLst>
      <p:ext uri="{BB962C8B-B14F-4D97-AF65-F5344CB8AC3E}">
        <p14:creationId xmlns:p14="http://schemas.microsoft.com/office/powerpoint/2010/main" val="236982754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2A8ECA0-53F7-9BF2-0237-4430EDA38EF5}"/>
              </a:ext>
            </a:extLst>
          </p:cNvPr>
          <p:cNvSpPr>
            <a:spLocks noGrp="1"/>
          </p:cNvSpPr>
          <p:nvPr>
            <p:ph type="title"/>
          </p:nvPr>
        </p:nvSpPr>
        <p:spPr>
          <a:xfrm>
            <a:off x="314544" y="862785"/>
            <a:ext cx="3976211" cy="1439576"/>
          </a:xfrm>
        </p:spPr>
        <p:txBody>
          <a:bodyPr anchor="b"/>
          <a:lstStyle>
            <a:lvl1pPr>
              <a:defRPr sz="3025"/>
            </a:lvl1pPr>
          </a:lstStyle>
          <a:p>
            <a:r>
              <a:rPr lang="zh-CN" altLang="en-US"/>
              <a:t>单击此处编辑母版标题样式</a:t>
            </a:r>
          </a:p>
        </p:txBody>
      </p:sp>
      <p:sp>
        <p:nvSpPr>
          <p:cNvPr id="3" name="文本占位符 2">
            <a:extLst>
              <a:ext uri="{FF2B5EF4-FFF2-40B4-BE49-F238E27FC236}">
                <a16:creationId xmlns:a16="http://schemas.microsoft.com/office/drawing/2014/main" id="{2BBBE9AE-68BE-4F14-7E9E-B51AB88A4FC8}"/>
              </a:ext>
            </a:extLst>
          </p:cNvPr>
          <p:cNvSpPr>
            <a:spLocks noGrp="1"/>
          </p:cNvSpPr>
          <p:nvPr>
            <p:ph type="body" idx="1"/>
          </p:nvPr>
        </p:nvSpPr>
        <p:spPr>
          <a:xfrm>
            <a:off x="314544" y="2315979"/>
            <a:ext cx="3976211" cy="757039"/>
          </a:xfrm>
        </p:spPr>
        <p:txBody>
          <a:bodyPr/>
          <a:lstStyle>
            <a:lvl1pPr marL="0" indent="0">
              <a:buNone/>
              <a:defRPr sz="1210"/>
            </a:lvl1pPr>
            <a:lvl2pPr marL="230520" indent="0">
              <a:buNone/>
              <a:defRPr sz="1008"/>
            </a:lvl2pPr>
            <a:lvl3pPr marL="461040" indent="0">
              <a:buNone/>
              <a:defRPr sz="908"/>
            </a:lvl3pPr>
            <a:lvl4pPr marL="691561" indent="0">
              <a:buNone/>
              <a:defRPr sz="807"/>
            </a:lvl4pPr>
            <a:lvl5pPr marL="922081" indent="0">
              <a:buNone/>
              <a:defRPr sz="807"/>
            </a:lvl5pPr>
            <a:lvl6pPr marL="1152601" indent="0">
              <a:buNone/>
              <a:defRPr sz="807"/>
            </a:lvl6pPr>
            <a:lvl7pPr marL="1383121" indent="0">
              <a:buNone/>
              <a:defRPr sz="807"/>
            </a:lvl7pPr>
            <a:lvl8pPr marL="1613642" indent="0">
              <a:buNone/>
              <a:defRPr sz="807"/>
            </a:lvl8pPr>
            <a:lvl9pPr marL="1844162" indent="0">
              <a:buNone/>
              <a:defRPr sz="807"/>
            </a:lvl9pPr>
          </a:lstStyle>
          <a:p>
            <a:pPr lvl="0"/>
            <a:r>
              <a:rPr lang="zh-CN" altLang="en-US"/>
              <a:t>单击此处编辑母版文本样式</a:t>
            </a:r>
          </a:p>
        </p:txBody>
      </p:sp>
    </p:spTree>
    <p:extLst>
      <p:ext uri="{BB962C8B-B14F-4D97-AF65-F5344CB8AC3E}">
        <p14:creationId xmlns:p14="http://schemas.microsoft.com/office/powerpoint/2010/main" val="252841975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A4A03B3-25E5-4C62-85E6-9EDAE444EC0D}"/>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67434D33-945F-D635-6177-D0A5D9B20594}"/>
              </a:ext>
            </a:extLst>
          </p:cNvPr>
          <p:cNvSpPr>
            <a:spLocks noGrp="1"/>
          </p:cNvSpPr>
          <p:nvPr>
            <p:ph sz="half" idx="1"/>
          </p:nvPr>
        </p:nvSpPr>
        <p:spPr>
          <a:xfrm>
            <a:off x="188086" y="508698"/>
            <a:ext cx="2056937" cy="2582745"/>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BC2C5F6F-CF55-8761-4967-F2027A71245A}"/>
              </a:ext>
            </a:extLst>
          </p:cNvPr>
          <p:cNvSpPr>
            <a:spLocks noGrp="1"/>
          </p:cNvSpPr>
          <p:nvPr>
            <p:ph sz="half" idx="2"/>
          </p:nvPr>
        </p:nvSpPr>
        <p:spPr>
          <a:xfrm>
            <a:off x="2321858" y="508698"/>
            <a:ext cx="2057737" cy="2582745"/>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Tree>
    <p:extLst>
      <p:ext uri="{BB962C8B-B14F-4D97-AF65-F5344CB8AC3E}">
        <p14:creationId xmlns:p14="http://schemas.microsoft.com/office/powerpoint/2010/main" val="153139584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4FB39FF-E59D-0F20-4506-2991DD9837C2}"/>
              </a:ext>
            </a:extLst>
          </p:cNvPr>
          <p:cNvSpPr>
            <a:spLocks noGrp="1"/>
          </p:cNvSpPr>
          <p:nvPr>
            <p:ph type="title"/>
          </p:nvPr>
        </p:nvSpPr>
        <p:spPr>
          <a:xfrm>
            <a:off x="317745" y="184253"/>
            <a:ext cx="3976211" cy="668918"/>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6C7B0B73-1810-56A5-037F-05B62BC23221}"/>
              </a:ext>
            </a:extLst>
          </p:cNvPr>
          <p:cNvSpPr>
            <a:spLocks noGrp="1"/>
          </p:cNvSpPr>
          <p:nvPr>
            <p:ph type="body" idx="1"/>
          </p:nvPr>
        </p:nvSpPr>
        <p:spPr>
          <a:xfrm>
            <a:off x="317745" y="848365"/>
            <a:ext cx="1950488" cy="415770"/>
          </a:xfrm>
        </p:spPr>
        <p:txBody>
          <a:bodyPr anchor="b"/>
          <a:lstStyle>
            <a:lvl1pPr marL="0" indent="0">
              <a:buNone/>
              <a:defRPr sz="1210" b="1"/>
            </a:lvl1pPr>
            <a:lvl2pPr marL="230520" indent="0">
              <a:buNone/>
              <a:defRPr sz="1008" b="1"/>
            </a:lvl2pPr>
            <a:lvl3pPr marL="461040" indent="0">
              <a:buNone/>
              <a:defRPr sz="908" b="1"/>
            </a:lvl3pPr>
            <a:lvl4pPr marL="691561" indent="0">
              <a:buNone/>
              <a:defRPr sz="807" b="1"/>
            </a:lvl4pPr>
            <a:lvl5pPr marL="922081" indent="0">
              <a:buNone/>
              <a:defRPr sz="807" b="1"/>
            </a:lvl5pPr>
            <a:lvl6pPr marL="1152601" indent="0">
              <a:buNone/>
              <a:defRPr sz="807" b="1"/>
            </a:lvl6pPr>
            <a:lvl7pPr marL="1383121" indent="0">
              <a:buNone/>
              <a:defRPr sz="807" b="1"/>
            </a:lvl7pPr>
            <a:lvl8pPr marL="1613642" indent="0">
              <a:buNone/>
              <a:defRPr sz="807" b="1"/>
            </a:lvl8pPr>
            <a:lvl9pPr marL="1844162" indent="0">
              <a:buNone/>
              <a:defRPr sz="807"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6DB74764-D1E4-87B9-2A12-7EF9E319F3EA}"/>
              </a:ext>
            </a:extLst>
          </p:cNvPr>
          <p:cNvSpPr>
            <a:spLocks noGrp="1"/>
          </p:cNvSpPr>
          <p:nvPr>
            <p:ph sz="half" idx="2"/>
          </p:nvPr>
        </p:nvSpPr>
        <p:spPr>
          <a:xfrm>
            <a:off x="317745" y="1264135"/>
            <a:ext cx="1950488" cy="1859352"/>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917A4EDC-DD11-8B0A-759C-780955B22EEC}"/>
              </a:ext>
            </a:extLst>
          </p:cNvPr>
          <p:cNvSpPr>
            <a:spLocks noGrp="1"/>
          </p:cNvSpPr>
          <p:nvPr>
            <p:ph type="body" sz="quarter" idx="3"/>
          </p:nvPr>
        </p:nvSpPr>
        <p:spPr>
          <a:xfrm>
            <a:off x="2333863" y="848365"/>
            <a:ext cx="1960093" cy="415770"/>
          </a:xfrm>
        </p:spPr>
        <p:txBody>
          <a:bodyPr anchor="b"/>
          <a:lstStyle>
            <a:lvl1pPr marL="0" indent="0">
              <a:buNone/>
              <a:defRPr sz="1210" b="1"/>
            </a:lvl1pPr>
            <a:lvl2pPr marL="230520" indent="0">
              <a:buNone/>
              <a:defRPr sz="1008" b="1"/>
            </a:lvl2pPr>
            <a:lvl3pPr marL="461040" indent="0">
              <a:buNone/>
              <a:defRPr sz="908" b="1"/>
            </a:lvl3pPr>
            <a:lvl4pPr marL="691561" indent="0">
              <a:buNone/>
              <a:defRPr sz="807" b="1"/>
            </a:lvl4pPr>
            <a:lvl5pPr marL="922081" indent="0">
              <a:buNone/>
              <a:defRPr sz="807" b="1"/>
            </a:lvl5pPr>
            <a:lvl6pPr marL="1152601" indent="0">
              <a:buNone/>
              <a:defRPr sz="807" b="1"/>
            </a:lvl6pPr>
            <a:lvl7pPr marL="1383121" indent="0">
              <a:buNone/>
              <a:defRPr sz="807" b="1"/>
            </a:lvl7pPr>
            <a:lvl8pPr marL="1613642" indent="0">
              <a:buNone/>
              <a:defRPr sz="807" b="1"/>
            </a:lvl8pPr>
            <a:lvl9pPr marL="1844162" indent="0">
              <a:buNone/>
              <a:defRPr sz="807"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0966A007-4E75-AD89-E528-335EA2299858}"/>
              </a:ext>
            </a:extLst>
          </p:cNvPr>
          <p:cNvSpPr>
            <a:spLocks noGrp="1"/>
          </p:cNvSpPr>
          <p:nvPr>
            <p:ph sz="quarter" idx="4"/>
          </p:nvPr>
        </p:nvSpPr>
        <p:spPr>
          <a:xfrm>
            <a:off x="2333863" y="1264135"/>
            <a:ext cx="1960093" cy="1859352"/>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Tree>
    <p:extLst>
      <p:ext uri="{BB962C8B-B14F-4D97-AF65-F5344CB8AC3E}">
        <p14:creationId xmlns:p14="http://schemas.microsoft.com/office/powerpoint/2010/main" val="373879146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DC980A7-C011-6EC5-1586-E55EF40C7114}"/>
              </a:ext>
            </a:extLst>
          </p:cNvPr>
          <p:cNvSpPr>
            <a:spLocks noGrp="1"/>
          </p:cNvSpPr>
          <p:nvPr>
            <p:ph type="title"/>
          </p:nvPr>
        </p:nvSpPr>
        <p:spPr/>
        <p:txBody>
          <a:bodyPr/>
          <a:lstStyle/>
          <a:p>
            <a:r>
              <a:rPr lang="zh-CN" altLang="en-US"/>
              <a:t>单击此处编辑母版标题样式</a:t>
            </a:r>
          </a:p>
        </p:txBody>
      </p:sp>
    </p:spTree>
    <p:extLst>
      <p:ext uri="{BB962C8B-B14F-4D97-AF65-F5344CB8AC3E}">
        <p14:creationId xmlns:p14="http://schemas.microsoft.com/office/powerpoint/2010/main" val="29366884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230161825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8EC8A52-4877-26AA-1415-1C613EE56008}"/>
              </a:ext>
            </a:extLst>
          </p:cNvPr>
          <p:cNvSpPr>
            <a:spLocks noGrp="1"/>
          </p:cNvSpPr>
          <p:nvPr>
            <p:ph type="title"/>
          </p:nvPr>
        </p:nvSpPr>
        <p:spPr>
          <a:xfrm>
            <a:off x="317745" y="230717"/>
            <a:ext cx="1487077" cy="807508"/>
          </a:xfrm>
        </p:spPr>
        <p:txBody>
          <a:bodyPr anchor="b"/>
          <a:lstStyle>
            <a:lvl1pPr>
              <a:defRPr sz="1613"/>
            </a:lvl1pPr>
          </a:lstStyle>
          <a:p>
            <a:r>
              <a:rPr lang="zh-CN" altLang="en-US"/>
              <a:t>单击此处编辑母版标题样式</a:t>
            </a:r>
          </a:p>
        </p:txBody>
      </p:sp>
      <p:sp>
        <p:nvSpPr>
          <p:cNvPr id="3" name="内容占位符 2">
            <a:extLst>
              <a:ext uri="{FF2B5EF4-FFF2-40B4-BE49-F238E27FC236}">
                <a16:creationId xmlns:a16="http://schemas.microsoft.com/office/drawing/2014/main" id="{4498628B-71CD-B8FC-CE63-5A6A5916B4E0}"/>
              </a:ext>
            </a:extLst>
          </p:cNvPr>
          <p:cNvSpPr>
            <a:spLocks noGrp="1"/>
          </p:cNvSpPr>
          <p:nvPr>
            <p:ph idx="1"/>
          </p:nvPr>
        </p:nvSpPr>
        <p:spPr>
          <a:xfrm>
            <a:off x="1960093" y="498284"/>
            <a:ext cx="2333863" cy="2459376"/>
          </a:xfrm>
        </p:spPr>
        <p:txBody>
          <a:bodyPr/>
          <a:lstStyle>
            <a:lvl1pPr>
              <a:defRPr sz="1613"/>
            </a:lvl1pPr>
            <a:lvl2pPr>
              <a:defRPr sz="1412"/>
            </a:lvl2pPr>
            <a:lvl3pPr>
              <a:defRPr sz="1210"/>
            </a:lvl3pPr>
            <a:lvl4pPr>
              <a:defRPr sz="1008"/>
            </a:lvl4pPr>
            <a:lvl5pPr>
              <a:defRPr sz="1008"/>
            </a:lvl5pPr>
            <a:lvl6pPr>
              <a:defRPr sz="1008"/>
            </a:lvl6pPr>
            <a:lvl7pPr>
              <a:defRPr sz="1008"/>
            </a:lvl7pPr>
            <a:lvl8pPr>
              <a:defRPr sz="1008"/>
            </a:lvl8pPr>
            <a:lvl9pPr>
              <a:defRPr sz="1008"/>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B1A28FB9-3306-776E-62C8-50EA1BC17290}"/>
              </a:ext>
            </a:extLst>
          </p:cNvPr>
          <p:cNvSpPr>
            <a:spLocks noGrp="1"/>
          </p:cNvSpPr>
          <p:nvPr>
            <p:ph type="body" sz="half" idx="2"/>
          </p:nvPr>
        </p:nvSpPr>
        <p:spPr>
          <a:xfrm>
            <a:off x="317745" y="1038225"/>
            <a:ext cx="1487077" cy="1923440"/>
          </a:xfrm>
        </p:spPr>
        <p:txBody>
          <a:bodyPr/>
          <a:lstStyle>
            <a:lvl1pPr marL="0" indent="0">
              <a:buNone/>
              <a:defRPr sz="807"/>
            </a:lvl1pPr>
            <a:lvl2pPr marL="230520" indent="0">
              <a:buNone/>
              <a:defRPr sz="706"/>
            </a:lvl2pPr>
            <a:lvl3pPr marL="461040" indent="0">
              <a:buNone/>
              <a:defRPr sz="605"/>
            </a:lvl3pPr>
            <a:lvl4pPr marL="691561" indent="0">
              <a:buNone/>
              <a:defRPr sz="504"/>
            </a:lvl4pPr>
            <a:lvl5pPr marL="922081" indent="0">
              <a:buNone/>
              <a:defRPr sz="504"/>
            </a:lvl5pPr>
            <a:lvl6pPr marL="1152601" indent="0">
              <a:buNone/>
              <a:defRPr sz="504"/>
            </a:lvl6pPr>
            <a:lvl7pPr marL="1383121" indent="0">
              <a:buNone/>
              <a:defRPr sz="504"/>
            </a:lvl7pPr>
            <a:lvl8pPr marL="1613642" indent="0">
              <a:buNone/>
              <a:defRPr sz="504"/>
            </a:lvl8pPr>
            <a:lvl9pPr marL="1844162" indent="0">
              <a:buNone/>
              <a:defRPr sz="504"/>
            </a:lvl9pPr>
          </a:lstStyle>
          <a:p>
            <a:pPr lvl="0"/>
            <a:r>
              <a:rPr lang="zh-CN" altLang="en-US"/>
              <a:t>单击此处编辑母版文本样式</a:t>
            </a:r>
          </a:p>
        </p:txBody>
      </p:sp>
    </p:spTree>
    <p:extLst>
      <p:ext uri="{BB962C8B-B14F-4D97-AF65-F5344CB8AC3E}">
        <p14:creationId xmlns:p14="http://schemas.microsoft.com/office/powerpoint/2010/main" val="14910976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ACD4825-4941-C57A-51D9-10AC7BA87CB8}"/>
              </a:ext>
            </a:extLst>
          </p:cNvPr>
          <p:cNvSpPr>
            <a:spLocks noGrp="1"/>
          </p:cNvSpPr>
          <p:nvPr>
            <p:ph type="title"/>
          </p:nvPr>
        </p:nvSpPr>
        <p:spPr>
          <a:xfrm>
            <a:off x="317745" y="230717"/>
            <a:ext cx="1487077" cy="807508"/>
          </a:xfrm>
        </p:spPr>
        <p:txBody>
          <a:bodyPr anchor="b"/>
          <a:lstStyle>
            <a:lvl1pPr>
              <a:defRPr sz="1613"/>
            </a:lvl1pPr>
          </a:lstStyle>
          <a:p>
            <a:r>
              <a:rPr lang="zh-CN" altLang="en-US"/>
              <a:t>单击此处编辑母版标题样式</a:t>
            </a:r>
          </a:p>
        </p:txBody>
      </p:sp>
      <p:sp>
        <p:nvSpPr>
          <p:cNvPr id="3" name="图片占位符 2">
            <a:extLst>
              <a:ext uri="{FF2B5EF4-FFF2-40B4-BE49-F238E27FC236}">
                <a16:creationId xmlns:a16="http://schemas.microsoft.com/office/drawing/2014/main" id="{5BBFA41E-64CF-A958-73D4-BF8C7AB56E35}"/>
              </a:ext>
            </a:extLst>
          </p:cNvPr>
          <p:cNvSpPr>
            <a:spLocks noGrp="1"/>
          </p:cNvSpPr>
          <p:nvPr>
            <p:ph type="pic" idx="1"/>
          </p:nvPr>
        </p:nvSpPr>
        <p:spPr>
          <a:xfrm>
            <a:off x="1960093" y="498284"/>
            <a:ext cx="2333863" cy="2459376"/>
          </a:xfrm>
        </p:spPr>
        <p:txBody>
          <a:bodyPr/>
          <a:lstStyle>
            <a:lvl1pPr marL="0" indent="0">
              <a:buNone/>
              <a:defRPr sz="1613"/>
            </a:lvl1pPr>
            <a:lvl2pPr marL="230520" indent="0">
              <a:buNone/>
              <a:defRPr sz="1412"/>
            </a:lvl2pPr>
            <a:lvl3pPr marL="461040" indent="0">
              <a:buNone/>
              <a:defRPr sz="1210"/>
            </a:lvl3pPr>
            <a:lvl4pPr marL="691561" indent="0">
              <a:buNone/>
              <a:defRPr sz="1008"/>
            </a:lvl4pPr>
            <a:lvl5pPr marL="922081" indent="0">
              <a:buNone/>
              <a:defRPr sz="1008"/>
            </a:lvl5pPr>
            <a:lvl6pPr marL="1152601" indent="0">
              <a:buNone/>
              <a:defRPr sz="1008"/>
            </a:lvl6pPr>
            <a:lvl7pPr marL="1383121" indent="0">
              <a:buNone/>
              <a:defRPr sz="1008"/>
            </a:lvl7pPr>
            <a:lvl8pPr marL="1613642" indent="0">
              <a:buNone/>
              <a:defRPr sz="1008"/>
            </a:lvl8pPr>
            <a:lvl9pPr marL="1844162" indent="0">
              <a:buNone/>
              <a:defRPr sz="1008"/>
            </a:lvl9pPr>
          </a:lstStyle>
          <a:p>
            <a:endParaRPr lang="zh-CN" altLang="en-US"/>
          </a:p>
        </p:txBody>
      </p:sp>
      <p:sp>
        <p:nvSpPr>
          <p:cNvPr id="4" name="文本占位符 3">
            <a:extLst>
              <a:ext uri="{FF2B5EF4-FFF2-40B4-BE49-F238E27FC236}">
                <a16:creationId xmlns:a16="http://schemas.microsoft.com/office/drawing/2014/main" id="{EEAC0442-E05E-FD75-82B5-2EBAA9D62380}"/>
              </a:ext>
            </a:extLst>
          </p:cNvPr>
          <p:cNvSpPr>
            <a:spLocks noGrp="1"/>
          </p:cNvSpPr>
          <p:nvPr>
            <p:ph type="body" sz="half" idx="2"/>
          </p:nvPr>
        </p:nvSpPr>
        <p:spPr>
          <a:xfrm>
            <a:off x="317745" y="1038225"/>
            <a:ext cx="1487077" cy="1923440"/>
          </a:xfrm>
        </p:spPr>
        <p:txBody>
          <a:bodyPr/>
          <a:lstStyle>
            <a:lvl1pPr marL="0" indent="0">
              <a:buNone/>
              <a:defRPr sz="807"/>
            </a:lvl1pPr>
            <a:lvl2pPr marL="230520" indent="0">
              <a:buNone/>
              <a:defRPr sz="706"/>
            </a:lvl2pPr>
            <a:lvl3pPr marL="461040" indent="0">
              <a:buNone/>
              <a:defRPr sz="605"/>
            </a:lvl3pPr>
            <a:lvl4pPr marL="691561" indent="0">
              <a:buNone/>
              <a:defRPr sz="504"/>
            </a:lvl4pPr>
            <a:lvl5pPr marL="922081" indent="0">
              <a:buNone/>
              <a:defRPr sz="504"/>
            </a:lvl5pPr>
            <a:lvl6pPr marL="1152601" indent="0">
              <a:buNone/>
              <a:defRPr sz="504"/>
            </a:lvl6pPr>
            <a:lvl7pPr marL="1383121" indent="0">
              <a:buNone/>
              <a:defRPr sz="504"/>
            </a:lvl7pPr>
            <a:lvl8pPr marL="1613642" indent="0">
              <a:buNone/>
              <a:defRPr sz="504"/>
            </a:lvl8pPr>
            <a:lvl9pPr marL="1844162" indent="0">
              <a:buNone/>
              <a:defRPr sz="504"/>
            </a:lvl9pPr>
          </a:lstStyle>
          <a:p>
            <a:pPr lvl="0"/>
            <a:r>
              <a:rPr lang="zh-CN" altLang="en-US"/>
              <a:t>单击此处编辑母版文本样式</a:t>
            </a:r>
          </a:p>
        </p:txBody>
      </p:sp>
    </p:spTree>
    <p:extLst>
      <p:ext uri="{BB962C8B-B14F-4D97-AF65-F5344CB8AC3E}">
        <p14:creationId xmlns:p14="http://schemas.microsoft.com/office/powerpoint/2010/main" val="279085233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0B2C798-DBA1-EF46-97F2-1111BF8DEB38}"/>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EECDDE83-F4C9-1804-E5EC-A6BBDFAAA887}"/>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Tree>
    <p:extLst>
      <p:ext uri="{BB962C8B-B14F-4D97-AF65-F5344CB8AC3E}">
        <p14:creationId xmlns:p14="http://schemas.microsoft.com/office/powerpoint/2010/main" val="60407795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0E07FA61-BABF-D675-25FB-6EFF371899A0}"/>
              </a:ext>
            </a:extLst>
          </p:cNvPr>
          <p:cNvSpPr>
            <a:spLocks noGrp="1"/>
          </p:cNvSpPr>
          <p:nvPr>
            <p:ph type="title" orient="vert"/>
          </p:nvPr>
        </p:nvSpPr>
        <p:spPr>
          <a:xfrm>
            <a:off x="3353527" y="127375"/>
            <a:ext cx="1059683" cy="296406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5653B934-A955-27C0-8F26-BA03D897A7CE}"/>
              </a:ext>
            </a:extLst>
          </p:cNvPr>
          <p:cNvSpPr>
            <a:spLocks noGrp="1"/>
          </p:cNvSpPr>
          <p:nvPr>
            <p:ph type="body" orient="vert" idx="1"/>
          </p:nvPr>
        </p:nvSpPr>
        <p:spPr>
          <a:xfrm>
            <a:off x="172879" y="127375"/>
            <a:ext cx="3103814" cy="296406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Tree>
    <p:extLst>
      <p:ext uri="{BB962C8B-B14F-4D97-AF65-F5344CB8AC3E}">
        <p14:creationId xmlns:p14="http://schemas.microsoft.com/office/powerpoint/2010/main" val="310475036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5F93D6D-994E-C2E4-1F89-B1586BED4BC3}"/>
              </a:ext>
            </a:extLst>
          </p:cNvPr>
          <p:cNvSpPr>
            <a:spLocks noGrp="1"/>
          </p:cNvSpPr>
          <p:nvPr>
            <p:ph type="ctrTitle"/>
          </p:nvPr>
        </p:nvSpPr>
        <p:spPr>
          <a:xfrm>
            <a:off x="576263" y="566377"/>
            <a:ext cx="3457575" cy="1204854"/>
          </a:xfrm>
        </p:spPr>
        <p:txBody>
          <a:bodyPr anchor="b"/>
          <a:lstStyle>
            <a:lvl1pPr algn="ctr">
              <a:defRPr sz="3025"/>
            </a:lvl1pPr>
          </a:lstStyle>
          <a:p>
            <a:r>
              <a:rPr lang="zh-CN" altLang="en-US"/>
              <a:t>单击此处编辑母版标题样式</a:t>
            </a:r>
          </a:p>
        </p:txBody>
      </p:sp>
      <p:sp>
        <p:nvSpPr>
          <p:cNvPr id="3" name="副标题 2">
            <a:extLst>
              <a:ext uri="{FF2B5EF4-FFF2-40B4-BE49-F238E27FC236}">
                <a16:creationId xmlns:a16="http://schemas.microsoft.com/office/drawing/2014/main" id="{6091BA48-9804-3E43-8EC4-3F5DD95DCFC2}"/>
              </a:ext>
            </a:extLst>
          </p:cNvPr>
          <p:cNvSpPr>
            <a:spLocks noGrp="1"/>
          </p:cNvSpPr>
          <p:nvPr>
            <p:ph type="subTitle" idx="1"/>
          </p:nvPr>
        </p:nvSpPr>
        <p:spPr>
          <a:xfrm>
            <a:off x="576263" y="1817695"/>
            <a:ext cx="3457575" cy="835547"/>
          </a:xfrm>
        </p:spPr>
        <p:txBody>
          <a:bodyPr/>
          <a:lstStyle>
            <a:lvl1pPr marL="0" indent="0" algn="ctr">
              <a:buNone/>
              <a:defRPr sz="1210"/>
            </a:lvl1pPr>
            <a:lvl2pPr marL="230520" indent="0" algn="ctr">
              <a:buNone/>
              <a:defRPr sz="1008"/>
            </a:lvl2pPr>
            <a:lvl3pPr marL="461040" indent="0" algn="ctr">
              <a:buNone/>
              <a:defRPr sz="908"/>
            </a:lvl3pPr>
            <a:lvl4pPr marL="691561" indent="0" algn="ctr">
              <a:buNone/>
              <a:defRPr sz="807"/>
            </a:lvl4pPr>
            <a:lvl5pPr marL="922081" indent="0" algn="ctr">
              <a:buNone/>
              <a:defRPr sz="807"/>
            </a:lvl5pPr>
            <a:lvl6pPr marL="1152601" indent="0" algn="ctr">
              <a:buNone/>
              <a:defRPr sz="807"/>
            </a:lvl6pPr>
            <a:lvl7pPr marL="1383121" indent="0" algn="ctr">
              <a:buNone/>
              <a:defRPr sz="807"/>
            </a:lvl7pPr>
            <a:lvl8pPr marL="1613642" indent="0" algn="ctr">
              <a:buNone/>
              <a:defRPr sz="807"/>
            </a:lvl8pPr>
            <a:lvl9pPr marL="1844162" indent="0" algn="ctr">
              <a:buNone/>
              <a:defRPr sz="807"/>
            </a:lvl9pPr>
          </a:lstStyle>
          <a:p>
            <a:r>
              <a:rPr lang="zh-CN" altLang="en-US"/>
              <a:t>单击此处编辑母版副标题样式</a:t>
            </a:r>
          </a:p>
        </p:txBody>
      </p:sp>
      <p:sp>
        <p:nvSpPr>
          <p:cNvPr id="4" name="页脚占位符 3">
            <a:extLst>
              <a:ext uri="{FF2B5EF4-FFF2-40B4-BE49-F238E27FC236}">
                <a16:creationId xmlns:a16="http://schemas.microsoft.com/office/drawing/2014/main" id="{709ADA9D-A152-0D1E-29D9-A602055E5CBF}"/>
              </a:ext>
            </a:extLst>
          </p:cNvPr>
          <p:cNvSpPr>
            <a:spLocks noGrp="1"/>
          </p:cNvSpPr>
          <p:nvPr>
            <p:ph type="ftr" sz="quarter" idx="10"/>
          </p:nvPr>
        </p:nvSpPr>
        <p:spPr/>
        <p:txBody>
          <a:bodyPr/>
          <a:lstStyle>
            <a:lvl1pPr>
              <a:defRPr/>
            </a:lvl1pPr>
          </a:lstStyle>
          <a:p>
            <a:r>
              <a:rPr lang="zh-CN" altLang="zh-CN"/>
              <a:t>生活费用的衡量</a:t>
            </a:r>
          </a:p>
        </p:txBody>
      </p:sp>
      <p:sp>
        <p:nvSpPr>
          <p:cNvPr id="5" name="灯片编号占位符 4">
            <a:extLst>
              <a:ext uri="{FF2B5EF4-FFF2-40B4-BE49-F238E27FC236}">
                <a16:creationId xmlns:a16="http://schemas.microsoft.com/office/drawing/2014/main" id="{6E6AC2BB-516C-E850-92F8-B59DA6A4A3BA}"/>
              </a:ext>
            </a:extLst>
          </p:cNvPr>
          <p:cNvSpPr>
            <a:spLocks noGrp="1"/>
          </p:cNvSpPr>
          <p:nvPr>
            <p:ph type="sldNum" sz="quarter" idx="11"/>
          </p:nvPr>
        </p:nvSpPr>
        <p:spPr/>
        <p:txBody>
          <a:bodyPr/>
          <a:lstStyle>
            <a:lvl1pPr>
              <a:defRPr/>
            </a:lvl1pPr>
          </a:lstStyle>
          <a:p>
            <a:fld id="{E77CCB4B-E2D9-3A4A-A6BD-2C4CD873DC31}" type="slidenum">
              <a:rPr lang="zh-CN" altLang="zh-CN"/>
              <a:pPr/>
              <a:t>‹#›</a:t>
            </a:fld>
            <a:endParaRPr lang="en-US" altLang="zh-CN"/>
          </a:p>
        </p:txBody>
      </p:sp>
    </p:spTree>
    <p:extLst>
      <p:ext uri="{BB962C8B-B14F-4D97-AF65-F5344CB8AC3E}">
        <p14:creationId xmlns:p14="http://schemas.microsoft.com/office/powerpoint/2010/main" val="551697451"/>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BB26DC9-2B1F-4161-DB36-67CFC1289B3E}"/>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AA122839-8434-8E16-7599-3C039EEFDAAF}"/>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页脚占位符 3">
            <a:extLst>
              <a:ext uri="{FF2B5EF4-FFF2-40B4-BE49-F238E27FC236}">
                <a16:creationId xmlns:a16="http://schemas.microsoft.com/office/drawing/2014/main" id="{D1C51B69-4275-556E-6005-80E8DB7FFA15}"/>
              </a:ext>
            </a:extLst>
          </p:cNvPr>
          <p:cNvSpPr>
            <a:spLocks noGrp="1"/>
          </p:cNvSpPr>
          <p:nvPr>
            <p:ph type="ftr" sz="quarter" idx="10"/>
          </p:nvPr>
        </p:nvSpPr>
        <p:spPr/>
        <p:txBody>
          <a:bodyPr/>
          <a:lstStyle>
            <a:lvl1pPr>
              <a:defRPr/>
            </a:lvl1pPr>
          </a:lstStyle>
          <a:p>
            <a:r>
              <a:rPr lang="zh-CN" altLang="zh-CN"/>
              <a:t>生活费用的衡量</a:t>
            </a:r>
          </a:p>
        </p:txBody>
      </p:sp>
      <p:sp>
        <p:nvSpPr>
          <p:cNvPr id="5" name="灯片编号占位符 4">
            <a:extLst>
              <a:ext uri="{FF2B5EF4-FFF2-40B4-BE49-F238E27FC236}">
                <a16:creationId xmlns:a16="http://schemas.microsoft.com/office/drawing/2014/main" id="{F8FFB1E1-D800-D615-DF98-7B8E434A2ACF}"/>
              </a:ext>
            </a:extLst>
          </p:cNvPr>
          <p:cNvSpPr>
            <a:spLocks noGrp="1"/>
          </p:cNvSpPr>
          <p:nvPr>
            <p:ph type="sldNum" sz="quarter" idx="11"/>
          </p:nvPr>
        </p:nvSpPr>
        <p:spPr/>
        <p:txBody>
          <a:bodyPr/>
          <a:lstStyle>
            <a:lvl1pPr>
              <a:defRPr/>
            </a:lvl1pPr>
          </a:lstStyle>
          <a:p>
            <a:fld id="{D0AF8388-590D-5544-BA51-2E0AA1E4222F}" type="slidenum">
              <a:rPr lang="zh-CN" altLang="zh-CN"/>
              <a:pPr/>
              <a:t>‹#›</a:t>
            </a:fld>
            <a:endParaRPr lang="en-US" altLang="zh-CN"/>
          </a:p>
        </p:txBody>
      </p:sp>
    </p:spTree>
    <p:extLst>
      <p:ext uri="{BB962C8B-B14F-4D97-AF65-F5344CB8AC3E}">
        <p14:creationId xmlns:p14="http://schemas.microsoft.com/office/powerpoint/2010/main" val="543191752"/>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0F9701F-9811-F48F-C319-3027DC7F7F76}"/>
              </a:ext>
            </a:extLst>
          </p:cNvPr>
          <p:cNvSpPr>
            <a:spLocks noGrp="1"/>
          </p:cNvSpPr>
          <p:nvPr>
            <p:ph type="title"/>
          </p:nvPr>
        </p:nvSpPr>
        <p:spPr>
          <a:xfrm>
            <a:off x="314544" y="862785"/>
            <a:ext cx="3976211" cy="1439576"/>
          </a:xfrm>
        </p:spPr>
        <p:txBody>
          <a:bodyPr anchor="b"/>
          <a:lstStyle>
            <a:lvl1pPr>
              <a:defRPr sz="3025"/>
            </a:lvl1pPr>
          </a:lstStyle>
          <a:p>
            <a:r>
              <a:rPr lang="zh-CN" altLang="en-US"/>
              <a:t>单击此处编辑母版标题样式</a:t>
            </a:r>
          </a:p>
        </p:txBody>
      </p:sp>
      <p:sp>
        <p:nvSpPr>
          <p:cNvPr id="3" name="文本占位符 2">
            <a:extLst>
              <a:ext uri="{FF2B5EF4-FFF2-40B4-BE49-F238E27FC236}">
                <a16:creationId xmlns:a16="http://schemas.microsoft.com/office/drawing/2014/main" id="{3CC7E3EA-E881-11E6-1983-73B78DACA66B}"/>
              </a:ext>
            </a:extLst>
          </p:cNvPr>
          <p:cNvSpPr>
            <a:spLocks noGrp="1"/>
          </p:cNvSpPr>
          <p:nvPr>
            <p:ph type="body" idx="1"/>
          </p:nvPr>
        </p:nvSpPr>
        <p:spPr>
          <a:xfrm>
            <a:off x="314544" y="2315979"/>
            <a:ext cx="3976211" cy="757039"/>
          </a:xfrm>
        </p:spPr>
        <p:txBody>
          <a:bodyPr/>
          <a:lstStyle>
            <a:lvl1pPr marL="0" indent="0">
              <a:buNone/>
              <a:defRPr sz="1210"/>
            </a:lvl1pPr>
            <a:lvl2pPr marL="230520" indent="0">
              <a:buNone/>
              <a:defRPr sz="1008"/>
            </a:lvl2pPr>
            <a:lvl3pPr marL="461040" indent="0">
              <a:buNone/>
              <a:defRPr sz="908"/>
            </a:lvl3pPr>
            <a:lvl4pPr marL="691561" indent="0">
              <a:buNone/>
              <a:defRPr sz="807"/>
            </a:lvl4pPr>
            <a:lvl5pPr marL="922081" indent="0">
              <a:buNone/>
              <a:defRPr sz="807"/>
            </a:lvl5pPr>
            <a:lvl6pPr marL="1152601" indent="0">
              <a:buNone/>
              <a:defRPr sz="807"/>
            </a:lvl6pPr>
            <a:lvl7pPr marL="1383121" indent="0">
              <a:buNone/>
              <a:defRPr sz="807"/>
            </a:lvl7pPr>
            <a:lvl8pPr marL="1613642" indent="0">
              <a:buNone/>
              <a:defRPr sz="807"/>
            </a:lvl8pPr>
            <a:lvl9pPr marL="1844162" indent="0">
              <a:buNone/>
              <a:defRPr sz="807"/>
            </a:lvl9pPr>
          </a:lstStyle>
          <a:p>
            <a:pPr lvl="0"/>
            <a:r>
              <a:rPr lang="zh-CN" altLang="en-US"/>
              <a:t>单击此处编辑母版文本样式</a:t>
            </a:r>
          </a:p>
        </p:txBody>
      </p:sp>
      <p:sp>
        <p:nvSpPr>
          <p:cNvPr id="4" name="页脚占位符 3">
            <a:extLst>
              <a:ext uri="{FF2B5EF4-FFF2-40B4-BE49-F238E27FC236}">
                <a16:creationId xmlns:a16="http://schemas.microsoft.com/office/drawing/2014/main" id="{A8017190-597F-673A-9695-9F40D78FDF7A}"/>
              </a:ext>
            </a:extLst>
          </p:cNvPr>
          <p:cNvSpPr>
            <a:spLocks noGrp="1"/>
          </p:cNvSpPr>
          <p:nvPr>
            <p:ph type="ftr" sz="quarter" idx="10"/>
          </p:nvPr>
        </p:nvSpPr>
        <p:spPr/>
        <p:txBody>
          <a:bodyPr/>
          <a:lstStyle>
            <a:lvl1pPr>
              <a:defRPr/>
            </a:lvl1pPr>
          </a:lstStyle>
          <a:p>
            <a:r>
              <a:rPr lang="zh-CN" altLang="zh-CN"/>
              <a:t>生活费用的衡量</a:t>
            </a:r>
          </a:p>
        </p:txBody>
      </p:sp>
      <p:sp>
        <p:nvSpPr>
          <p:cNvPr id="5" name="灯片编号占位符 4">
            <a:extLst>
              <a:ext uri="{FF2B5EF4-FFF2-40B4-BE49-F238E27FC236}">
                <a16:creationId xmlns:a16="http://schemas.microsoft.com/office/drawing/2014/main" id="{58CF7D0A-5147-849D-6909-9C4D629AD21F}"/>
              </a:ext>
            </a:extLst>
          </p:cNvPr>
          <p:cNvSpPr>
            <a:spLocks noGrp="1"/>
          </p:cNvSpPr>
          <p:nvPr>
            <p:ph type="sldNum" sz="quarter" idx="11"/>
          </p:nvPr>
        </p:nvSpPr>
        <p:spPr/>
        <p:txBody>
          <a:bodyPr/>
          <a:lstStyle>
            <a:lvl1pPr>
              <a:defRPr/>
            </a:lvl1pPr>
          </a:lstStyle>
          <a:p>
            <a:fld id="{8F48CC5D-4DBB-054F-BB91-0B5FDA710E9B}" type="slidenum">
              <a:rPr lang="zh-CN" altLang="zh-CN"/>
              <a:pPr/>
              <a:t>‹#›</a:t>
            </a:fld>
            <a:endParaRPr lang="en-US" altLang="zh-CN"/>
          </a:p>
        </p:txBody>
      </p:sp>
    </p:spTree>
    <p:extLst>
      <p:ext uri="{BB962C8B-B14F-4D97-AF65-F5344CB8AC3E}">
        <p14:creationId xmlns:p14="http://schemas.microsoft.com/office/powerpoint/2010/main" val="249137929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4DCF396-6D7D-7D69-872F-E1559065AC2D}"/>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330A97E8-7850-2701-0973-861D35464698}"/>
              </a:ext>
            </a:extLst>
          </p:cNvPr>
          <p:cNvSpPr>
            <a:spLocks noGrp="1"/>
          </p:cNvSpPr>
          <p:nvPr>
            <p:ph sz="half" idx="1"/>
          </p:nvPr>
        </p:nvSpPr>
        <p:spPr>
          <a:xfrm>
            <a:off x="188086" y="508698"/>
            <a:ext cx="2056937" cy="2582745"/>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317858D8-6369-CF9F-E8A2-F852152FD1DE}"/>
              </a:ext>
            </a:extLst>
          </p:cNvPr>
          <p:cNvSpPr>
            <a:spLocks noGrp="1"/>
          </p:cNvSpPr>
          <p:nvPr>
            <p:ph sz="half" idx="2"/>
          </p:nvPr>
        </p:nvSpPr>
        <p:spPr>
          <a:xfrm>
            <a:off x="2321858" y="508698"/>
            <a:ext cx="2057737" cy="2582745"/>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页脚占位符 4">
            <a:extLst>
              <a:ext uri="{FF2B5EF4-FFF2-40B4-BE49-F238E27FC236}">
                <a16:creationId xmlns:a16="http://schemas.microsoft.com/office/drawing/2014/main" id="{EC240147-A5BB-56C9-58F9-E9140EA6CC0C}"/>
              </a:ext>
            </a:extLst>
          </p:cNvPr>
          <p:cNvSpPr>
            <a:spLocks noGrp="1"/>
          </p:cNvSpPr>
          <p:nvPr>
            <p:ph type="ftr" sz="quarter" idx="10"/>
          </p:nvPr>
        </p:nvSpPr>
        <p:spPr/>
        <p:txBody>
          <a:bodyPr/>
          <a:lstStyle>
            <a:lvl1pPr>
              <a:defRPr/>
            </a:lvl1pPr>
          </a:lstStyle>
          <a:p>
            <a:r>
              <a:rPr lang="zh-CN" altLang="zh-CN"/>
              <a:t>生活费用的衡量</a:t>
            </a:r>
          </a:p>
        </p:txBody>
      </p:sp>
      <p:sp>
        <p:nvSpPr>
          <p:cNvPr id="6" name="灯片编号占位符 5">
            <a:extLst>
              <a:ext uri="{FF2B5EF4-FFF2-40B4-BE49-F238E27FC236}">
                <a16:creationId xmlns:a16="http://schemas.microsoft.com/office/drawing/2014/main" id="{BD98DEE7-6B01-53DC-16D8-69F5BEAAC5C8}"/>
              </a:ext>
            </a:extLst>
          </p:cNvPr>
          <p:cNvSpPr>
            <a:spLocks noGrp="1"/>
          </p:cNvSpPr>
          <p:nvPr>
            <p:ph type="sldNum" sz="quarter" idx="11"/>
          </p:nvPr>
        </p:nvSpPr>
        <p:spPr/>
        <p:txBody>
          <a:bodyPr/>
          <a:lstStyle>
            <a:lvl1pPr>
              <a:defRPr/>
            </a:lvl1pPr>
          </a:lstStyle>
          <a:p>
            <a:fld id="{8C019746-BD08-8747-84D5-7DDD436B0041}" type="slidenum">
              <a:rPr lang="zh-CN" altLang="zh-CN"/>
              <a:pPr/>
              <a:t>‹#›</a:t>
            </a:fld>
            <a:endParaRPr lang="en-US" altLang="zh-CN"/>
          </a:p>
        </p:txBody>
      </p:sp>
    </p:spTree>
    <p:extLst>
      <p:ext uri="{BB962C8B-B14F-4D97-AF65-F5344CB8AC3E}">
        <p14:creationId xmlns:p14="http://schemas.microsoft.com/office/powerpoint/2010/main" val="280839675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ED4E7AC-08EB-D5AE-B96D-E2D76AFDEB15}"/>
              </a:ext>
            </a:extLst>
          </p:cNvPr>
          <p:cNvSpPr>
            <a:spLocks noGrp="1"/>
          </p:cNvSpPr>
          <p:nvPr>
            <p:ph type="title"/>
          </p:nvPr>
        </p:nvSpPr>
        <p:spPr>
          <a:xfrm>
            <a:off x="317745" y="184253"/>
            <a:ext cx="3976211" cy="668918"/>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FA818EAB-F5FD-394E-F5BD-A159A709A077}"/>
              </a:ext>
            </a:extLst>
          </p:cNvPr>
          <p:cNvSpPr>
            <a:spLocks noGrp="1"/>
          </p:cNvSpPr>
          <p:nvPr>
            <p:ph type="body" idx="1"/>
          </p:nvPr>
        </p:nvSpPr>
        <p:spPr>
          <a:xfrm>
            <a:off x="317745" y="848365"/>
            <a:ext cx="1950488" cy="415770"/>
          </a:xfrm>
        </p:spPr>
        <p:txBody>
          <a:bodyPr anchor="b"/>
          <a:lstStyle>
            <a:lvl1pPr marL="0" indent="0">
              <a:buNone/>
              <a:defRPr sz="1210" b="1"/>
            </a:lvl1pPr>
            <a:lvl2pPr marL="230520" indent="0">
              <a:buNone/>
              <a:defRPr sz="1008" b="1"/>
            </a:lvl2pPr>
            <a:lvl3pPr marL="461040" indent="0">
              <a:buNone/>
              <a:defRPr sz="908" b="1"/>
            </a:lvl3pPr>
            <a:lvl4pPr marL="691561" indent="0">
              <a:buNone/>
              <a:defRPr sz="807" b="1"/>
            </a:lvl4pPr>
            <a:lvl5pPr marL="922081" indent="0">
              <a:buNone/>
              <a:defRPr sz="807" b="1"/>
            </a:lvl5pPr>
            <a:lvl6pPr marL="1152601" indent="0">
              <a:buNone/>
              <a:defRPr sz="807" b="1"/>
            </a:lvl6pPr>
            <a:lvl7pPr marL="1383121" indent="0">
              <a:buNone/>
              <a:defRPr sz="807" b="1"/>
            </a:lvl7pPr>
            <a:lvl8pPr marL="1613642" indent="0">
              <a:buNone/>
              <a:defRPr sz="807" b="1"/>
            </a:lvl8pPr>
            <a:lvl9pPr marL="1844162" indent="0">
              <a:buNone/>
              <a:defRPr sz="807"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49EE72BD-0817-A371-2A68-C5B31D09F762}"/>
              </a:ext>
            </a:extLst>
          </p:cNvPr>
          <p:cNvSpPr>
            <a:spLocks noGrp="1"/>
          </p:cNvSpPr>
          <p:nvPr>
            <p:ph sz="half" idx="2"/>
          </p:nvPr>
        </p:nvSpPr>
        <p:spPr>
          <a:xfrm>
            <a:off x="317745" y="1264135"/>
            <a:ext cx="1950488" cy="1859352"/>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C8B4D3CF-28A6-AE81-E47D-6045104D26D8}"/>
              </a:ext>
            </a:extLst>
          </p:cNvPr>
          <p:cNvSpPr>
            <a:spLocks noGrp="1"/>
          </p:cNvSpPr>
          <p:nvPr>
            <p:ph type="body" sz="quarter" idx="3"/>
          </p:nvPr>
        </p:nvSpPr>
        <p:spPr>
          <a:xfrm>
            <a:off x="2333863" y="848365"/>
            <a:ext cx="1960093" cy="415770"/>
          </a:xfrm>
        </p:spPr>
        <p:txBody>
          <a:bodyPr anchor="b"/>
          <a:lstStyle>
            <a:lvl1pPr marL="0" indent="0">
              <a:buNone/>
              <a:defRPr sz="1210" b="1"/>
            </a:lvl1pPr>
            <a:lvl2pPr marL="230520" indent="0">
              <a:buNone/>
              <a:defRPr sz="1008" b="1"/>
            </a:lvl2pPr>
            <a:lvl3pPr marL="461040" indent="0">
              <a:buNone/>
              <a:defRPr sz="908" b="1"/>
            </a:lvl3pPr>
            <a:lvl4pPr marL="691561" indent="0">
              <a:buNone/>
              <a:defRPr sz="807" b="1"/>
            </a:lvl4pPr>
            <a:lvl5pPr marL="922081" indent="0">
              <a:buNone/>
              <a:defRPr sz="807" b="1"/>
            </a:lvl5pPr>
            <a:lvl6pPr marL="1152601" indent="0">
              <a:buNone/>
              <a:defRPr sz="807" b="1"/>
            </a:lvl6pPr>
            <a:lvl7pPr marL="1383121" indent="0">
              <a:buNone/>
              <a:defRPr sz="807" b="1"/>
            </a:lvl7pPr>
            <a:lvl8pPr marL="1613642" indent="0">
              <a:buNone/>
              <a:defRPr sz="807" b="1"/>
            </a:lvl8pPr>
            <a:lvl9pPr marL="1844162" indent="0">
              <a:buNone/>
              <a:defRPr sz="807"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641E6D47-B987-7B78-551D-543DDB6B6252}"/>
              </a:ext>
            </a:extLst>
          </p:cNvPr>
          <p:cNvSpPr>
            <a:spLocks noGrp="1"/>
          </p:cNvSpPr>
          <p:nvPr>
            <p:ph sz="quarter" idx="4"/>
          </p:nvPr>
        </p:nvSpPr>
        <p:spPr>
          <a:xfrm>
            <a:off x="2333863" y="1264135"/>
            <a:ext cx="1960093" cy="1859352"/>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页脚占位符 6">
            <a:extLst>
              <a:ext uri="{FF2B5EF4-FFF2-40B4-BE49-F238E27FC236}">
                <a16:creationId xmlns:a16="http://schemas.microsoft.com/office/drawing/2014/main" id="{E332F845-FECF-E3A7-DA37-16BF4D6B7B30}"/>
              </a:ext>
            </a:extLst>
          </p:cNvPr>
          <p:cNvSpPr>
            <a:spLocks noGrp="1"/>
          </p:cNvSpPr>
          <p:nvPr>
            <p:ph type="ftr" sz="quarter" idx="10"/>
          </p:nvPr>
        </p:nvSpPr>
        <p:spPr/>
        <p:txBody>
          <a:bodyPr/>
          <a:lstStyle>
            <a:lvl1pPr>
              <a:defRPr/>
            </a:lvl1pPr>
          </a:lstStyle>
          <a:p>
            <a:r>
              <a:rPr lang="zh-CN" altLang="zh-CN"/>
              <a:t>生活费用的衡量</a:t>
            </a:r>
          </a:p>
        </p:txBody>
      </p:sp>
      <p:sp>
        <p:nvSpPr>
          <p:cNvPr id="8" name="灯片编号占位符 7">
            <a:extLst>
              <a:ext uri="{FF2B5EF4-FFF2-40B4-BE49-F238E27FC236}">
                <a16:creationId xmlns:a16="http://schemas.microsoft.com/office/drawing/2014/main" id="{5006AFBB-D687-028F-2B3E-E0FB67CE0D40}"/>
              </a:ext>
            </a:extLst>
          </p:cNvPr>
          <p:cNvSpPr>
            <a:spLocks noGrp="1"/>
          </p:cNvSpPr>
          <p:nvPr>
            <p:ph type="sldNum" sz="quarter" idx="11"/>
          </p:nvPr>
        </p:nvSpPr>
        <p:spPr/>
        <p:txBody>
          <a:bodyPr/>
          <a:lstStyle>
            <a:lvl1pPr>
              <a:defRPr/>
            </a:lvl1pPr>
          </a:lstStyle>
          <a:p>
            <a:fld id="{3E524CE4-D4D3-7C45-A556-874CE046BFC4}" type="slidenum">
              <a:rPr lang="zh-CN" altLang="zh-CN"/>
              <a:pPr/>
              <a:t>‹#›</a:t>
            </a:fld>
            <a:endParaRPr lang="en-US" altLang="zh-CN"/>
          </a:p>
        </p:txBody>
      </p:sp>
    </p:spTree>
    <p:extLst>
      <p:ext uri="{BB962C8B-B14F-4D97-AF65-F5344CB8AC3E}">
        <p14:creationId xmlns:p14="http://schemas.microsoft.com/office/powerpoint/2010/main" val="1318090157"/>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A8C1F7D-26D0-1C08-2FD1-DDE5BC241A34}"/>
              </a:ext>
            </a:extLst>
          </p:cNvPr>
          <p:cNvSpPr>
            <a:spLocks noGrp="1"/>
          </p:cNvSpPr>
          <p:nvPr>
            <p:ph type="title"/>
          </p:nvPr>
        </p:nvSpPr>
        <p:spPr/>
        <p:txBody>
          <a:bodyPr/>
          <a:lstStyle/>
          <a:p>
            <a:r>
              <a:rPr lang="zh-CN" altLang="en-US"/>
              <a:t>单击此处编辑母版标题样式</a:t>
            </a:r>
          </a:p>
        </p:txBody>
      </p:sp>
      <p:sp>
        <p:nvSpPr>
          <p:cNvPr id="3" name="页脚占位符 2">
            <a:extLst>
              <a:ext uri="{FF2B5EF4-FFF2-40B4-BE49-F238E27FC236}">
                <a16:creationId xmlns:a16="http://schemas.microsoft.com/office/drawing/2014/main" id="{00B4B64F-2781-4346-AD74-3DE88DA994FE}"/>
              </a:ext>
            </a:extLst>
          </p:cNvPr>
          <p:cNvSpPr>
            <a:spLocks noGrp="1"/>
          </p:cNvSpPr>
          <p:nvPr>
            <p:ph type="ftr" sz="quarter" idx="10"/>
          </p:nvPr>
        </p:nvSpPr>
        <p:spPr/>
        <p:txBody>
          <a:bodyPr/>
          <a:lstStyle>
            <a:lvl1pPr>
              <a:defRPr/>
            </a:lvl1pPr>
          </a:lstStyle>
          <a:p>
            <a:r>
              <a:rPr lang="zh-CN" altLang="zh-CN"/>
              <a:t>生活费用的衡量</a:t>
            </a:r>
          </a:p>
        </p:txBody>
      </p:sp>
      <p:sp>
        <p:nvSpPr>
          <p:cNvPr id="4" name="灯片编号占位符 3">
            <a:extLst>
              <a:ext uri="{FF2B5EF4-FFF2-40B4-BE49-F238E27FC236}">
                <a16:creationId xmlns:a16="http://schemas.microsoft.com/office/drawing/2014/main" id="{0C0DA622-DC99-C5F7-4F01-E8EB4228D669}"/>
              </a:ext>
            </a:extLst>
          </p:cNvPr>
          <p:cNvSpPr>
            <a:spLocks noGrp="1"/>
          </p:cNvSpPr>
          <p:nvPr>
            <p:ph type="sldNum" sz="quarter" idx="11"/>
          </p:nvPr>
        </p:nvSpPr>
        <p:spPr/>
        <p:txBody>
          <a:bodyPr/>
          <a:lstStyle>
            <a:lvl1pPr>
              <a:defRPr/>
            </a:lvl1pPr>
          </a:lstStyle>
          <a:p>
            <a:fld id="{D38FD99F-3486-9049-BE4B-55AEF4F9BB20}" type="slidenum">
              <a:rPr lang="zh-CN" altLang="zh-CN"/>
              <a:pPr/>
              <a:t>‹#›</a:t>
            </a:fld>
            <a:endParaRPr lang="en-US" altLang="zh-CN"/>
          </a:p>
        </p:txBody>
      </p:sp>
    </p:spTree>
    <p:extLst>
      <p:ext uri="{BB962C8B-B14F-4D97-AF65-F5344CB8AC3E}">
        <p14:creationId xmlns:p14="http://schemas.microsoft.com/office/powerpoint/2010/main" val="336482464"/>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页脚占位符 1">
            <a:extLst>
              <a:ext uri="{FF2B5EF4-FFF2-40B4-BE49-F238E27FC236}">
                <a16:creationId xmlns:a16="http://schemas.microsoft.com/office/drawing/2014/main" id="{99DE83B1-A7D5-A18F-1C0C-4631A6538C9E}"/>
              </a:ext>
            </a:extLst>
          </p:cNvPr>
          <p:cNvSpPr>
            <a:spLocks noGrp="1"/>
          </p:cNvSpPr>
          <p:nvPr>
            <p:ph type="ftr" sz="quarter" idx="10"/>
          </p:nvPr>
        </p:nvSpPr>
        <p:spPr/>
        <p:txBody>
          <a:bodyPr/>
          <a:lstStyle>
            <a:lvl1pPr>
              <a:defRPr/>
            </a:lvl1pPr>
          </a:lstStyle>
          <a:p>
            <a:r>
              <a:rPr lang="zh-CN" altLang="zh-CN"/>
              <a:t>生活费用的衡量</a:t>
            </a:r>
          </a:p>
        </p:txBody>
      </p:sp>
      <p:sp>
        <p:nvSpPr>
          <p:cNvPr id="3" name="灯片编号占位符 2">
            <a:extLst>
              <a:ext uri="{FF2B5EF4-FFF2-40B4-BE49-F238E27FC236}">
                <a16:creationId xmlns:a16="http://schemas.microsoft.com/office/drawing/2014/main" id="{6C3C26B4-465B-E739-50FA-1A446808F3EB}"/>
              </a:ext>
            </a:extLst>
          </p:cNvPr>
          <p:cNvSpPr>
            <a:spLocks noGrp="1"/>
          </p:cNvSpPr>
          <p:nvPr>
            <p:ph type="sldNum" sz="quarter" idx="11"/>
          </p:nvPr>
        </p:nvSpPr>
        <p:spPr/>
        <p:txBody>
          <a:bodyPr/>
          <a:lstStyle>
            <a:lvl1pPr>
              <a:defRPr/>
            </a:lvl1pPr>
          </a:lstStyle>
          <a:p>
            <a:fld id="{EAD2A00F-3126-DD4B-82C2-10BEB7EF7B41}" type="slidenum">
              <a:rPr lang="zh-CN" altLang="zh-CN"/>
              <a:pPr/>
              <a:t>‹#›</a:t>
            </a:fld>
            <a:endParaRPr lang="en-US" altLang="zh-CN"/>
          </a:p>
        </p:txBody>
      </p:sp>
    </p:spTree>
    <p:extLst>
      <p:ext uri="{BB962C8B-B14F-4D97-AF65-F5344CB8AC3E}">
        <p14:creationId xmlns:p14="http://schemas.microsoft.com/office/powerpoint/2010/main" val="3694608968"/>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0C84AB1-3EED-B433-1007-6BC072FB9AE2}"/>
              </a:ext>
            </a:extLst>
          </p:cNvPr>
          <p:cNvSpPr>
            <a:spLocks noGrp="1"/>
          </p:cNvSpPr>
          <p:nvPr>
            <p:ph type="title"/>
          </p:nvPr>
        </p:nvSpPr>
        <p:spPr>
          <a:xfrm>
            <a:off x="317745" y="230717"/>
            <a:ext cx="1487077" cy="807508"/>
          </a:xfrm>
        </p:spPr>
        <p:txBody>
          <a:bodyPr anchor="b"/>
          <a:lstStyle>
            <a:lvl1pPr>
              <a:defRPr sz="1613"/>
            </a:lvl1pPr>
          </a:lstStyle>
          <a:p>
            <a:r>
              <a:rPr lang="zh-CN" altLang="en-US"/>
              <a:t>单击此处编辑母版标题样式</a:t>
            </a:r>
          </a:p>
        </p:txBody>
      </p:sp>
      <p:sp>
        <p:nvSpPr>
          <p:cNvPr id="3" name="内容占位符 2">
            <a:extLst>
              <a:ext uri="{FF2B5EF4-FFF2-40B4-BE49-F238E27FC236}">
                <a16:creationId xmlns:a16="http://schemas.microsoft.com/office/drawing/2014/main" id="{C941EF50-8010-742D-18C1-D12264A9A3D7}"/>
              </a:ext>
            </a:extLst>
          </p:cNvPr>
          <p:cNvSpPr>
            <a:spLocks noGrp="1"/>
          </p:cNvSpPr>
          <p:nvPr>
            <p:ph idx="1"/>
          </p:nvPr>
        </p:nvSpPr>
        <p:spPr>
          <a:xfrm>
            <a:off x="1960093" y="498284"/>
            <a:ext cx="2333863" cy="2459376"/>
          </a:xfrm>
        </p:spPr>
        <p:txBody>
          <a:bodyPr/>
          <a:lstStyle>
            <a:lvl1pPr>
              <a:defRPr sz="1613"/>
            </a:lvl1pPr>
            <a:lvl2pPr>
              <a:defRPr sz="1412"/>
            </a:lvl2pPr>
            <a:lvl3pPr>
              <a:defRPr sz="1210"/>
            </a:lvl3pPr>
            <a:lvl4pPr>
              <a:defRPr sz="1008"/>
            </a:lvl4pPr>
            <a:lvl5pPr>
              <a:defRPr sz="1008"/>
            </a:lvl5pPr>
            <a:lvl6pPr>
              <a:defRPr sz="1008"/>
            </a:lvl6pPr>
            <a:lvl7pPr>
              <a:defRPr sz="1008"/>
            </a:lvl7pPr>
            <a:lvl8pPr>
              <a:defRPr sz="1008"/>
            </a:lvl8pPr>
            <a:lvl9pPr>
              <a:defRPr sz="1008"/>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3F30C14B-F25E-A4B7-FD84-EA0A436DCBF4}"/>
              </a:ext>
            </a:extLst>
          </p:cNvPr>
          <p:cNvSpPr>
            <a:spLocks noGrp="1"/>
          </p:cNvSpPr>
          <p:nvPr>
            <p:ph type="body" sz="half" idx="2"/>
          </p:nvPr>
        </p:nvSpPr>
        <p:spPr>
          <a:xfrm>
            <a:off x="317745" y="1038225"/>
            <a:ext cx="1487077" cy="1923440"/>
          </a:xfrm>
        </p:spPr>
        <p:txBody>
          <a:bodyPr/>
          <a:lstStyle>
            <a:lvl1pPr marL="0" indent="0">
              <a:buNone/>
              <a:defRPr sz="807"/>
            </a:lvl1pPr>
            <a:lvl2pPr marL="230520" indent="0">
              <a:buNone/>
              <a:defRPr sz="706"/>
            </a:lvl2pPr>
            <a:lvl3pPr marL="461040" indent="0">
              <a:buNone/>
              <a:defRPr sz="605"/>
            </a:lvl3pPr>
            <a:lvl4pPr marL="691561" indent="0">
              <a:buNone/>
              <a:defRPr sz="504"/>
            </a:lvl4pPr>
            <a:lvl5pPr marL="922081" indent="0">
              <a:buNone/>
              <a:defRPr sz="504"/>
            </a:lvl5pPr>
            <a:lvl6pPr marL="1152601" indent="0">
              <a:buNone/>
              <a:defRPr sz="504"/>
            </a:lvl6pPr>
            <a:lvl7pPr marL="1383121" indent="0">
              <a:buNone/>
              <a:defRPr sz="504"/>
            </a:lvl7pPr>
            <a:lvl8pPr marL="1613642" indent="0">
              <a:buNone/>
              <a:defRPr sz="504"/>
            </a:lvl8pPr>
            <a:lvl9pPr marL="1844162" indent="0">
              <a:buNone/>
              <a:defRPr sz="504"/>
            </a:lvl9pPr>
          </a:lstStyle>
          <a:p>
            <a:pPr lvl="0"/>
            <a:r>
              <a:rPr lang="zh-CN" altLang="en-US"/>
              <a:t>单击此处编辑母版文本样式</a:t>
            </a:r>
          </a:p>
        </p:txBody>
      </p:sp>
      <p:sp>
        <p:nvSpPr>
          <p:cNvPr id="5" name="页脚占位符 4">
            <a:extLst>
              <a:ext uri="{FF2B5EF4-FFF2-40B4-BE49-F238E27FC236}">
                <a16:creationId xmlns:a16="http://schemas.microsoft.com/office/drawing/2014/main" id="{5BF2F1DC-CB49-84A7-2D63-35E1404890BD}"/>
              </a:ext>
            </a:extLst>
          </p:cNvPr>
          <p:cNvSpPr>
            <a:spLocks noGrp="1"/>
          </p:cNvSpPr>
          <p:nvPr>
            <p:ph type="ftr" sz="quarter" idx="10"/>
          </p:nvPr>
        </p:nvSpPr>
        <p:spPr/>
        <p:txBody>
          <a:bodyPr/>
          <a:lstStyle>
            <a:lvl1pPr>
              <a:defRPr/>
            </a:lvl1pPr>
          </a:lstStyle>
          <a:p>
            <a:r>
              <a:rPr lang="zh-CN" altLang="zh-CN"/>
              <a:t>生活费用的衡量</a:t>
            </a:r>
          </a:p>
        </p:txBody>
      </p:sp>
      <p:sp>
        <p:nvSpPr>
          <p:cNvPr id="6" name="灯片编号占位符 5">
            <a:extLst>
              <a:ext uri="{FF2B5EF4-FFF2-40B4-BE49-F238E27FC236}">
                <a16:creationId xmlns:a16="http://schemas.microsoft.com/office/drawing/2014/main" id="{7EAB6EB8-7399-0F47-86D3-B3BF1263C860}"/>
              </a:ext>
            </a:extLst>
          </p:cNvPr>
          <p:cNvSpPr>
            <a:spLocks noGrp="1"/>
          </p:cNvSpPr>
          <p:nvPr>
            <p:ph type="sldNum" sz="quarter" idx="11"/>
          </p:nvPr>
        </p:nvSpPr>
        <p:spPr/>
        <p:txBody>
          <a:bodyPr/>
          <a:lstStyle>
            <a:lvl1pPr>
              <a:defRPr/>
            </a:lvl1pPr>
          </a:lstStyle>
          <a:p>
            <a:fld id="{A03B7D81-BB90-0947-B5D0-55F35EC80EB2}" type="slidenum">
              <a:rPr lang="zh-CN" altLang="zh-CN"/>
              <a:pPr/>
              <a:t>‹#›</a:t>
            </a:fld>
            <a:endParaRPr lang="en-US" altLang="zh-CN"/>
          </a:p>
        </p:txBody>
      </p:sp>
    </p:spTree>
    <p:extLst>
      <p:ext uri="{BB962C8B-B14F-4D97-AF65-F5344CB8AC3E}">
        <p14:creationId xmlns:p14="http://schemas.microsoft.com/office/powerpoint/2010/main" val="2044848852"/>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B4193E0-9740-434C-4FB9-F7433950871D}"/>
              </a:ext>
            </a:extLst>
          </p:cNvPr>
          <p:cNvSpPr>
            <a:spLocks noGrp="1"/>
          </p:cNvSpPr>
          <p:nvPr>
            <p:ph type="title"/>
          </p:nvPr>
        </p:nvSpPr>
        <p:spPr>
          <a:xfrm>
            <a:off x="317745" y="230717"/>
            <a:ext cx="1487077" cy="807508"/>
          </a:xfrm>
        </p:spPr>
        <p:txBody>
          <a:bodyPr anchor="b"/>
          <a:lstStyle>
            <a:lvl1pPr>
              <a:defRPr sz="1613"/>
            </a:lvl1pPr>
          </a:lstStyle>
          <a:p>
            <a:r>
              <a:rPr lang="zh-CN" altLang="en-US"/>
              <a:t>单击此处编辑母版标题样式</a:t>
            </a:r>
          </a:p>
        </p:txBody>
      </p:sp>
      <p:sp>
        <p:nvSpPr>
          <p:cNvPr id="3" name="图片占位符 2">
            <a:extLst>
              <a:ext uri="{FF2B5EF4-FFF2-40B4-BE49-F238E27FC236}">
                <a16:creationId xmlns:a16="http://schemas.microsoft.com/office/drawing/2014/main" id="{0B8E671B-C5F2-4717-E9CD-876EF4AD615C}"/>
              </a:ext>
            </a:extLst>
          </p:cNvPr>
          <p:cNvSpPr>
            <a:spLocks noGrp="1"/>
          </p:cNvSpPr>
          <p:nvPr>
            <p:ph type="pic" idx="1"/>
          </p:nvPr>
        </p:nvSpPr>
        <p:spPr>
          <a:xfrm>
            <a:off x="1960093" y="498284"/>
            <a:ext cx="2333863" cy="2459376"/>
          </a:xfrm>
        </p:spPr>
        <p:txBody>
          <a:bodyPr/>
          <a:lstStyle>
            <a:lvl1pPr marL="0" indent="0">
              <a:buNone/>
              <a:defRPr sz="1613"/>
            </a:lvl1pPr>
            <a:lvl2pPr marL="230520" indent="0">
              <a:buNone/>
              <a:defRPr sz="1412"/>
            </a:lvl2pPr>
            <a:lvl3pPr marL="461040" indent="0">
              <a:buNone/>
              <a:defRPr sz="1210"/>
            </a:lvl3pPr>
            <a:lvl4pPr marL="691561" indent="0">
              <a:buNone/>
              <a:defRPr sz="1008"/>
            </a:lvl4pPr>
            <a:lvl5pPr marL="922081" indent="0">
              <a:buNone/>
              <a:defRPr sz="1008"/>
            </a:lvl5pPr>
            <a:lvl6pPr marL="1152601" indent="0">
              <a:buNone/>
              <a:defRPr sz="1008"/>
            </a:lvl6pPr>
            <a:lvl7pPr marL="1383121" indent="0">
              <a:buNone/>
              <a:defRPr sz="1008"/>
            </a:lvl7pPr>
            <a:lvl8pPr marL="1613642" indent="0">
              <a:buNone/>
              <a:defRPr sz="1008"/>
            </a:lvl8pPr>
            <a:lvl9pPr marL="1844162" indent="0">
              <a:buNone/>
              <a:defRPr sz="1008"/>
            </a:lvl9pPr>
          </a:lstStyle>
          <a:p>
            <a:endParaRPr lang="zh-CN" altLang="en-US"/>
          </a:p>
        </p:txBody>
      </p:sp>
      <p:sp>
        <p:nvSpPr>
          <p:cNvPr id="4" name="文本占位符 3">
            <a:extLst>
              <a:ext uri="{FF2B5EF4-FFF2-40B4-BE49-F238E27FC236}">
                <a16:creationId xmlns:a16="http://schemas.microsoft.com/office/drawing/2014/main" id="{339518FB-4D23-33BB-B98D-565791E1DA2D}"/>
              </a:ext>
            </a:extLst>
          </p:cNvPr>
          <p:cNvSpPr>
            <a:spLocks noGrp="1"/>
          </p:cNvSpPr>
          <p:nvPr>
            <p:ph type="body" sz="half" idx="2"/>
          </p:nvPr>
        </p:nvSpPr>
        <p:spPr>
          <a:xfrm>
            <a:off x="317745" y="1038225"/>
            <a:ext cx="1487077" cy="1923440"/>
          </a:xfrm>
        </p:spPr>
        <p:txBody>
          <a:bodyPr/>
          <a:lstStyle>
            <a:lvl1pPr marL="0" indent="0">
              <a:buNone/>
              <a:defRPr sz="807"/>
            </a:lvl1pPr>
            <a:lvl2pPr marL="230520" indent="0">
              <a:buNone/>
              <a:defRPr sz="706"/>
            </a:lvl2pPr>
            <a:lvl3pPr marL="461040" indent="0">
              <a:buNone/>
              <a:defRPr sz="605"/>
            </a:lvl3pPr>
            <a:lvl4pPr marL="691561" indent="0">
              <a:buNone/>
              <a:defRPr sz="504"/>
            </a:lvl4pPr>
            <a:lvl5pPr marL="922081" indent="0">
              <a:buNone/>
              <a:defRPr sz="504"/>
            </a:lvl5pPr>
            <a:lvl6pPr marL="1152601" indent="0">
              <a:buNone/>
              <a:defRPr sz="504"/>
            </a:lvl6pPr>
            <a:lvl7pPr marL="1383121" indent="0">
              <a:buNone/>
              <a:defRPr sz="504"/>
            </a:lvl7pPr>
            <a:lvl8pPr marL="1613642" indent="0">
              <a:buNone/>
              <a:defRPr sz="504"/>
            </a:lvl8pPr>
            <a:lvl9pPr marL="1844162" indent="0">
              <a:buNone/>
              <a:defRPr sz="504"/>
            </a:lvl9pPr>
          </a:lstStyle>
          <a:p>
            <a:pPr lvl="0"/>
            <a:r>
              <a:rPr lang="zh-CN" altLang="en-US"/>
              <a:t>单击此处编辑母版文本样式</a:t>
            </a:r>
          </a:p>
        </p:txBody>
      </p:sp>
      <p:sp>
        <p:nvSpPr>
          <p:cNvPr id="5" name="页脚占位符 4">
            <a:extLst>
              <a:ext uri="{FF2B5EF4-FFF2-40B4-BE49-F238E27FC236}">
                <a16:creationId xmlns:a16="http://schemas.microsoft.com/office/drawing/2014/main" id="{B5A5A2E9-01C9-C553-01C0-236F50E1B3F2}"/>
              </a:ext>
            </a:extLst>
          </p:cNvPr>
          <p:cNvSpPr>
            <a:spLocks noGrp="1"/>
          </p:cNvSpPr>
          <p:nvPr>
            <p:ph type="ftr" sz="quarter" idx="10"/>
          </p:nvPr>
        </p:nvSpPr>
        <p:spPr/>
        <p:txBody>
          <a:bodyPr/>
          <a:lstStyle>
            <a:lvl1pPr>
              <a:defRPr/>
            </a:lvl1pPr>
          </a:lstStyle>
          <a:p>
            <a:r>
              <a:rPr lang="zh-CN" altLang="zh-CN"/>
              <a:t>生活费用的衡量</a:t>
            </a:r>
          </a:p>
        </p:txBody>
      </p:sp>
      <p:sp>
        <p:nvSpPr>
          <p:cNvPr id="6" name="灯片编号占位符 5">
            <a:extLst>
              <a:ext uri="{FF2B5EF4-FFF2-40B4-BE49-F238E27FC236}">
                <a16:creationId xmlns:a16="http://schemas.microsoft.com/office/drawing/2014/main" id="{3B931CDD-FCAA-49EF-7E3F-CB5E1EE05166}"/>
              </a:ext>
            </a:extLst>
          </p:cNvPr>
          <p:cNvSpPr>
            <a:spLocks noGrp="1"/>
          </p:cNvSpPr>
          <p:nvPr>
            <p:ph type="sldNum" sz="quarter" idx="11"/>
          </p:nvPr>
        </p:nvSpPr>
        <p:spPr/>
        <p:txBody>
          <a:bodyPr/>
          <a:lstStyle>
            <a:lvl1pPr>
              <a:defRPr/>
            </a:lvl1pPr>
          </a:lstStyle>
          <a:p>
            <a:fld id="{E7CBFEAC-A4C7-8C41-94E9-893F56F0A61D}" type="slidenum">
              <a:rPr lang="zh-CN" altLang="zh-CN"/>
              <a:pPr/>
              <a:t>‹#›</a:t>
            </a:fld>
            <a:endParaRPr lang="en-US" altLang="zh-CN"/>
          </a:p>
        </p:txBody>
      </p:sp>
    </p:spTree>
    <p:extLst>
      <p:ext uri="{BB962C8B-B14F-4D97-AF65-F5344CB8AC3E}">
        <p14:creationId xmlns:p14="http://schemas.microsoft.com/office/powerpoint/2010/main" val="983856307"/>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DE672A6-36E6-5BD1-57BB-11A48434E534}"/>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25016762-B61A-FE9D-C36B-4F7CF7F204DB}"/>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页脚占位符 3">
            <a:extLst>
              <a:ext uri="{FF2B5EF4-FFF2-40B4-BE49-F238E27FC236}">
                <a16:creationId xmlns:a16="http://schemas.microsoft.com/office/drawing/2014/main" id="{7E8C3C2C-F35F-B777-33C8-1C7160CC1140}"/>
              </a:ext>
            </a:extLst>
          </p:cNvPr>
          <p:cNvSpPr>
            <a:spLocks noGrp="1"/>
          </p:cNvSpPr>
          <p:nvPr>
            <p:ph type="ftr" sz="quarter" idx="10"/>
          </p:nvPr>
        </p:nvSpPr>
        <p:spPr/>
        <p:txBody>
          <a:bodyPr/>
          <a:lstStyle>
            <a:lvl1pPr>
              <a:defRPr/>
            </a:lvl1pPr>
          </a:lstStyle>
          <a:p>
            <a:r>
              <a:rPr lang="zh-CN" altLang="zh-CN"/>
              <a:t>生活费用的衡量</a:t>
            </a:r>
          </a:p>
        </p:txBody>
      </p:sp>
      <p:sp>
        <p:nvSpPr>
          <p:cNvPr id="5" name="灯片编号占位符 4">
            <a:extLst>
              <a:ext uri="{FF2B5EF4-FFF2-40B4-BE49-F238E27FC236}">
                <a16:creationId xmlns:a16="http://schemas.microsoft.com/office/drawing/2014/main" id="{1356938B-A164-C18E-8B50-E176A0719A07}"/>
              </a:ext>
            </a:extLst>
          </p:cNvPr>
          <p:cNvSpPr>
            <a:spLocks noGrp="1"/>
          </p:cNvSpPr>
          <p:nvPr>
            <p:ph type="sldNum" sz="quarter" idx="11"/>
          </p:nvPr>
        </p:nvSpPr>
        <p:spPr/>
        <p:txBody>
          <a:bodyPr/>
          <a:lstStyle>
            <a:lvl1pPr>
              <a:defRPr/>
            </a:lvl1pPr>
          </a:lstStyle>
          <a:p>
            <a:fld id="{696BD5E4-A9C4-1D46-BE6B-B0C64B4E3D02}" type="slidenum">
              <a:rPr lang="zh-CN" altLang="zh-CN"/>
              <a:pPr/>
              <a:t>‹#›</a:t>
            </a:fld>
            <a:endParaRPr lang="en-US" altLang="zh-CN"/>
          </a:p>
        </p:txBody>
      </p:sp>
    </p:spTree>
    <p:extLst>
      <p:ext uri="{BB962C8B-B14F-4D97-AF65-F5344CB8AC3E}">
        <p14:creationId xmlns:p14="http://schemas.microsoft.com/office/powerpoint/2010/main" val="390863021"/>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1EE4EA72-1D8E-1C9F-BD87-D49D5FD33810}"/>
              </a:ext>
            </a:extLst>
          </p:cNvPr>
          <p:cNvSpPr>
            <a:spLocks noGrp="1"/>
          </p:cNvSpPr>
          <p:nvPr>
            <p:ph type="title" orient="vert"/>
          </p:nvPr>
        </p:nvSpPr>
        <p:spPr>
          <a:xfrm>
            <a:off x="3353527" y="127375"/>
            <a:ext cx="1059683" cy="296406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869A91E5-A1FF-3EDF-5C72-87DC0E09937A}"/>
              </a:ext>
            </a:extLst>
          </p:cNvPr>
          <p:cNvSpPr>
            <a:spLocks noGrp="1"/>
          </p:cNvSpPr>
          <p:nvPr>
            <p:ph type="body" orient="vert" idx="1"/>
          </p:nvPr>
        </p:nvSpPr>
        <p:spPr>
          <a:xfrm>
            <a:off x="172879" y="127375"/>
            <a:ext cx="3103814" cy="296406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页脚占位符 3">
            <a:extLst>
              <a:ext uri="{FF2B5EF4-FFF2-40B4-BE49-F238E27FC236}">
                <a16:creationId xmlns:a16="http://schemas.microsoft.com/office/drawing/2014/main" id="{64ABEF12-CC41-AC5C-FC66-3AA2D5EDCD51}"/>
              </a:ext>
            </a:extLst>
          </p:cNvPr>
          <p:cNvSpPr>
            <a:spLocks noGrp="1"/>
          </p:cNvSpPr>
          <p:nvPr>
            <p:ph type="ftr" sz="quarter" idx="10"/>
          </p:nvPr>
        </p:nvSpPr>
        <p:spPr/>
        <p:txBody>
          <a:bodyPr/>
          <a:lstStyle>
            <a:lvl1pPr>
              <a:defRPr/>
            </a:lvl1pPr>
          </a:lstStyle>
          <a:p>
            <a:r>
              <a:rPr lang="zh-CN" altLang="zh-CN"/>
              <a:t>生活费用的衡量</a:t>
            </a:r>
          </a:p>
        </p:txBody>
      </p:sp>
      <p:sp>
        <p:nvSpPr>
          <p:cNvPr id="5" name="灯片编号占位符 4">
            <a:extLst>
              <a:ext uri="{FF2B5EF4-FFF2-40B4-BE49-F238E27FC236}">
                <a16:creationId xmlns:a16="http://schemas.microsoft.com/office/drawing/2014/main" id="{F3D4FD1E-F446-1251-1014-FCD174BCF689}"/>
              </a:ext>
            </a:extLst>
          </p:cNvPr>
          <p:cNvSpPr>
            <a:spLocks noGrp="1"/>
          </p:cNvSpPr>
          <p:nvPr>
            <p:ph type="sldNum" sz="quarter" idx="11"/>
          </p:nvPr>
        </p:nvSpPr>
        <p:spPr/>
        <p:txBody>
          <a:bodyPr/>
          <a:lstStyle>
            <a:lvl1pPr>
              <a:defRPr/>
            </a:lvl1pPr>
          </a:lstStyle>
          <a:p>
            <a:fld id="{6ACBF6CB-DBDA-A840-B3EE-516AA779242A}" type="slidenum">
              <a:rPr lang="zh-CN" altLang="zh-CN"/>
              <a:pPr/>
              <a:t>‹#›</a:t>
            </a:fld>
            <a:endParaRPr lang="en-US" altLang="zh-CN"/>
          </a:p>
        </p:txBody>
      </p:sp>
    </p:spTree>
    <p:extLst>
      <p:ext uri="{BB962C8B-B14F-4D97-AF65-F5344CB8AC3E}">
        <p14:creationId xmlns:p14="http://schemas.microsoft.com/office/powerpoint/2010/main" val="4026721110"/>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3.xml"/><Relationship Id="rId3" Type="http://schemas.openxmlformats.org/officeDocument/2006/relationships/slideLayout" Target="../slideLayouts/slideLayout8.xml"/><Relationship Id="rId7" Type="http://schemas.openxmlformats.org/officeDocument/2006/relationships/slideLayout" Target="../slideLayouts/slideLayout12.xml"/><Relationship Id="rId12" Type="http://schemas.openxmlformats.org/officeDocument/2006/relationships/theme" Target="../theme/theme2.xml"/><Relationship Id="rId2" Type="http://schemas.openxmlformats.org/officeDocument/2006/relationships/slideLayout" Target="../slideLayouts/slideLayout7.xml"/><Relationship Id="rId1" Type="http://schemas.openxmlformats.org/officeDocument/2006/relationships/slideLayout" Target="../slideLayouts/slideLayout6.xml"/><Relationship Id="rId6" Type="http://schemas.openxmlformats.org/officeDocument/2006/relationships/slideLayout" Target="../slideLayouts/slideLayout11.xml"/><Relationship Id="rId11" Type="http://schemas.openxmlformats.org/officeDocument/2006/relationships/slideLayout" Target="../slideLayouts/slideLayout16.xml"/><Relationship Id="rId5" Type="http://schemas.openxmlformats.org/officeDocument/2006/relationships/slideLayout" Target="../slideLayouts/slideLayout10.xml"/><Relationship Id="rId10" Type="http://schemas.openxmlformats.org/officeDocument/2006/relationships/slideLayout" Target="../slideLayouts/slideLayout15.xml"/><Relationship Id="rId4" Type="http://schemas.openxmlformats.org/officeDocument/2006/relationships/slideLayout" Target="../slideLayouts/slideLayout9.xml"/><Relationship Id="rId9" Type="http://schemas.openxmlformats.org/officeDocument/2006/relationships/slideLayout" Target="../slideLayouts/slideLayout14.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4.xml"/><Relationship Id="rId3" Type="http://schemas.openxmlformats.org/officeDocument/2006/relationships/slideLayout" Target="../slideLayouts/slideLayout19.xml"/><Relationship Id="rId7" Type="http://schemas.openxmlformats.org/officeDocument/2006/relationships/slideLayout" Target="../slideLayouts/slideLayout23.xml"/><Relationship Id="rId12" Type="http://schemas.openxmlformats.org/officeDocument/2006/relationships/theme" Target="../theme/theme3.xml"/><Relationship Id="rId2" Type="http://schemas.openxmlformats.org/officeDocument/2006/relationships/slideLayout" Target="../slideLayouts/slideLayout18.xml"/><Relationship Id="rId1" Type="http://schemas.openxmlformats.org/officeDocument/2006/relationships/slideLayout" Target="../slideLayouts/slideLayout17.xml"/><Relationship Id="rId6" Type="http://schemas.openxmlformats.org/officeDocument/2006/relationships/slideLayout" Target="../slideLayouts/slideLayout22.xml"/><Relationship Id="rId11" Type="http://schemas.openxmlformats.org/officeDocument/2006/relationships/slideLayout" Target="../slideLayouts/slideLayout27.xml"/><Relationship Id="rId5" Type="http://schemas.openxmlformats.org/officeDocument/2006/relationships/slideLayout" Target="../slideLayouts/slideLayout21.xml"/><Relationship Id="rId10" Type="http://schemas.openxmlformats.org/officeDocument/2006/relationships/slideLayout" Target="../slideLayouts/slideLayout26.xml"/><Relationship Id="rId4" Type="http://schemas.openxmlformats.org/officeDocument/2006/relationships/slideLayout" Target="../slideLayouts/slideLayout20.xml"/><Relationship Id="rId9" Type="http://schemas.openxmlformats.org/officeDocument/2006/relationships/slideLayout" Target="../slideLayouts/slideLayout25.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35.xml"/><Relationship Id="rId3" Type="http://schemas.openxmlformats.org/officeDocument/2006/relationships/slideLayout" Target="../slideLayouts/slideLayout30.xml"/><Relationship Id="rId7" Type="http://schemas.openxmlformats.org/officeDocument/2006/relationships/slideLayout" Target="../slideLayouts/slideLayout34.xml"/><Relationship Id="rId12" Type="http://schemas.openxmlformats.org/officeDocument/2006/relationships/theme" Target="../theme/theme4.xml"/><Relationship Id="rId2" Type="http://schemas.openxmlformats.org/officeDocument/2006/relationships/slideLayout" Target="../slideLayouts/slideLayout29.xml"/><Relationship Id="rId1" Type="http://schemas.openxmlformats.org/officeDocument/2006/relationships/slideLayout" Target="../slideLayouts/slideLayout28.xml"/><Relationship Id="rId6" Type="http://schemas.openxmlformats.org/officeDocument/2006/relationships/slideLayout" Target="../slideLayouts/slideLayout33.xml"/><Relationship Id="rId11" Type="http://schemas.openxmlformats.org/officeDocument/2006/relationships/slideLayout" Target="../slideLayouts/slideLayout38.xml"/><Relationship Id="rId5" Type="http://schemas.openxmlformats.org/officeDocument/2006/relationships/slideLayout" Target="../slideLayouts/slideLayout32.xml"/><Relationship Id="rId10" Type="http://schemas.openxmlformats.org/officeDocument/2006/relationships/slideLayout" Target="../slideLayouts/slideLayout37.xml"/><Relationship Id="rId4" Type="http://schemas.openxmlformats.org/officeDocument/2006/relationships/slideLayout" Target="../slideLayouts/slideLayout31.xml"/><Relationship Id="rId9" Type="http://schemas.openxmlformats.org/officeDocument/2006/relationships/slideLayout" Target="../slideLayouts/slideLayout3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k object 16"/>
          <p:cNvSpPr/>
          <p:nvPr/>
        </p:nvSpPr>
        <p:spPr>
          <a:xfrm>
            <a:off x="-152" y="533"/>
            <a:ext cx="4608830" cy="3456940"/>
          </a:xfrm>
          <a:custGeom>
            <a:avLst/>
            <a:gdLst/>
            <a:ahLst/>
            <a:cxnLst/>
            <a:rect l="l" t="t" r="r" b="b"/>
            <a:pathLst>
              <a:path w="4608830" h="3456940">
                <a:moveTo>
                  <a:pt x="0" y="3456432"/>
                </a:moveTo>
                <a:lnTo>
                  <a:pt x="4608576" y="3456432"/>
                </a:lnTo>
                <a:lnTo>
                  <a:pt x="4608576" y="0"/>
                </a:lnTo>
                <a:lnTo>
                  <a:pt x="0" y="0"/>
                </a:lnTo>
                <a:lnTo>
                  <a:pt x="0" y="3456432"/>
                </a:lnTo>
                <a:close/>
              </a:path>
            </a:pathLst>
          </a:custGeom>
          <a:solidFill>
            <a:srgbClr val="FEFEFE"/>
          </a:solidFill>
        </p:spPr>
        <p:txBody>
          <a:bodyPr wrap="square" lIns="0" tIns="0" rIns="0" bIns="0" rtlCol="0"/>
          <a:lstStyle/>
          <a:p>
            <a:endParaRPr/>
          </a:p>
        </p:txBody>
      </p:sp>
      <p:sp>
        <p:nvSpPr>
          <p:cNvPr id="2" name="Holder 2"/>
          <p:cNvSpPr>
            <a:spLocks noGrp="1"/>
          </p:cNvSpPr>
          <p:nvPr>
            <p:ph type="title"/>
          </p:nvPr>
        </p:nvSpPr>
        <p:spPr>
          <a:xfrm>
            <a:off x="95502" y="244221"/>
            <a:ext cx="4419094" cy="184666"/>
          </a:xfrm>
          <a:prstGeom prst="rect">
            <a:avLst/>
          </a:prstGeom>
        </p:spPr>
        <p:txBody>
          <a:bodyPr wrap="square" lIns="0" tIns="0" rIns="0" bIns="0">
            <a:spAutoFit/>
          </a:bodyPr>
          <a:lstStyle>
            <a:lvl1pPr>
              <a:defRPr sz="1200" b="1" i="0">
                <a:solidFill>
                  <a:srgbClr val="CC0000"/>
                </a:solidFill>
                <a:latin typeface="Times New Roman"/>
                <a:cs typeface="Times New Roman"/>
              </a:defRPr>
            </a:lvl1pPr>
          </a:lstStyle>
          <a:p>
            <a:endParaRPr/>
          </a:p>
        </p:txBody>
      </p:sp>
      <p:sp>
        <p:nvSpPr>
          <p:cNvPr id="3" name="Holder 3"/>
          <p:cNvSpPr>
            <a:spLocks noGrp="1"/>
          </p:cNvSpPr>
          <p:nvPr>
            <p:ph type="body" idx="1"/>
          </p:nvPr>
        </p:nvSpPr>
        <p:spPr>
          <a:xfrm>
            <a:off x="124842" y="777113"/>
            <a:ext cx="4360415" cy="153888"/>
          </a:xfrm>
          <a:prstGeom prst="rect">
            <a:avLst/>
          </a:prstGeom>
        </p:spPr>
        <p:txBody>
          <a:bodyPr wrap="square" lIns="0" tIns="0" rIns="0" bIns="0">
            <a:spAutoFit/>
          </a:bodyPr>
          <a:lstStyle>
            <a:lvl1pPr>
              <a:defRPr sz="1000" b="0" i="0">
                <a:solidFill>
                  <a:schemeClr val="tx1"/>
                </a:solidFill>
                <a:latin typeface="Times New Roman"/>
                <a:cs typeface="Times New Roman"/>
              </a:defRPr>
            </a:lvl1pPr>
          </a:lstStyle>
          <a:p>
            <a:endParaRPr/>
          </a:p>
        </p:txBody>
      </p:sp>
      <p:sp>
        <p:nvSpPr>
          <p:cNvPr id="4" name="Holder 4"/>
          <p:cNvSpPr>
            <a:spLocks noGrp="1"/>
          </p:cNvSpPr>
          <p:nvPr>
            <p:ph type="ftr" sz="quarter" idx="5"/>
          </p:nvPr>
        </p:nvSpPr>
        <p:spPr>
          <a:xfrm>
            <a:off x="3724147" y="3347973"/>
            <a:ext cx="448945" cy="89768"/>
          </a:xfrm>
          <a:prstGeom prst="rect">
            <a:avLst/>
          </a:prstGeom>
        </p:spPr>
        <p:txBody>
          <a:bodyPr wrap="square" lIns="0" tIns="0" rIns="0" bIns="0">
            <a:spAutoFit/>
          </a:bodyPr>
          <a:lstStyle>
            <a:lvl1pPr>
              <a:defRPr sz="600" b="0" i="0">
                <a:solidFill>
                  <a:srgbClr val="7A0000"/>
                </a:solidFill>
                <a:latin typeface="Times New Roman"/>
                <a:cs typeface="Times New Roman"/>
              </a:defRPr>
            </a:lvl1pPr>
          </a:lstStyle>
          <a:p>
            <a:pPr marL="12700">
              <a:lnSpc>
                <a:spcPts val="700"/>
              </a:lnSpc>
            </a:pPr>
            <a:r>
              <a:rPr spc="-5" dirty="0"/>
              <a:t>20</a:t>
            </a:r>
            <a:r>
              <a:rPr lang="en-US" spc="-5" dirty="0"/>
              <a:t>23</a:t>
            </a:r>
            <a:r>
              <a:rPr spc="-5" dirty="0"/>
              <a:t>-</a:t>
            </a:r>
            <a:r>
              <a:rPr lang="en-US" spc="-5" dirty="0"/>
              <a:t>Feb</a:t>
            </a:r>
            <a:endParaRPr spc="-5" dirty="0"/>
          </a:p>
        </p:txBody>
      </p:sp>
      <p:sp>
        <p:nvSpPr>
          <p:cNvPr id="5" name="Holder 5"/>
          <p:cNvSpPr>
            <a:spLocks noGrp="1"/>
          </p:cNvSpPr>
          <p:nvPr>
            <p:ph type="dt" sz="half" idx="6"/>
          </p:nvPr>
        </p:nvSpPr>
        <p:spPr>
          <a:xfrm>
            <a:off x="1945010" y="3347973"/>
            <a:ext cx="603243" cy="89768"/>
          </a:xfrm>
          <a:prstGeom prst="rect">
            <a:avLst/>
          </a:prstGeom>
        </p:spPr>
        <p:txBody>
          <a:bodyPr wrap="square" lIns="0" tIns="0" rIns="0" bIns="0">
            <a:spAutoFit/>
          </a:bodyPr>
          <a:lstStyle>
            <a:lvl1pPr>
              <a:defRPr sz="600" b="0" i="0">
                <a:solidFill>
                  <a:srgbClr val="8E0000"/>
                </a:solidFill>
                <a:latin typeface="Times New Roman"/>
                <a:cs typeface="Times New Roman"/>
              </a:defRPr>
            </a:lvl1pPr>
          </a:lstStyle>
          <a:p>
            <a:pPr marL="12700" algn="ctr">
              <a:lnSpc>
                <a:spcPts val="700"/>
              </a:lnSpc>
            </a:pPr>
            <a:r>
              <a:rPr lang="en-US" altLang="zh-CN" spc="-5" dirty="0"/>
              <a:t>Macroeconomics</a:t>
            </a:r>
            <a:endParaRPr lang="en-US" spc="-5" dirty="0"/>
          </a:p>
        </p:txBody>
      </p:sp>
      <p:sp>
        <p:nvSpPr>
          <p:cNvPr id="6" name="Holder 6"/>
          <p:cNvSpPr>
            <a:spLocks noGrp="1"/>
          </p:cNvSpPr>
          <p:nvPr>
            <p:ph type="sldNum" sz="quarter" idx="7"/>
          </p:nvPr>
        </p:nvSpPr>
        <p:spPr>
          <a:xfrm>
            <a:off x="4302761" y="3347973"/>
            <a:ext cx="250189" cy="101600"/>
          </a:xfrm>
          <a:prstGeom prst="rect">
            <a:avLst/>
          </a:prstGeom>
        </p:spPr>
        <p:txBody>
          <a:bodyPr wrap="square" lIns="0" tIns="0" rIns="0" bIns="0">
            <a:spAutoFit/>
          </a:bodyPr>
          <a:lstStyle>
            <a:lvl1pPr>
              <a:defRPr sz="600" b="0" i="0">
                <a:solidFill>
                  <a:srgbClr val="7A0000"/>
                </a:solidFill>
                <a:latin typeface="Times New Roman"/>
                <a:cs typeface="Times New Roman"/>
              </a:defRPr>
            </a:lvl1pPr>
          </a:lstStyle>
          <a:p>
            <a:pPr marL="63500">
              <a:lnSpc>
                <a:spcPts val="700"/>
              </a:lnSpc>
            </a:pPr>
            <a:fld id="{81D60167-4931-47E6-BA6A-407CBD079E47}" type="slidenum">
              <a:rPr spc="-5" dirty="0"/>
              <a:t>‹#›</a:t>
            </a:fld>
            <a:r>
              <a:rPr spc="-5" dirty="0"/>
              <a:t> /</a:t>
            </a:r>
            <a:r>
              <a:rPr spc="-80" dirty="0"/>
              <a:t> </a:t>
            </a:r>
            <a:r>
              <a:rPr spc="-5" dirty="0"/>
              <a:t>43</a:t>
            </a: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eaLnBrk="1" hangingPunct="1">
        <a:defRPr>
          <a:latin typeface="Garamond" panose="02020404030301010803" pitchFamily="18" charset="0"/>
          <a:ea typeface="SimSun" panose="02010600030101010101" pitchFamily="2" charset="-122"/>
          <a:cs typeface="+mj-cs"/>
        </a:defRPr>
      </a:lvl1pPr>
    </p:titleStyle>
    <p:bodyStyle>
      <a:lvl1pPr marL="0" eaLnBrk="1" hangingPunct="1">
        <a:defRPr>
          <a:latin typeface="Garamond" panose="02020404030301010803" pitchFamily="18" charset="0"/>
          <a:ea typeface="SimSun" panose="02010600030101010101" pitchFamily="2" charset="-122"/>
          <a:cs typeface="+mn-cs"/>
        </a:defRPr>
      </a:lvl1pPr>
      <a:lvl2pPr marL="457200" eaLnBrk="1" hangingPunct="1">
        <a:defRPr>
          <a:latin typeface="+mn-lt"/>
          <a:ea typeface="+mn-ea"/>
          <a:cs typeface="+mn-cs"/>
        </a:defRPr>
      </a:lvl2pPr>
      <a:lvl3pPr marL="914400" eaLnBrk="1" hangingPunct="1">
        <a:defRPr>
          <a:latin typeface="+mn-lt"/>
          <a:ea typeface="+mn-ea"/>
          <a:cs typeface="+mn-cs"/>
        </a:defRPr>
      </a:lvl3pPr>
      <a:lvl4pPr marL="1371600" eaLnBrk="1" hangingPunct="1">
        <a:defRPr>
          <a:latin typeface="+mn-lt"/>
          <a:ea typeface="+mn-ea"/>
          <a:cs typeface="+mn-cs"/>
        </a:defRPr>
      </a:lvl4pPr>
      <a:lvl5pPr marL="1828800" eaLnBrk="1" hangingPunct="1">
        <a:defRPr>
          <a:latin typeface="+mn-lt"/>
          <a:ea typeface="+mn-ea"/>
          <a:cs typeface="+mn-cs"/>
        </a:defRPr>
      </a:lvl5pPr>
      <a:lvl6pPr marL="2286000" eaLnBrk="1" hangingPunct="1">
        <a:defRPr>
          <a:latin typeface="+mn-lt"/>
          <a:ea typeface="+mn-ea"/>
          <a:cs typeface="+mn-cs"/>
        </a:defRPr>
      </a:lvl6pPr>
      <a:lvl7pPr marL="2743200" eaLnBrk="1" hangingPunct="1">
        <a:defRPr>
          <a:latin typeface="+mn-lt"/>
          <a:ea typeface="+mn-ea"/>
          <a:cs typeface="+mn-cs"/>
        </a:defRPr>
      </a:lvl7pPr>
      <a:lvl8pPr marL="3200400" eaLnBrk="1" hangingPunct="1">
        <a:defRPr>
          <a:latin typeface="+mn-lt"/>
          <a:ea typeface="+mn-ea"/>
          <a:cs typeface="+mn-cs"/>
        </a:defRPr>
      </a:lvl8pPr>
      <a:lvl9pPr marL="3657600" eaLnBrk="1" hangingPunct="1">
        <a:defRPr>
          <a:latin typeface="+mn-lt"/>
          <a:ea typeface="+mn-ea"/>
          <a:cs typeface="+mn-cs"/>
        </a:defRPr>
      </a:lvl9pPr>
    </p:bodyStyle>
    <p:otherStyle>
      <a:lvl1pPr marL="0" eaLnBrk="1" hangingPunct="1">
        <a:defRPr>
          <a:latin typeface="+mn-lt"/>
          <a:ea typeface="+mn-ea"/>
          <a:cs typeface="+mn-cs"/>
        </a:defRPr>
      </a:lvl1pPr>
      <a:lvl2pPr marL="457200" eaLnBrk="1" hangingPunct="1">
        <a:defRPr>
          <a:latin typeface="+mn-lt"/>
          <a:ea typeface="+mn-ea"/>
          <a:cs typeface="+mn-cs"/>
        </a:defRPr>
      </a:lvl2pPr>
      <a:lvl3pPr marL="914400" eaLnBrk="1" hangingPunct="1">
        <a:defRPr>
          <a:latin typeface="+mn-lt"/>
          <a:ea typeface="+mn-ea"/>
          <a:cs typeface="+mn-cs"/>
        </a:defRPr>
      </a:lvl3pPr>
      <a:lvl4pPr marL="1371600" eaLnBrk="1" hangingPunct="1">
        <a:defRPr>
          <a:latin typeface="+mn-lt"/>
          <a:ea typeface="+mn-ea"/>
          <a:cs typeface="+mn-cs"/>
        </a:defRPr>
      </a:lvl4pPr>
      <a:lvl5pPr marL="1828800" eaLnBrk="1" hangingPunct="1">
        <a:defRPr>
          <a:latin typeface="+mn-lt"/>
          <a:ea typeface="+mn-ea"/>
          <a:cs typeface="+mn-cs"/>
        </a:defRPr>
      </a:lvl5pPr>
      <a:lvl6pPr marL="2286000" eaLnBrk="1" hangingPunct="1">
        <a:defRPr>
          <a:latin typeface="+mn-lt"/>
          <a:ea typeface="+mn-ea"/>
          <a:cs typeface="+mn-cs"/>
        </a:defRPr>
      </a:lvl6pPr>
      <a:lvl7pPr marL="2743200" eaLnBrk="1" hangingPunct="1">
        <a:defRPr>
          <a:latin typeface="+mn-lt"/>
          <a:ea typeface="+mn-ea"/>
          <a:cs typeface="+mn-cs"/>
        </a:defRPr>
      </a:lvl7pPr>
      <a:lvl8pPr marL="3200400" eaLnBrk="1" hangingPunct="1">
        <a:defRPr>
          <a:latin typeface="+mn-lt"/>
          <a:ea typeface="+mn-ea"/>
          <a:cs typeface="+mn-cs"/>
        </a:defRPr>
      </a:lvl8pPr>
      <a:lvl9pPr marL="3657600" eaLnBrk="1" hangingPunct="1">
        <a:defRPr>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C0AB9185-A928-FF30-2C81-3D5D86318B48}"/>
              </a:ext>
            </a:extLst>
          </p:cNvPr>
          <p:cNvSpPr>
            <a:spLocks noGrp="1" noChangeArrowheads="1"/>
          </p:cNvSpPr>
          <p:nvPr>
            <p:ph type="title"/>
          </p:nvPr>
        </p:nvSpPr>
        <p:spPr bwMode="auto">
          <a:xfrm>
            <a:off x="172879" y="127376"/>
            <a:ext cx="4240332" cy="34367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endParaRPr lang="zh-CN" altLang="en-US"/>
          </a:p>
        </p:txBody>
      </p:sp>
      <p:sp>
        <p:nvSpPr>
          <p:cNvPr id="1027" name="Rectangle 3">
            <a:extLst>
              <a:ext uri="{FF2B5EF4-FFF2-40B4-BE49-F238E27FC236}">
                <a16:creationId xmlns:a16="http://schemas.microsoft.com/office/drawing/2014/main" id="{36833D83-7EF3-A484-BED8-4F01F83D16F3}"/>
              </a:ext>
            </a:extLst>
          </p:cNvPr>
          <p:cNvSpPr>
            <a:spLocks noGrp="1" noChangeArrowheads="1"/>
          </p:cNvSpPr>
          <p:nvPr>
            <p:ph type="body" idx="1"/>
          </p:nvPr>
        </p:nvSpPr>
        <p:spPr bwMode="auto">
          <a:xfrm>
            <a:off x="188086" y="508698"/>
            <a:ext cx="4191509" cy="25827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p>
        </p:txBody>
      </p:sp>
      <p:sp>
        <p:nvSpPr>
          <p:cNvPr id="1028" name="Rectangle 4">
            <a:extLst>
              <a:ext uri="{FF2B5EF4-FFF2-40B4-BE49-F238E27FC236}">
                <a16:creationId xmlns:a16="http://schemas.microsoft.com/office/drawing/2014/main" id="{17959DA7-9AB0-50DC-878D-6E12E44718D0}"/>
              </a:ext>
            </a:extLst>
          </p:cNvPr>
          <p:cNvSpPr>
            <a:spLocks noGrp="1" noChangeArrowheads="1"/>
          </p:cNvSpPr>
          <p:nvPr>
            <p:ph type="ftr" sz="quarter" idx="3"/>
          </p:nvPr>
        </p:nvSpPr>
        <p:spPr bwMode="auto">
          <a:xfrm>
            <a:off x="144066" y="3226028"/>
            <a:ext cx="3698485" cy="1850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lvl1pPr>
              <a:defRPr i="1">
                <a:solidFill>
                  <a:srgbClr val="777777"/>
                </a:solidFill>
                <a:ea typeface="宋体" panose="02010600030101010101" pitchFamily="2" charset="-122"/>
              </a:defRPr>
            </a:lvl1pPr>
          </a:lstStyle>
          <a:p>
            <a:r>
              <a:rPr lang="zh-CN" altLang="zh-CN"/>
              <a:t>一国收入的衡量</a:t>
            </a:r>
          </a:p>
        </p:txBody>
      </p:sp>
      <p:sp>
        <p:nvSpPr>
          <p:cNvPr id="1029" name="Rectangle 5">
            <a:extLst>
              <a:ext uri="{FF2B5EF4-FFF2-40B4-BE49-F238E27FC236}">
                <a16:creationId xmlns:a16="http://schemas.microsoft.com/office/drawing/2014/main" id="{DEB50AA6-39F8-61BE-F746-A93974A559E4}"/>
              </a:ext>
            </a:extLst>
          </p:cNvPr>
          <p:cNvSpPr>
            <a:spLocks noGrp="1" noChangeArrowheads="1"/>
          </p:cNvSpPr>
          <p:nvPr>
            <p:ph type="sldNum" sz="quarter" idx="4"/>
          </p:nvPr>
        </p:nvSpPr>
        <p:spPr bwMode="auto">
          <a:xfrm>
            <a:off x="4185907" y="3217216"/>
            <a:ext cx="344957" cy="1858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857">
                <a:solidFill>
                  <a:srgbClr val="777777"/>
                </a:solidFill>
                <a:ea typeface="宋体" panose="02010600030101010101" pitchFamily="2" charset="-122"/>
              </a:defRPr>
            </a:lvl1pPr>
          </a:lstStyle>
          <a:p>
            <a:fld id="{F133D32A-41AB-3244-B29B-0A71F7EBCF2E}" type="slidenum">
              <a:rPr lang="zh-CN" altLang="zh-CN"/>
              <a:pPr/>
              <a:t>‹#›</a:t>
            </a:fld>
            <a:endParaRPr lang="en-US" altLang="zh-CN"/>
          </a:p>
        </p:txBody>
      </p:sp>
    </p:spTree>
    <p:extLst>
      <p:ext uri="{BB962C8B-B14F-4D97-AF65-F5344CB8AC3E}">
        <p14:creationId xmlns:p14="http://schemas.microsoft.com/office/powerpoint/2010/main" val="2188705778"/>
      </p:ext>
    </p:extLst>
  </p:cSld>
  <p:clrMap bg1="lt1" tx1="dk1" bg2="lt2" tx2="dk2" accent1="accent1" accent2="accent2" accent3="accent3" accent4="accent4" accent5="accent5" accent6="accent6" hlink="hlink" folHlink="folHlink"/>
  <p:sldLayoutIdLst>
    <p:sldLayoutId id="2147483670" r:id="rId1"/>
    <p:sldLayoutId id="2147483671" r:id="rId2"/>
    <p:sldLayoutId id="2147483672" r:id="rId3"/>
    <p:sldLayoutId id="2147483673" r:id="rId4"/>
    <p:sldLayoutId id="2147483674" r:id="rId5"/>
    <p:sldLayoutId id="2147483675" r:id="rId6"/>
    <p:sldLayoutId id="2147483676" r:id="rId7"/>
    <p:sldLayoutId id="2147483677" r:id="rId8"/>
    <p:sldLayoutId id="2147483678" r:id="rId9"/>
    <p:sldLayoutId id="2147483679" r:id="rId10"/>
    <p:sldLayoutId id="2147483680" r:id="rId11"/>
  </p:sldLayoutIdLs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1027">
                                            <p:txEl>
                                              <p:pRg st="0" end="0"/>
                                            </p:txEl>
                                          </p:spTgt>
                                        </p:tgtEl>
                                        <p:attrNameLst>
                                          <p:attrName>style.visibility</p:attrName>
                                        </p:attrNameLst>
                                      </p:cBhvr>
                                      <p:to>
                                        <p:strVal val="visible"/>
                                      </p:to>
                                    </p:set>
                                    <p:animEffect transition="in" filter="wipe(left)">
                                      <p:cBhvr>
                                        <p:cTn id="7" dur="500"/>
                                        <p:tgtEl>
                                          <p:spTgt spid="102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1027">
                                            <p:txEl>
                                              <p:pRg st="1" end="1"/>
                                            </p:txEl>
                                          </p:spTgt>
                                        </p:tgtEl>
                                        <p:attrNameLst>
                                          <p:attrName>style.visibility</p:attrName>
                                        </p:attrNameLst>
                                      </p:cBhvr>
                                      <p:to>
                                        <p:strVal val="visible"/>
                                      </p:to>
                                    </p:set>
                                    <p:animEffect transition="in" filter="wipe(left)">
                                      <p:cBhvr>
                                        <p:cTn id="12" dur="500"/>
                                        <p:tgtEl>
                                          <p:spTgt spid="1027">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1027">
                                            <p:txEl>
                                              <p:pRg st="2" end="2"/>
                                            </p:txEl>
                                          </p:spTgt>
                                        </p:tgtEl>
                                        <p:attrNameLst>
                                          <p:attrName>style.visibility</p:attrName>
                                        </p:attrNameLst>
                                      </p:cBhvr>
                                      <p:to>
                                        <p:strVal val="visible"/>
                                      </p:to>
                                    </p:set>
                                    <p:animEffect transition="in" filter="wipe(left)">
                                      <p:cBhvr>
                                        <p:cTn id="17" dur="500"/>
                                        <p:tgtEl>
                                          <p:spTgt spid="1027">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1027">
                                            <p:txEl>
                                              <p:pRg st="3" end="3"/>
                                            </p:txEl>
                                          </p:spTgt>
                                        </p:tgtEl>
                                        <p:attrNameLst>
                                          <p:attrName>style.visibility</p:attrName>
                                        </p:attrNameLst>
                                      </p:cBhvr>
                                      <p:to>
                                        <p:strVal val="visible"/>
                                      </p:to>
                                    </p:set>
                                    <p:animEffect transition="in" filter="wipe(left)">
                                      <p:cBhvr>
                                        <p:cTn id="22" dur="500"/>
                                        <p:tgtEl>
                                          <p:spTgt spid="1027">
                                            <p:txEl>
                                              <p:pRg st="3" end="3"/>
                                            </p:txEl>
                                          </p:spTgt>
                                        </p:tgtEl>
                                      </p:cBhvr>
                                    </p:animEffect>
                                  </p:childTnLst>
                                </p:cTn>
                              </p:par>
                              <p:par>
                                <p:cTn id="23" presetID="22" presetClass="entr" presetSubtype="8" fill="hold" nodeType="withEffect">
                                  <p:stCondLst>
                                    <p:cond delay="0"/>
                                  </p:stCondLst>
                                  <p:childTnLst>
                                    <p:set>
                                      <p:cBhvr>
                                        <p:cTn id="24" dur="1" fill="hold">
                                          <p:stCondLst>
                                            <p:cond delay="0"/>
                                          </p:stCondLst>
                                        </p:cTn>
                                        <p:tgtEl>
                                          <p:spTgt spid="1027">
                                            <p:txEl>
                                              <p:pRg st="4" end="4"/>
                                            </p:txEl>
                                          </p:spTgt>
                                        </p:tgtEl>
                                        <p:attrNameLst>
                                          <p:attrName>style.visibility</p:attrName>
                                        </p:attrNameLst>
                                      </p:cBhvr>
                                      <p:to>
                                        <p:strVal val="visible"/>
                                      </p:to>
                                    </p:set>
                                    <p:animEffect transition="in" filter="wipe(left)">
                                      <p:cBhvr>
                                        <p:cTn id="25" dur="500"/>
                                        <p:tgtEl>
                                          <p:spTgt spid="102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7" grpId="0" build="p" bldLvl="4" autoUpdateAnimBg="0">
        <p:tmplLst>
          <p:tmpl lvl="1">
            <p:tnLst>
              <p:par>
                <p:cTn presetID="22" presetClass="entr" presetSubtype="8" fill="hold" nodeType="click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wipe(left)">
                      <p:cBhvr>
                        <p:cTn dur="500"/>
                        <p:tgtEl>
                          <p:spTgt spid="1027"/>
                        </p:tgtEl>
                      </p:cBhvr>
                    </p:animEffect>
                  </p:childTnLst>
                </p:cTn>
              </p:par>
            </p:tnLst>
          </p:tmpl>
          <p:tmpl lvl="2">
            <p:tnLst>
              <p:par>
                <p:cTn presetID="22" presetClass="entr" presetSubtype="8" fill="hold" nodeType="click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wipe(left)">
                      <p:cBhvr>
                        <p:cTn dur="500"/>
                        <p:tgtEl>
                          <p:spTgt spid="1027"/>
                        </p:tgtEl>
                      </p:cBhvr>
                    </p:animEffect>
                  </p:childTnLst>
                </p:cTn>
              </p:par>
            </p:tnLst>
          </p:tmpl>
          <p:tmpl lvl="3">
            <p:tnLst>
              <p:par>
                <p:cTn presetID="22" presetClass="entr" presetSubtype="8" fill="hold" nodeType="click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wipe(left)">
                      <p:cBhvr>
                        <p:cTn dur="500"/>
                        <p:tgtEl>
                          <p:spTgt spid="1027"/>
                        </p:tgtEl>
                      </p:cBhvr>
                    </p:animEffect>
                  </p:childTnLst>
                </p:cTn>
              </p:par>
            </p:tnLst>
          </p:tmpl>
          <p:tmpl lvl="4">
            <p:tnLst>
              <p:par>
                <p:cTn presetID="22" presetClass="entr" presetSubtype="8" fill="hold" nodeType="click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wipe(left)">
                      <p:cBhvr>
                        <p:cTn dur="500"/>
                        <p:tgtEl>
                          <p:spTgt spid="1027"/>
                        </p:tgtEl>
                      </p:cBhvr>
                    </p:animEffect>
                  </p:childTnLst>
                </p:cTn>
              </p:par>
            </p:tnLst>
          </p:tmpl>
          <p:tmpl lvl="5">
            <p:tnLst>
              <p:par>
                <p:cTn presetID="22" presetClass="entr" presetSubtype="8" fill="hold" nodeType="with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wipe(left)">
                      <p:cBhvr>
                        <p:cTn dur="500"/>
                        <p:tgtEl>
                          <p:spTgt spid="1027"/>
                        </p:tgtEl>
                      </p:cBhvr>
                    </p:animEffect>
                  </p:childTnLst>
                </p:cTn>
              </p:par>
            </p:tnLst>
          </p:tmpl>
        </p:tmplLst>
      </p:bldP>
    </p:bldLst>
  </p:timing>
  <p:hf hdr="0" dt="0"/>
  <p:txStyles>
    <p:titleStyle>
      <a:lvl1pPr algn="ctr" rtl="0" fontAlgn="base">
        <a:spcBef>
          <a:spcPct val="0"/>
        </a:spcBef>
        <a:spcAft>
          <a:spcPct val="0"/>
        </a:spcAft>
        <a:defRPr sz="1916" b="1" kern="1200">
          <a:solidFill>
            <a:srgbClr val="333399"/>
          </a:solidFill>
          <a:latin typeface="+mj-lt"/>
          <a:ea typeface="+mj-ea"/>
          <a:cs typeface="+mj-cs"/>
        </a:defRPr>
      </a:lvl1pPr>
      <a:lvl2pPr algn="ctr" rtl="0" fontAlgn="base">
        <a:spcBef>
          <a:spcPct val="0"/>
        </a:spcBef>
        <a:spcAft>
          <a:spcPct val="0"/>
        </a:spcAft>
        <a:defRPr sz="1916" b="1">
          <a:solidFill>
            <a:srgbClr val="333399"/>
          </a:solidFill>
          <a:latin typeface="Book Antiqua" panose="02040602050305030304" pitchFamily="18" charset="0"/>
        </a:defRPr>
      </a:lvl2pPr>
      <a:lvl3pPr algn="ctr" rtl="0" fontAlgn="base">
        <a:spcBef>
          <a:spcPct val="0"/>
        </a:spcBef>
        <a:spcAft>
          <a:spcPct val="0"/>
        </a:spcAft>
        <a:defRPr sz="1916" b="1">
          <a:solidFill>
            <a:srgbClr val="333399"/>
          </a:solidFill>
          <a:latin typeface="Book Antiqua" panose="02040602050305030304" pitchFamily="18" charset="0"/>
        </a:defRPr>
      </a:lvl3pPr>
      <a:lvl4pPr algn="ctr" rtl="0" fontAlgn="base">
        <a:spcBef>
          <a:spcPct val="0"/>
        </a:spcBef>
        <a:spcAft>
          <a:spcPct val="0"/>
        </a:spcAft>
        <a:defRPr sz="1916" b="1">
          <a:solidFill>
            <a:srgbClr val="333399"/>
          </a:solidFill>
          <a:latin typeface="Book Antiqua" panose="02040602050305030304" pitchFamily="18" charset="0"/>
        </a:defRPr>
      </a:lvl4pPr>
      <a:lvl5pPr algn="ctr" rtl="0" fontAlgn="base">
        <a:spcBef>
          <a:spcPct val="0"/>
        </a:spcBef>
        <a:spcAft>
          <a:spcPct val="0"/>
        </a:spcAft>
        <a:defRPr sz="1916" b="1">
          <a:solidFill>
            <a:srgbClr val="333399"/>
          </a:solidFill>
          <a:latin typeface="Book Antiqua" panose="02040602050305030304" pitchFamily="18" charset="0"/>
        </a:defRPr>
      </a:lvl5pPr>
      <a:lvl6pPr marL="230520" algn="ctr" rtl="0" fontAlgn="base">
        <a:spcBef>
          <a:spcPct val="0"/>
        </a:spcBef>
        <a:spcAft>
          <a:spcPct val="0"/>
        </a:spcAft>
        <a:defRPr sz="1916" b="1">
          <a:solidFill>
            <a:srgbClr val="333399"/>
          </a:solidFill>
          <a:latin typeface="Book Antiqua" panose="02040602050305030304" pitchFamily="18" charset="0"/>
        </a:defRPr>
      </a:lvl6pPr>
      <a:lvl7pPr marL="461040" algn="ctr" rtl="0" fontAlgn="base">
        <a:spcBef>
          <a:spcPct val="0"/>
        </a:spcBef>
        <a:spcAft>
          <a:spcPct val="0"/>
        </a:spcAft>
        <a:defRPr sz="1916" b="1">
          <a:solidFill>
            <a:srgbClr val="333399"/>
          </a:solidFill>
          <a:latin typeface="Book Antiqua" panose="02040602050305030304" pitchFamily="18" charset="0"/>
        </a:defRPr>
      </a:lvl7pPr>
      <a:lvl8pPr marL="691561" algn="ctr" rtl="0" fontAlgn="base">
        <a:spcBef>
          <a:spcPct val="0"/>
        </a:spcBef>
        <a:spcAft>
          <a:spcPct val="0"/>
        </a:spcAft>
        <a:defRPr sz="1916" b="1">
          <a:solidFill>
            <a:srgbClr val="333399"/>
          </a:solidFill>
          <a:latin typeface="Book Antiqua" panose="02040602050305030304" pitchFamily="18" charset="0"/>
        </a:defRPr>
      </a:lvl8pPr>
      <a:lvl9pPr marL="922081" algn="ctr" rtl="0" fontAlgn="base">
        <a:spcBef>
          <a:spcPct val="0"/>
        </a:spcBef>
        <a:spcAft>
          <a:spcPct val="0"/>
        </a:spcAft>
        <a:defRPr sz="1916" b="1">
          <a:solidFill>
            <a:srgbClr val="333399"/>
          </a:solidFill>
          <a:latin typeface="Book Antiqua" panose="02040602050305030304" pitchFamily="18" charset="0"/>
        </a:defRPr>
      </a:lvl9pPr>
    </p:titleStyle>
    <p:bodyStyle>
      <a:lvl1pPr marL="172890" indent="-172890" algn="l" rtl="0" fontAlgn="base">
        <a:lnSpc>
          <a:spcPct val="105000"/>
        </a:lnSpc>
        <a:spcBef>
          <a:spcPct val="45000"/>
        </a:spcBef>
        <a:spcAft>
          <a:spcPct val="0"/>
        </a:spcAft>
        <a:buClr>
          <a:srgbClr val="339966"/>
        </a:buClr>
        <a:buSzPct val="120000"/>
        <a:buFont typeface="Wingdings" pitchFamily="2" charset="2"/>
        <a:buChar char="§"/>
        <a:defRPr sz="1412" kern="1200">
          <a:solidFill>
            <a:schemeClr val="tx1"/>
          </a:solidFill>
          <a:latin typeface="+mn-lt"/>
          <a:ea typeface="+mn-ea"/>
          <a:cs typeface="+mn-cs"/>
        </a:defRPr>
      </a:lvl1pPr>
      <a:lvl2pPr marL="374595" indent="-144075" algn="l" rtl="0" fontAlgn="base">
        <a:spcBef>
          <a:spcPct val="15000"/>
        </a:spcBef>
        <a:spcAft>
          <a:spcPct val="0"/>
        </a:spcAft>
        <a:buClr>
          <a:srgbClr val="996633"/>
        </a:buClr>
        <a:buSzPct val="120000"/>
        <a:buFont typeface="Wingdings" pitchFamily="2" charset="2"/>
        <a:buChar char="§"/>
        <a:defRPr sz="1361" kern="1200">
          <a:solidFill>
            <a:schemeClr val="tx1"/>
          </a:solidFill>
          <a:latin typeface="+mn-lt"/>
          <a:ea typeface="+mn-ea"/>
          <a:cs typeface="+mn-cs"/>
        </a:defRPr>
      </a:lvl2pPr>
      <a:lvl3pPr marL="576301" indent="-115260" algn="l" rtl="0" fontAlgn="base">
        <a:spcBef>
          <a:spcPct val="15000"/>
        </a:spcBef>
        <a:spcAft>
          <a:spcPct val="0"/>
        </a:spcAft>
        <a:buClr>
          <a:srgbClr val="339966"/>
        </a:buClr>
        <a:buSzPct val="120000"/>
        <a:buFont typeface="Wingdings" pitchFamily="2" charset="2"/>
        <a:buChar char="§"/>
        <a:defRPr sz="1261" kern="1200">
          <a:solidFill>
            <a:schemeClr val="tx1"/>
          </a:solidFill>
          <a:latin typeface="+mn-lt"/>
          <a:ea typeface="+mn-ea"/>
          <a:cs typeface="+mn-cs"/>
        </a:defRPr>
      </a:lvl3pPr>
      <a:lvl4pPr marL="806821" indent="-115260" algn="l" rtl="0" fontAlgn="base">
        <a:spcBef>
          <a:spcPct val="15000"/>
        </a:spcBef>
        <a:spcAft>
          <a:spcPct val="0"/>
        </a:spcAft>
        <a:buChar char="–"/>
        <a:defRPr sz="1008" kern="1200">
          <a:solidFill>
            <a:schemeClr val="tx1"/>
          </a:solidFill>
          <a:latin typeface="+mn-lt"/>
          <a:ea typeface="+mn-ea"/>
          <a:cs typeface="+mn-cs"/>
        </a:defRPr>
      </a:lvl4pPr>
      <a:lvl5pPr marL="1037341" indent="-115260" algn="l" rtl="0" fontAlgn="base">
        <a:spcBef>
          <a:spcPct val="20000"/>
        </a:spcBef>
        <a:spcAft>
          <a:spcPct val="0"/>
        </a:spcAft>
        <a:buChar char="»"/>
        <a:defRPr sz="1008" kern="1200">
          <a:solidFill>
            <a:schemeClr val="tx1"/>
          </a:solidFill>
          <a:latin typeface="+mn-lt"/>
          <a:ea typeface="+mn-ea"/>
          <a:cs typeface="+mn-cs"/>
        </a:defRPr>
      </a:lvl5pPr>
      <a:lvl6pPr marL="1267861"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6pPr>
      <a:lvl7pPr marL="1498382"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7pPr>
      <a:lvl8pPr marL="1728902"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8pPr>
      <a:lvl9pPr marL="1959422"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9pPr>
    </p:bodyStyle>
    <p:otherStyle>
      <a:defPPr>
        <a:defRPr lang="zh-CN"/>
      </a:defPPr>
      <a:lvl1pPr marL="0" algn="l" defTabSz="461040" rtl="0" eaLnBrk="1" latinLnBrk="0" hangingPunct="1">
        <a:defRPr sz="908" kern="1200">
          <a:solidFill>
            <a:schemeClr val="tx1"/>
          </a:solidFill>
          <a:latin typeface="+mn-lt"/>
          <a:ea typeface="+mn-ea"/>
          <a:cs typeface="+mn-cs"/>
        </a:defRPr>
      </a:lvl1pPr>
      <a:lvl2pPr marL="230520" algn="l" defTabSz="461040" rtl="0" eaLnBrk="1" latinLnBrk="0" hangingPunct="1">
        <a:defRPr sz="908" kern="1200">
          <a:solidFill>
            <a:schemeClr val="tx1"/>
          </a:solidFill>
          <a:latin typeface="+mn-lt"/>
          <a:ea typeface="+mn-ea"/>
          <a:cs typeface="+mn-cs"/>
        </a:defRPr>
      </a:lvl2pPr>
      <a:lvl3pPr marL="461040" algn="l" defTabSz="461040" rtl="0" eaLnBrk="1" latinLnBrk="0" hangingPunct="1">
        <a:defRPr sz="908" kern="1200">
          <a:solidFill>
            <a:schemeClr val="tx1"/>
          </a:solidFill>
          <a:latin typeface="+mn-lt"/>
          <a:ea typeface="+mn-ea"/>
          <a:cs typeface="+mn-cs"/>
        </a:defRPr>
      </a:lvl3pPr>
      <a:lvl4pPr marL="691561" algn="l" defTabSz="461040" rtl="0" eaLnBrk="1" latinLnBrk="0" hangingPunct="1">
        <a:defRPr sz="908" kern="1200">
          <a:solidFill>
            <a:schemeClr val="tx1"/>
          </a:solidFill>
          <a:latin typeface="+mn-lt"/>
          <a:ea typeface="+mn-ea"/>
          <a:cs typeface="+mn-cs"/>
        </a:defRPr>
      </a:lvl4pPr>
      <a:lvl5pPr marL="922081" algn="l" defTabSz="461040" rtl="0" eaLnBrk="1" latinLnBrk="0" hangingPunct="1">
        <a:defRPr sz="908" kern="1200">
          <a:solidFill>
            <a:schemeClr val="tx1"/>
          </a:solidFill>
          <a:latin typeface="+mn-lt"/>
          <a:ea typeface="+mn-ea"/>
          <a:cs typeface="+mn-cs"/>
        </a:defRPr>
      </a:lvl5pPr>
      <a:lvl6pPr marL="1152601" algn="l" defTabSz="461040" rtl="0" eaLnBrk="1" latinLnBrk="0" hangingPunct="1">
        <a:defRPr sz="908" kern="1200">
          <a:solidFill>
            <a:schemeClr val="tx1"/>
          </a:solidFill>
          <a:latin typeface="+mn-lt"/>
          <a:ea typeface="+mn-ea"/>
          <a:cs typeface="+mn-cs"/>
        </a:defRPr>
      </a:lvl6pPr>
      <a:lvl7pPr marL="1383121" algn="l" defTabSz="461040" rtl="0" eaLnBrk="1" latinLnBrk="0" hangingPunct="1">
        <a:defRPr sz="908" kern="1200">
          <a:solidFill>
            <a:schemeClr val="tx1"/>
          </a:solidFill>
          <a:latin typeface="+mn-lt"/>
          <a:ea typeface="+mn-ea"/>
          <a:cs typeface="+mn-cs"/>
        </a:defRPr>
      </a:lvl7pPr>
      <a:lvl8pPr marL="1613642" algn="l" defTabSz="461040" rtl="0" eaLnBrk="1" latinLnBrk="0" hangingPunct="1">
        <a:defRPr sz="908" kern="1200">
          <a:solidFill>
            <a:schemeClr val="tx1"/>
          </a:solidFill>
          <a:latin typeface="+mn-lt"/>
          <a:ea typeface="+mn-ea"/>
          <a:cs typeface="+mn-cs"/>
        </a:defRPr>
      </a:lvl8pPr>
      <a:lvl9pPr marL="1844162" algn="l" defTabSz="461040" rtl="0" eaLnBrk="1" latinLnBrk="0" hangingPunct="1">
        <a:defRPr sz="908"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2050" name="Text Box 14">
            <a:extLst>
              <a:ext uri="{FF2B5EF4-FFF2-40B4-BE49-F238E27FC236}">
                <a16:creationId xmlns:a16="http://schemas.microsoft.com/office/drawing/2014/main" id="{97ADDFA9-4FB1-4040-1A89-B55CFAB9DA35}"/>
              </a:ext>
            </a:extLst>
          </p:cNvPr>
          <p:cNvSpPr txBox="1">
            <a:spLocks noChangeArrowheads="1"/>
          </p:cNvSpPr>
          <p:nvPr userDrawn="1"/>
        </p:nvSpPr>
        <p:spPr bwMode="auto">
          <a:xfrm>
            <a:off x="0" y="3252464"/>
            <a:ext cx="4610100" cy="2165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eaLnBrk="1" hangingPunct="1">
              <a:spcBef>
                <a:spcPct val="50000"/>
              </a:spcBef>
            </a:pPr>
            <a:r>
              <a:rPr lang="en-US" altLang="zh-CN" sz="807" i="1">
                <a:solidFill>
                  <a:srgbClr val="969696"/>
                </a:solidFill>
                <a:latin typeface="Times New Roman" panose="02020603050405020304" pitchFamily="18" charset="0"/>
                <a:ea typeface="宋体" panose="02010600030101010101" pitchFamily="2" charset="-122"/>
              </a:rPr>
              <a:t>© 2009 South-Western, a part of Cengage Learning, all rights reserved</a:t>
            </a:r>
          </a:p>
        </p:txBody>
      </p:sp>
      <p:sp>
        <p:nvSpPr>
          <p:cNvPr id="2051" name="TextBox 6">
            <a:extLst>
              <a:ext uri="{FF2B5EF4-FFF2-40B4-BE49-F238E27FC236}">
                <a16:creationId xmlns:a16="http://schemas.microsoft.com/office/drawing/2014/main" id="{2352C8A3-570D-2836-6893-215C342169F5}"/>
              </a:ext>
            </a:extLst>
          </p:cNvPr>
          <p:cNvSpPr txBox="1">
            <a:spLocks noChangeArrowheads="1"/>
          </p:cNvSpPr>
          <p:nvPr userDrawn="1"/>
        </p:nvSpPr>
        <p:spPr bwMode="auto">
          <a:xfrm>
            <a:off x="164875" y="152209"/>
            <a:ext cx="987650" cy="4337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r>
              <a:rPr lang="en-US" altLang="zh-CN" sz="1109">
                <a:solidFill>
                  <a:srgbClr val="008080"/>
                </a:solidFill>
                <a:latin typeface="Tahoma" panose="020B0604030504040204" pitchFamily="34" charset="0"/>
                <a:ea typeface="宋体" panose="02010600030101010101" pitchFamily="2" charset="-122"/>
              </a:rPr>
              <a:t>C H A P T E R</a:t>
            </a:r>
          </a:p>
        </p:txBody>
      </p:sp>
      <p:sp>
        <p:nvSpPr>
          <p:cNvPr id="2052" name="Rectangle 2">
            <a:extLst>
              <a:ext uri="{FF2B5EF4-FFF2-40B4-BE49-F238E27FC236}">
                <a16:creationId xmlns:a16="http://schemas.microsoft.com/office/drawing/2014/main" id="{9690264A-A2AA-D1F2-E0AA-7B471C801FA6}"/>
              </a:ext>
            </a:extLst>
          </p:cNvPr>
          <p:cNvSpPr>
            <a:spLocks noGrp="1" noChangeArrowheads="1"/>
          </p:cNvSpPr>
          <p:nvPr>
            <p:ph type="title"/>
          </p:nvPr>
        </p:nvSpPr>
        <p:spPr bwMode="auto">
          <a:xfrm>
            <a:off x="172879" y="127376"/>
            <a:ext cx="4240332" cy="3436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endParaRPr lang="zh-CN" altLang="en-US"/>
          </a:p>
        </p:txBody>
      </p:sp>
      <p:sp>
        <p:nvSpPr>
          <p:cNvPr id="2053" name="Rectangle 3">
            <a:extLst>
              <a:ext uri="{FF2B5EF4-FFF2-40B4-BE49-F238E27FC236}">
                <a16:creationId xmlns:a16="http://schemas.microsoft.com/office/drawing/2014/main" id="{BBB52232-5B15-D93A-29E1-6D368A4002F6}"/>
              </a:ext>
            </a:extLst>
          </p:cNvPr>
          <p:cNvSpPr>
            <a:spLocks noGrp="1" noChangeArrowheads="1"/>
          </p:cNvSpPr>
          <p:nvPr>
            <p:ph type="body" idx="1"/>
          </p:nvPr>
        </p:nvSpPr>
        <p:spPr bwMode="auto">
          <a:xfrm>
            <a:off x="188086" y="508698"/>
            <a:ext cx="4191509" cy="25827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p>
        </p:txBody>
      </p:sp>
    </p:spTree>
    <p:extLst>
      <p:ext uri="{BB962C8B-B14F-4D97-AF65-F5344CB8AC3E}">
        <p14:creationId xmlns:p14="http://schemas.microsoft.com/office/powerpoint/2010/main" val="2419886205"/>
      </p:ext>
    </p:extLst>
  </p:cSld>
  <p:clrMap bg1="lt1" tx1="dk1" bg2="lt2" tx2="dk2" accent1="accent1" accent2="accent2" accent3="accent3" accent4="accent4" accent5="accent5" accent6="accent6" hlink="hlink" folHlink="folHlink"/>
  <p:sldLayoutIdLst>
    <p:sldLayoutId id="2147483682" r:id="rId1"/>
    <p:sldLayoutId id="2147483683" r:id="rId2"/>
    <p:sldLayoutId id="2147483684" r:id="rId3"/>
    <p:sldLayoutId id="2147483685" r:id="rId4"/>
    <p:sldLayoutId id="2147483686" r:id="rId5"/>
    <p:sldLayoutId id="2147483687" r:id="rId6"/>
    <p:sldLayoutId id="2147483688" r:id="rId7"/>
    <p:sldLayoutId id="2147483689" r:id="rId8"/>
    <p:sldLayoutId id="2147483690" r:id="rId9"/>
    <p:sldLayoutId id="2147483691" r:id="rId10"/>
    <p:sldLayoutId id="2147483692" r:id="rId11"/>
  </p:sldLayoutIdLs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2053">
                                            <p:txEl>
                                              <p:pRg st="0" end="0"/>
                                            </p:txEl>
                                          </p:spTgt>
                                        </p:tgtEl>
                                        <p:attrNameLst>
                                          <p:attrName>style.visibility</p:attrName>
                                        </p:attrNameLst>
                                      </p:cBhvr>
                                      <p:to>
                                        <p:strVal val="visible"/>
                                      </p:to>
                                    </p:set>
                                    <p:animEffect transition="in" filter="wipe(left)">
                                      <p:cBhvr>
                                        <p:cTn id="7" dur="500"/>
                                        <p:tgtEl>
                                          <p:spTgt spid="205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2053">
                                            <p:txEl>
                                              <p:pRg st="1" end="1"/>
                                            </p:txEl>
                                          </p:spTgt>
                                        </p:tgtEl>
                                        <p:attrNameLst>
                                          <p:attrName>style.visibility</p:attrName>
                                        </p:attrNameLst>
                                      </p:cBhvr>
                                      <p:to>
                                        <p:strVal val="visible"/>
                                      </p:to>
                                    </p:set>
                                    <p:animEffect transition="in" filter="wipe(left)">
                                      <p:cBhvr>
                                        <p:cTn id="12" dur="500"/>
                                        <p:tgtEl>
                                          <p:spTgt spid="2053">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2053">
                                            <p:txEl>
                                              <p:pRg st="2" end="2"/>
                                            </p:txEl>
                                          </p:spTgt>
                                        </p:tgtEl>
                                        <p:attrNameLst>
                                          <p:attrName>style.visibility</p:attrName>
                                        </p:attrNameLst>
                                      </p:cBhvr>
                                      <p:to>
                                        <p:strVal val="visible"/>
                                      </p:to>
                                    </p:set>
                                    <p:animEffect transition="in" filter="wipe(left)">
                                      <p:cBhvr>
                                        <p:cTn id="17" dur="500"/>
                                        <p:tgtEl>
                                          <p:spTgt spid="2053">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2053">
                                            <p:txEl>
                                              <p:pRg st="3" end="3"/>
                                            </p:txEl>
                                          </p:spTgt>
                                        </p:tgtEl>
                                        <p:attrNameLst>
                                          <p:attrName>style.visibility</p:attrName>
                                        </p:attrNameLst>
                                      </p:cBhvr>
                                      <p:to>
                                        <p:strVal val="visible"/>
                                      </p:to>
                                    </p:set>
                                    <p:animEffect transition="in" filter="wipe(left)">
                                      <p:cBhvr>
                                        <p:cTn id="22" dur="500"/>
                                        <p:tgtEl>
                                          <p:spTgt spid="2053">
                                            <p:txEl>
                                              <p:pRg st="3" end="3"/>
                                            </p:txEl>
                                          </p:spTgt>
                                        </p:tgtEl>
                                      </p:cBhvr>
                                    </p:animEffect>
                                  </p:childTnLst>
                                </p:cTn>
                              </p:par>
                              <p:par>
                                <p:cTn id="23" presetID="22" presetClass="entr" presetSubtype="8" fill="hold" nodeType="withEffect">
                                  <p:stCondLst>
                                    <p:cond delay="0"/>
                                  </p:stCondLst>
                                  <p:childTnLst>
                                    <p:set>
                                      <p:cBhvr>
                                        <p:cTn id="24" dur="1" fill="hold">
                                          <p:stCondLst>
                                            <p:cond delay="0"/>
                                          </p:stCondLst>
                                        </p:cTn>
                                        <p:tgtEl>
                                          <p:spTgt spid="2053">
                                            <p:txEl>
                                              <p:pRg st="4" end="4"/>
                                            </p:txEl>
                                          </p:spTgt>
                                        </p:tgtEl>
                                        <p:attrNameLst>
                                          <p:attrName>style.visibility</p:attrName>
                                        </p:attrNameLst>
                                      </p:cBhvr>
                                      <p:to>
                                        <p:strVal val="visible"/>
                                      </p:to>
                                    </p:set>
                                    <p:animEffect transition="in" filter="wipe(left)">
                                      <p:cBhvr>
                                        <p:cTn id="25" dur="500"/>
                                        <p:tgtEl>
                                          <p:spTgt spid="205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53" grpId="0" build="p" bldLvl="4" animBg="1" autoUpdateAnimBg="0"/>
    </p:bldLst>
  </p:timing>
  <p:txStyles>
    <p:titleStyle>
      <a:lvl1pPr algn="ctr" rtl="0" eaLnBrk="0" fontAlgn="base" hangingPunct="0">
        <a:spcBef>
          <a:spcPct val="0"/>
        </a:spcBef>
        <a:spcAft>
          <a:spcPct val="0"/>
        </a:spcAft>
        <a:defRPr sz="1916" b="1" kern="1200">
          <a:solidFill>
            <a:srgbClr val="333399"/>
          </a:solidFill>
          <a:latin typeface="+mj-lt"/>
          <a:ea typeface="+mj-ea"/>
          <a:cs typeface="+mj-cs"/>
        </a:defRPr>
      </a:lvl1pPr>
      <a:lvl2pPr algn="ctr" rtl="0" eaLnBrk="0" fontAlgn="base" hangingPunct="0">
        <a:spcBef>
          <a:spcPct val="0"/>
        </a:spcBef>
        <a:spcAft>
          <a:spcPct val="0"/>
        </a:spcAft>
        <a:defRPr sz="1916" b="1">
          <a:solidFill>
            <a:srgbClr val="333399"/>
          </a:solidFill>
          <a:latin typeface="Book Antiqua" panose="02040602050305030304" pitchFamily="18" charset="0"/>
        </a:defRPr>
      </a:lvl2pPr>
      <a:lvl3pPr algn="ctr" rtl="0" eaLnBrk="0" fontAlgn="base" hangingPunct="0">
        <a:spcBef>
          <a:spcPct val="0"/>
        </a:spcBef>
        <a:spcAft>
          <a:spcPct val="0"/>
        </a:spcAft>
        <a:defRPr sz="1916" b="1">
          <a:solidFill>
            <a:srgbClr val="333399"/>
          </a:solidFill>
          <a:latin typeface="Book Antiqua" panose="02040602050305030304" pitchFamily="18" charset="0"/>
        </a:defRPr>
      </a:lvl3pPr>
      <a:lvl4pPr algn="ctr" rtl="0" eaLnBrk="0" fontAlgn="base" hangingPunct="0">
        <a:spcBef>
          <a:spcPct val="0"/>
        </a:spcBef>
        <a:spcAft>
          <a:spcPct val="0"/>
        </a:spcAft>
        <a:defRPr sz="1916" b="1">
          <a:solidFill>
            <a:srgbClr val="333399"/>
          </a:solidFill>
          <a:latin typeface="Book Antiqua" panose="02040602050305030304" pitchFamily="18" charset="0"/>
        </a:defRPr>
      </a:lvl4pPr>
      <a:lvl5pPr algn="ctr" rtl="0" eaLnBrk="0" fontAlgn="base" hangingPunct="0">
        <a:spcBef>
          <a:spcPct val="0"/>
        </a:spcBef>
        <a:spcAft>
          <a:spcPct val="0"/>
        </a:spcAft>
        <a:defRPr sz="1916" b="1">
          <a:solidFill>
            <a:srgbClr val="333399"/>
          </a:solidFill>
          <a:latin typeface="Book Antiqua" panose="02040602050305030304" pitchFamily="18" charset="0"/>
        </a:defRPr>
      </a:lvl5pPr>
      <a:lvl6pPr marL="230520" algn="ctr" rtl="0" eaLnBrk="0" fontAlgn="base" hangingPunct="0">
        <a:spcBef>
          <a:spcPct val="0"/>
        </a:spcBef>
        <a:spcAft>
          <a:spcPct val="0"/>
        </a:spcAft>
        <a:defRPr sz="1916" b="1">
          <a:solidFill>
            <a:srgbClr val="333399"/>
          </a:solidFill>
          <a:latin typeface="Book Antiqua" panose="02040602050305030304" pitchFamily="18" charset="0"/>
        </a:defRPr>
      </a:lvl6pPr>
      <a:lvl7pPr marL="461040" algn="ctr" rtl="0" eaLnBrk="0" fontAlgn="base" hangingPunct="0">
        <a:spcBef>
          <a:spcPct val="0"/>
        </a:spcBef>
        <a:spcAft>
          <a:spcPct val="0"/>
        </a:spcAft>
        <a:defRPr sz="1916" b="1">
          <a:solidFill>
            <a:srgbClr val="333399"/>
          </a:solidFill>
          <a:latin typeface="Book Antiqua" panose="02040602050305030304" pitchFamily="18" charset="0"/>
        </a:defRPr>
      </a:lvl7pPr>
      <a:lvl8pPr marL="691561" algn="ctr" rtl="0" eaLnBrk="0" fontAlgn="base" hangingPunct="0">
        <a:spcBef>
          <a:spcPct val="0"/>
        </a:spcBef>
        <a:spcAft>
          <a:spcPct val="0"/>
        </a:spcAft>
        <a:defRPr sz="1916" b="1">
          <a:solidFill>
            <a:srgbClr val="333399"/>
          </a:solidFill>
          <a:latin typeface="Book Antiqua" panose="02040602050305030304" pitchFamily="18" charset="0"/>
        </a:defRPr>
      </a:lvl8pPr>
      <a:lvl9pPr marL="922081" algn="ctr" rtl="0" eaLnBrk="0" fontAlgn="base" hangingPunct="0">
        <a:spcBef>
          <a:spcPct val="0"/>
        </a:spcBef>
        <a:spcAft>
          <a:spcPct val="0"/>
        </a:spcAft>
        <a:defRPr sz="1916" b="1">
          <a:solidFill>
            <a:srgbClr val="333399"/>
          </a:solidFill>
          <a:latin typeface="Book Antiqua" panose="02040602050305030304" pitchFamily="18" charset="0"/>
        </a:defRPr>
      </a:lvl9pPr>
    </p:titleStyle>
    <p:bodyStyle>
      <a:lvl1pPr marL="172890" indent="-172890" algn="l" rtl="0" eaLnBrk="0" fontAlgn="base" hangingPunct="0">
        <a:lnSpc>
          <a:spcPct val="105000"/>
        </a:lnSpc>
        <a:spcBef>
          <a:spcPct val="45000"/>
        </a:spcBef>
        <a:spcAft>
          <a:spcPct val="0"/>
        </a:spcAft>
        <a:buClr>
          <a:srgbClr val="339966"/>
        </a:buClr>
        <a:buSzPct val="120000"/>
        <a:buFont typeface="Wingdings" pitchFamily="2" charset="2"/>
        <a:buChar char="§"/>
        <a:defRPr sz="1412" kern="1200">
          <a:solidFill>
            <a:schemeClr val="tx1"/>
          </a:solidFill>
          <a:latin typeface="+mn-lt"/>
          <a:ea typeface="+mn-ea"/>
          <a:cs typeface="+mn-cs"/>
        </a:defRPr>
      </a:lvl1pPr>
      <a:lvl2pPr marL="374595" indent="-144075" algn="l" rtl="0" eaLnBrk="0" fontAlgn="base" hangingPunct="0">
        <a:spcBef>
          <a:spcPct val="15000"/>
        </a:spcBef>
        <a:spcAft>
          <a:spcPct val="0"/>
        </a:spcAft>
        <a:buClr>
          <a:srgbClr val="996633"/>
        </a:buClr>
        <a:buSzPct val="120000"/>
        <a:buFont typeface="Wingdings" pitchFamily="2" charset="2"/>
        <a:buChar char="§"/>
        <a:defRPr sz="1361" kern="1200">
          <a:solidFill>
            <a:schemeClr val="tx1"/>
          </a:solidFill>
          <a:latin typeface="+mn-lt"/>
          <a:ea typeface="+mn-ea"/>
          <a:cs typeface="+mn-cs"/>
        </a:defRPr>
      </a:lvl2pPr>
      <a:lvl3pPr marL="576301" indent="-115260" algn="l" rtl="0" eaLnBrk="0" fontAlgn="base" hangingPunct="0">
        <a:spcBef>
          <a:spcPct val="15000"/>
        </a:spcBef>
        <a:spcAft>
          <a:spcPct val="0"/>
        </a:spcAft>
        <a:buClr>
          <a:srgbClr val="339966"/>
        </a:buClr>
        <a:buSzPct val="120000"/>
        <a:buFont typeface="Wingdings" pitchFamily="2" charset="2"/>
        <a:buChar char="§"/>
        <a:defRPr sz="1261" kern="1200">
          <a:solidFill>
            <a:schemeClr val="tx1"/>
          </a:solidFill>
          <a:latin typeface="+mn-lt"/>
          <a:ea typeface="+mn-ea"/>
          <a:cs typeface="+mn-cs"/>
        </a:defRPr>
      </a:lvl3pPr>
      <a:lvl4pPr marL="806821" indent="-115260" algn="l" rtl="0" eaLnBrk="0" fontAlgn="base" hangingPunct="0">
        <a:spcBef>
          <a:spcPct val="15000"/>
        </a:spcBef>
        <a:spcAft>
          <a:spcPct val="0"/>
        </a:spcAft>
        <a:buChar char="–"/>
        <a:defRPr sz="1008" kern="1200">
          <a:solidFill>
            <a:schemeClr val="tx1"/>
          </a:solidFill>
          <a:latin typeface="+mn-lt"/>
          <a:ea typeface="+mn-ea"/>
          <a:cs typeface="+mn-cs"/>
        </a:defRPr>
      </a:lvl4pPr>
      <a:lvl5pPr marL="1037341" indent="-115260" algn="l" rtl="0" eaLnBrk="0" fontAlgn="base" hangingPunct="0">
        <a:spcBef>
          <a:spcPct val="20000"/>
        </a:spcBef>
        <a:spcAft>
          <a:spcPct val="0"/>
        </a:spcAft>
        <a:buChar char="»"/>
        <a:defRPr sz="1008" kern="1200">
          <a:solidFill>
            <a:schemeClr val="tx1"/>
          </a:solidFill>
          <a:latin typeface="+mn-lt"/>
          <a:ea typeface="+mn-ea"/>
          <a:cs typeface="+mn-cs"/>
        </a:defRPr>
      </a:lvl5pPr>
      <a:lvl6pPr marL="1267861"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6pPr>
      <a:lvl7pPr marL="1498382"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7pPr>
      <a:lvl8pPr marL="1728902"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8pPr>
      <a:lvl9pPr marL="1959422"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9pPr>
    </p:bodyStyle>
    <p:otherStyle>
      <a:defPPr>
        <a:defRPr lang="zh-CN"/>
      </a:defPPr>
      <a:lvl1pPr marL="0" algn="l" defTabSz="461040" rtl="0" eaLnBrk="1" latinLnBrk="0" hangingPunct="1">
        <a:defRPr sz="908" kern="1200">
          <a:solidFill>
            <a:schemeClr val="tx1"/>
          </a:solidFill>
          <a:latin typeface="+mn-lt"/>
          <a:ea typeface="+mn-ea"/>
          <a:cs typeface="+mn-cs"/>
        </a:defRPr>
      </a:lvl1pPr>
      <a:lvl2pPr marL="230520" algn="l" defTabSz="461040" rtl="0" eaLnBrk="1" latinLnBrk="0" hangingPunct="1">
        <a:defRPr sz="908" kern="1200">
          <a:solidFill>
            <a:schemeClr val="tx1"/>
          </a:solidFill>
          <a:latin typeface="+mn-lt"/>
          <a:ea typeface="+mn-ea"/>
          <a:cs typeface="+mn-cs"/>
        </a:defRPr>
      </a:lvl2pPr>
      <a:lvl3pPr marL="461040" algn="l" defTabSz="461040" rtl="0" eaLnBrk="1" latinLnBrk="0" hangingPunct="1">
        <a:defRPr sz="908" kern="1200">
          <a:solidFill>
            <a:schemeClr val="tx1"/>
          </a:solidFill>
          <a:latin typeface="+mn-lt"/>
          <a:ea typeface="+mn-ea"/>
          <a:cs typeface="+mn-cs"/>
        </a:defRPr>
      </a:lvl3pPr>
      <a:lvl4pPr marL="691561" algn="l" defTabSz="461040" rtl="0" eaLnBrk="1" latinLnBrk="0" hangingPunct="1">
        <a:defRPr sz="908" kern="1200">
          <a:solidFill>
            <a:schemeClr val="tx1"/>
          </a:solidFill>
          <a:latin typeface="+mn-lt"/>
          <a:ea typeface="+mn-ea"/>
          <a:cs typeface="+mn-cs"/>
        </a:defRPr>
      </a:lvl4pPr>
      <a:lvl5pPr marL="922081" algn="l" defTabSz="461040" rtl="0" eaLnBrk="1" latinLnBrk="0" hangingPunct="1">
        <a:defRPr sz="908" kern="1200">
          <a:solidFill>
            <a:schemeClr val="tx1"/>
          </a:solidFill>
          <a:latin typeface="+mn-lt"/>
          <a:ea typeface="+mn-ea"/>
          <a:cs typeface="+mn-cs"/>
        </a:defRPr>
      </a:lvl5pPr>
      <a:lvl6pPr marL="1152601" algn="l" defTabSz="461040" rtl="0" eaLnBrk="1" latinLnBrk="0" hangingPunct="1">
        <a:defRPr sz="908" kern="1200">
          <a:solidFill>
            <a:schemeClr val="tx1"/>
          </a:solidFill>
          <a:latin typeface="+mn-lt"/>
          <a:ea typeface="+mn-ea"/>
          <a:cs typeface="+mn-cs"/>
        </a:defRPr>
      </a:lvl6pPr>
      <a:lvl7pPr marL="1383121" algn="l" defTabSz="461040" rtl="0" eaLnBrk="1" latinLnBrk="0" hangingPunct="1">
        <a:defRPr sz="908" kern="1200">
          <a:solidFill>
            <a:schemeClr val="tx1"/>
          </a:solidFill>
          <a:latin typeface="+mn-lt"/>
          <a:ea typeface="+mn-ea"/>
          <a:cs typeface="+mn-cs"/>
        </a:defRPr>
      </a:lvl7pPr>
      <a:lvl8pPr marL="1613642" algn="l" defTabSz="461040" rtl="0" eaLnBrk="1" latinLnBrk="0" hangingPunct="1">
        <a:defRPr sz="908" kern="1200">
          <a:solidFill>
            <a:schemeClr val="tx1"/>
          </a:solidFill>
          <a:latin typeface="+mn-lt"/>
          <a:ea typeface="+mn-ea"/>
          <a:cs typeface="+mn-cs"/>
        </a:defRPr>
      </a:lvl8pPr>
      <a:lvl9pPr marL="1844162" algn="l" defTabSz="461040" rtl="0" eaLnBrk="1" latinLnBrk="0" hangingPunct="1">
        <a:defRPr sz="908"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bwMode="auto">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4316B7D8-77CD-8C49-78C1-2F609C50D049}"/>
              </a:ext>
            </a:extLst>
          </p:cNvPr>
          <p:cNvSpPr>
            <a:spLocks noGrp="1" noChangeArrowheads="1"/>
          </p:cNvSpPr>
          <p:nvPr>
            <p:ph type="title"/>
          </p:nvPr>
        </p:nvSpPr>
        <p:spPr bwMode="auto">
          <a:xfrm>
            <a:off x="172879" y="127376"/>
            <a:ext cx="4240332" cy="3436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endParaRPr lang="zh-CN" altLang="en-US"/>
          </a:p>
        </p:txBody>
      </p:sp>
      <p:sp>
        <p:nvSpPr>
          <p:cNvPr id="1027" name="Rectangle 3">
            <a:extLst>
              <a:ext uri="{FF2B5EF4-FFF2-40B4-BE49-F238E27FC236}">
                <a16:creationId xmlns:a16="http://schemas.microsoft.com/office/drawing/2014/main" id="{C2A03781-C384-2C28-9929-995631B198EE}"/>
              </a:ext>
            </a:extLst>
          </p:cNvPr>
          <p:cNvSpPr>
            <a:spLocks noGrp="1" noChangeArrowheads="1"/>
          </p:cNvSpPr>
          <p:nvPr>
            <p:ph type="body" idx="1"/>
          </p:nvPr>
        </p:nvSpPr>
        <p:spPr bwMode="auto">
          <a:xfrm>
            <a:off x="188086" y="508698"/>
            <a:ext cx="4191509" cy="25827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p>
        </p:txBody>
      </p:sp>
      <p:sp>
        <p:nvSpPr>
          <p:cNvPr id="1028" name="Rectangle 5">
            <a:extLst>
              <a:ext uri="{FF2B5EF4-FFF2-40B4-BE49-F238E27FC236}">
                <a16:creationId xmlns:a16="http://schemas.microsoft.com/office/drawing/2014/main" id="{AFD0D887-92EB-A616-E943-EBACA5D0FDFB}"/>
              </a:ext>
            </a:extLst>
          </p:cNvPr>
          <p:cNvSpPr>
            <a:spLocks noGrp="1" noChangeArrowheads="1"/>
          </p:cNvSpPr>
          <p:nvPr>
            <p:ph type="ftr" sz="quarter" idx="3"/>
          </p:nvPr>
        </p:nvSpPr>
        <p:spPr bwMode="auto">
          <a:xfrm>
            <a:off x="144066" y="3226028"/>
            <a:ext cx="3698485" cy="1850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defRPr i="1">
                <a:solidFill>
                  <a:srgbClr val="777777"/>
                </a:solidFill>
                <a:ea typeface="宋体" panose="02010600030101010101" pitchFamily="2" charset="-122"/>
              </a:defRPr>
            </a:lvl1pPr>
          </a:lstStyle>
          <a:p>
            <a:r>
              <a:rPr lang="zh-CN" altLang="zh-CN"/>
              <a:t>生活费用的衡量</a:t>
            </a:r>
          </a:p>
        </p:txBody>
      </p:sp>
      <p:sp>
        <p:nvSpPr>
          <p:cNvPr id="1029" name="Rectangle 6">
            <a:extLst>
              <a:ext uri="{FF2B5EF4-FFF2-40B4-BE49-F238E27FC236}">
                <a16:creationId xmlns:a16="http://schemas.microsoft.com/office/drawing/2014/main" id="{7FB91B5B-167F-00F6-8C2F-A84B46F3621E}"/>
              </a:ext>
            </a:extLst>
          </p:cNvPr>
          <p:cNvSpPr>
            <a:spLocks noGrp="1" noChangeArrowheads="1"/>
          </p:cNvSpPr>
          <p:nvPr>
            <p:ph type="sldNum" sz="quarter" idx="4"/>
          </p:nvPr>
        </p:nvSpPr>
        <p:spPr bwMode="auto">
          <a:xfrm>
            <a:off x="4185907" y="3217216"/>
            <a:ext cx="344957" cy="1858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algn="r">
              <a:defRPr sz="857">
                <a:solidFill>
                  <a:srgbClr val="777777"/>
                </a:solidFill>
                <a:ea typeface="宋体" panose="02010600030101010101" pitchFamily="2" charset="-122"/>
              </a:defRPr>
            </a:lvl1pPr>
          </a:lstStyle>
          <a:p>
            <a:fld id="{67E89DB2-10D5-B24A-866F-85E347D83F90}" type="slidenum">
              <a:rPr lang="zh-CN" altLang="zh-CN"/>
              <a:pPr/>
              <a:t>‹#›</a:t>
            </a:fld>
            <a:endParaRPr lang="en-US" altLang="zh-CN"/>
          </a:p>
        </p:txBody>
      </p:sp>
    </p:spTree>
    <p:extLst>
      <p:ext uri="{BB962C8B-B14F-4D97-AF65-F5344CB8AC3E}">
        <p14:creationId xmlns:p14="http://schemas.microsoft.com/office/powerpoint/2010/main" val="2380731690"/>
      </p:ext>
    </p:extLst>
  </p:cSld>
  <p:clrMap bg1="lt1" tx1="dk1" bg2="lt2" tx2="dk2" accent1="accent1" accent2="accent2" accent3="accent3" accent4="accent4" accent5="accent5" accent6="accent6" hlink="hlink" folHlink="folHlink"/>
  <p:sldLayoutIdLst>
    <p:sldLayoutId id="2147483706" r:id="rId1"/>
    <p:sldLayoutId id="2147483707" r:id="rId2"/>
    <p:sldLayoutId id="2147483708" r:id="rId3"/>
    <p:sldLayoutId id="2147483709" r:id="rId4"/>
    <p:sldLayoutId id="2147483710" r:id="rId5"/>
    <p:sldLayoutId id="2147483711" r:id="rId6"/>
    <p:sldLayoutId id="2147483712" r:id="rId7"/>
    <p:sldLayoutId id="2147483713" r:id="rId8"/>
    <p:sldLayoutId id="2147483714" r:id="rId9"/>
    <p:sldLayoutId id="2147483715" r:id="rId10"/>
    <p:sldLayoutId id="2147483716" r:id="rId11"/>
  </p:sldLayoutIdLs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1027">
                                            <p:txEl>
                                              <p:pRg st="0" end="0"/>
                                            </p:txEl>
                                          </p:spTgt>
                                        </p:tgtEl>
                                        <p:attrNameLst>
                                          <p:attrName>style.visibility</p:attrName>
                                        </p:attrNameLst>
                                      </p:cBhvr>
                                      <p:to>
                                        <p:strVal val="visible"/>
                                      </p:to>
                                    </p:set>
                                    <p:animEffect transition="in" filter="wipe(left)">
                                      <p:cBhvr>
                                        <p:cTn id="7" dur="500"/>
                                        <p:tgtEl>
                                          <p:spTgt spid="102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1027">
                                            <p:txEl>
                                              <p:pRg st="1" end="1"/>
                                            </p:txEl>
                                          </p:spTgt>
                                        </p:tgtEl>
                                        <p:attrNameLst>
                                          <p:attrName>style.visibility</p:attrName>
                                        </p:attrNameLst>
                                      </p:cBhvr>
                                      <p:to>
                                        <p:strVal val="visible"/>
                                      </p:to>
                                    </p:set>
                                    <p:animEffect transition="in" filter="wipe(left)">
                                      <p:cBhvr>
                                        <p:cTn id="12" dur="500"/>
                                        <p:tgtEl>
                                          <p:spTgt spid="1027">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1027">
                                            <p:txEl>
                                              <p:pRg st="2" end="2"/>
                                            </p:txEl>
                                          </p:spTgt>
                                        </p:tgtEl>
                                        <p:attrNameLst>
                                          <p:attrName>style.visibility</p:attrName>
                                        </p:attrNameLst>
                                      </p:cBhvr>
                                      <p:to>
                                        <p:strVal val="visible"/>
                                      </p:to>
                                    </p:set>
                                    <p:animEffect transition="in" filter="wipe(left)">
                                      <p:cBhvr>
                                        <p:cTn id="17" dur="500"/>
                                        <p:tgtEl>
                                          <p:spTgt spid="1027">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1027">
                                            <p:txEl>
                                              <p:pRg st="3" end="3"/>
                                            </p:txEl>
                                          </p:spTgt>
                                        </p:tgtEl>
                                        <p:attrNameLst>
                                          <p:attrName>style.visibility</p:attrName>
                                        </p:attrNameLst>
                                      </p:cBhvr>
                                      <p:to>
                                        <p:strVal val="visible"/>
                                      </p:to>
                                    </p:set>
                                    <p:animEffect transition="in" filter="wipe(left)">
                                      <p:cBhvr>
                                        <p:cTn id="22" dur="500"/>
                                        <p:tgtEl>
                                          <p:spTgt spid="1027">
                                            <p:txEl>
                                              <p:pRg st="3" end="3"/>
                                            </p:txEl>
                                          </p:spTgt>
                                        </p:tgtEl>
                                      </p:cBhvr>
                                    </p:animEffect>
                                  </p:childTnLst>
                                </p:cTn>
                              </p:par>
                              <p:par>
                                <p:cTn id="23" presetID="22" presetClass="entr" presetSubtype="8" fill="hold" nodeType="withEffect">
                                  <p:stCondLst>
                                    <p:cond delay="0"/>
                                  </p:stCondLst>
                                  <p:childTnLst>
                                    <p:set>
                                      <p:cBhvr>
                                        <p:cTn id="24" dur="1" fill="hold">
                                          <p:stCondLst>
                                            <p:cond delay="0"/>
                                          </p:stCondLst>
                                        </p:cTn>
                                        <p:tgtEl>
                                          <p:spTgt spid="1027">
                                            <p:txEl>
                                              <p:pRg st="4" end="4"/>
                                            </p:txEl>
                                          </p:spTgt>
                                        </p:tgtEl>
                                        <p:attrNameLst>
                                          <p:attrName>style.visibility</p:attrName>
                                        </p:attrNameLst>
                                      </p:cBhvr>
                                      <p:to>
                                        <p:strVal val="visible"/>
                                      </p:to>
                                    </p:set>
                                    <p:animEffect transition="in" filter="wipe(left)">
                                      <p:cBhvr>
                                        <p:cTn id="25" dur="500"/>
                                        <p:tgtEl>
                                          <p:spTgt spid="1027">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27" grpId="0" build="p" bldLvl="4" autoUpdateAnimBg="0">
        <p:tmplLst>
          <p:tmpl lvl="1">
            <p:tnLst>
              <p:par>
                <p:cTn presetID="22" presetClass="entr" presetSubtype="8" fill="hold" nodeType="click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wipe(left)">
                      <p:cBhvr>
                        <p:cTn dur="500"/>
                        <p:tgtEl>
                          <p:spTgt spid="1027"/>
                        </p:tgtEl>
                      </p:cBhvr>
                    </p:animEffect>
                  </p:childTnLst>
                </p:cTn>
              </p:par>
            </p:tnLst>
          </p:tmpl>
          <p:tmpl lvl="2">
            <p:tnLst>
              <p:par>
                <p:cTn presetID="22" presetClass="entr" presetSubtype="8" fill="hold" nodeType="click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wipe(left)">
                      <p:cBhvr>
                        <p:cTn dur="500"/>
                        <p:tgtEl>
                          <p:spTgt spid="1027"/>
                        </p:tgtEl>
                      </p:cBhvr>
                    </p:animEffect>
                  </p:childTnLst>
                </p:cTn>
              </p:par>
            </p:tnLst>
          </p:tmpl>
          <p:tmpl lvl="3">
            <p:tnLst>
              <p:par>
                <p:cTn presetID="22" presetClass="entr" presetSubtype="8" fill="hold" nodeType="click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wipe(left)">
                      <p:cBhvr>
                        <p:cTn dur="500"/>
                        <p:tgtEl>
                          <p:spTgt spid="1027"/>
                        </p:tgtEl>
                      </p:cBhvr>
                    </p:animEffect>
                  </p:childTnLst>
                </p:cTn>
              </p:par>
            </p:tnLst>
          </p:tmpl>
          <p:tmpl lvl="4">
            <p:tnLst>
              <p:par>
                <p:cTn presetID="22" presetClass="entr" presetSubtype="8" fill="hold" nodeType="click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wipe(left)">
                      <p:cBhvr>
                        <p:cTn dur="500"/>
                        <p:tgtEl>
                          <p:spTgt spid="1027"/>
                        </p:tgtEl>
                      </p:cBhvr>
                    </p:animEffect>
                  </p:childTnLst>
                </p:cTn>
              </p:par>
            </p:tnLst>
          </p:tmpl>
          <p:tmpl lvl="5">
            <p:tnLst>
              <p:par>
                <p:cTn presetID="22" presetClass="entr" presetSubtype="8" fill="hold" nodeType="withEffect">
                  <p:stCondLst>
                    <p:cond delay="0"/>
                  </p:stCondLst>
                  <p:childTnLst>
                    <p:set>
                      <p:cBhvr>
                        <p:cTn dur="1" fill="hold">
                          <p:stCondLst>
                            <p:cond delay="0"/>
                          </p:stCondLst>
                        </p:cTn>
                        <p:tgtEl>
                          <p:spTgt spid="1027"/>
                        </p:tgtEl>
                        <p:attrNameLst>
                          <p:attrName>style.visibility</p:attrName>
                        </p:attrNameLst>
                      </p:cBhvr>
                      <p:to>
                        <p:strVal val="visible"/>
                      </p:to>
                    </p:set>
                    <p:animEffect transition="in" filter="wipe(left)">
                      <p:cBhvr>
                        <p:cTn dur="500"/>
                        <p:tgtEl>
                          <p:spTgt spid="1027"/>
                        </p:tgtEl>
                      </p:cBhvr>
                    </p:animEffect>
                  </p:childTnLst>
                </p:cTn>
              </p:par>
            </p:tnLst>
          </p:tmpl>
        </p:tmplLst>
      </p:bldP>
    </p:bldLst>
  </p:timing>
  <p:txStyles>
    <p:titleStyle>
      <a:lvl1pPr algn="ctr" rtl="0" eaLnBrk="0" fontAlgn="base" hangingPunct="0">
        <a:spcBef>
          <a:spcPct val="0"/>
        </a:spcBef>
        <a:spcAft>
          <a:spcPct val="0"/>
        </a:spcAft>
        <a:defRPr sz="1916" b="1" kern="1200">
          <a:solidFill>
            <a:srgbClr val="333399"/>
          </a:solidFill>
          <a:latin typeface="+mj-lt"/>
          <a:ea typeface="+mj-ea"/>
          <a:cs typeface="+mj-cs"/>
        </a:defRPr>
      </a:lvl1pPr>
      <a:lvl2pPr algn="ctr" rtl="0" eaLnBrk="0" fontAlgn="base" hangingPunct="0">
        <a:spcBef>
          <a:spcPct val="0"/>
        </a:spcBef>
        <a:spcAft>
          <a:spcPct val="0"/>
        </a:spcAft>
        <a:defRPr sz="1916" b="1">
          <a:solidFill>
            <a:srgbClr val="333399"/>
          </a:solidFill>
          <a:latin typeface="Book Antiqua" panose="02040602050305030304" pitchFamily="18" charset="0"/>
        </a:defRPr>
      </a:lvl2pPr>
      <a:lvl3pPr algn="ctr" rtl="0" eaLnBrk="0" fontAlgn="base" hangingPunct="0">
        <a:spcBef>
          <a:spcPct val="0"/>
        </a:spcBef>
        <a:spcAft>
          <a:spcPct val="0"/>
        </a:spcAft>
        <a:defRPr sz="1916" b="1">
          <a:solidFill>
            <a:srgbClr val="333399"/>
          </a:solidFill>
          <a:latin typeface="Book Antiqua" panose="02040602050305030304" pitchFamily="18" charset="0"/>
        </a:defRPr>
      </a:lvl3pPr>
      <a:lvl4pPr algn="ctr" rtl="0" eaLnBrk="0" fontAlgn="base" hangingPunct="0">
        <a:spcBef>
          <a:spcPct val="0"/>
        </a:spcBef>
        <a:spcAft>
          <a:spcPct val="0"/>
        </a:spcAft>
        <a:defRPr sz="1916" b="1">
          <a:solidFill>
            <a:srgbClr val="333399"/>
          </a:solidFill>
          <a:latin typeface="Book Antiqua" panose="02040602050305030304" pitchFamily="18" charset="0"/>
        </a:defRPr>
      </a:lvl4pPr>
      <a:lvl5pPr algn="ctr" rtl="0" eaLnBrk="0" fontAlgn="base" hangingPunct="0">
        <a:spcBef>
          <a:spcPct val="0"/>
        </a:spcBef>
        <a:spcAft>
          <a:spcPct val="0"/>
        </a:spcAft>
        <a:defRPr sz="1916" b="1">
          <a:solidFill>
            <a:srgbClr val="333399"/>
          </a:solidFill>
          <a:latin typeface="Book Antiqua" panose="02040602050305030304" pitchFamily="18" charset="0"/>
        </a:defRPr>
      </a:lvl5pPr>
      <a:lvl6pPr marL="230520" algn="ctr" rtl="0" eaLnBrk="0" fontAlgn="base" hangingPunct="0">
        <a:spcBef>
          <a:spcPct val="0"/>
        </a:spcBef>
        <a:spcAft>
          <a:spcPct val="0"/>
        </a:spcAft>
        <a:defRPr sz="1916" b="1">
          <a:solidFill>
            <a:srgbClr val="333399"/>
          </a:solidFill>
          <a:latin typeface="Book Antiqua" panose="02040602050305030304" pitchFamily="18" charset="0"/>
        </a:defRPr>
      </a:lvl6pPr>
      <a:lvl7pPr marL="461040" algn="ctr" rtl="0" eaLnBrk="0" fontAlgn="base" hangingPunct="0">
        <a:spcBef>
          <a:spcPct val="0"/>
        </a:spcBef>
        <a:spcAft>
          <a:spcPct val="0"/>
        </a:spcAft>
        <a:defRPr sz="1916" b="1">
          <a:solidFill>
            <a:srgbClr val="333399"/>
          </a:solidFill>
          <a:latin typeface="Book Antiqua" panose="02040602050305030304" pitchFamily="18" charset="0"/>
        </a:defRPr>
      </a:lvl7pPr>
      <a:lvl8pPr marL="691561" algn="ctr" rtl="0" eaLnBrk="0" fontAlgn="base" hangingPunct="0">
        <a:spcBef>
          <a:spcPct val="0"/>
        </a:spcBef>
        <a:spcAft>
          <a:spcPct val="0"/>
        </a:spcAft>
        <a:defRPr sz="1916" b="1">
          <a:solidFill>
            <a:srgbClr val="333399"/>
          </a:solidFill>
          <a:latin typeface="Book Antiqua" panose="02040602050305030304" pitchFamily="18" charset="0"/>
        </a:defRPr>
      </a:lvl8pPr>
      <a:lvl9pPr marL="922081" algn="ctr" rtl="0" eaLnBrk="0" fontAlgn="base" hangingPunct="0">
        <a:spcBef>
          <a:spcPct val="0"/>
        </a:spcBef>
        <a:spcAft>
          <a:spcPct val="0"/>
        </a:spcAft>
        <a:defRPr sz="1916" b="1">
          <a:solidFill>
            <a:srgbClr val="333399"/>
          </a:solidFill>
          <a:latin typeface="Book Antiqua" panose="02040602050305030304" pitchFamily="18" charset="0"/>
        </a:defRPr>
      </a:lvl9pPr>
    </p:titleStyle>
    <p:bodyStyle>
      <a:lvl1pPr marL="172890" indent="-172890" algn="l" rtl="0" eaLnBrk="0" fontAlgn="base" hangingPunct="0">
        <a:lnSpc>
          <a:spcPct val="105000"/>
        </a:lnSpc>
        <a:spcBef>
          <a:spcPct val="45000"/>
        </a:spcBef>
        <a:spcAft>
          <a:spcPct val="0"/>
        </a:spcAft>
        <a:buClr>
          <a:srgbClr val="339966"/>
        </a:buClr>
        <a:buSzPct val="120000"/>
        <a:buFont typeface="Wingdings" pitchFamily="2" charset="2"/>
        <a:buChar char="§"/>
        <a:defRPr sz="1412" kern="1200">
          <a:solidFill>
            <a:schemeClr val="tx1"/>
          </a:solidFill>
          <a:latin typeface="+mn-lt"/>
          <a:ea typeface="+mn-ea"/>
          <a:cs typeface="+mn-cs"/>
        </a:defRPr>
      </a:lvl1pPr>
      <a:lvl2pPr marL="374595" indent="-144075" algn="l" rtl="0" eaLnBrk="0" fontAlgn="base" hangingPunct="0">
        <a:spcBef>
          <a:spcPct val="15000"/>
        </a:spcBef>
        <a:spcAft>
          <a:spcPct val="0"/>
        </a:spcAft>
        <a:buClr>
          <a:srgbClr val="996633"/>
        </a:buClr>
        <a:buSzPct val="120000"/>
        <a:buFont typeface="Wingdings" pitchFamily="2" charset="2"/>
        <a:buChar char="§"/>
        <a:defRPr sz="1361" kern="1200">
          <a:solidFill>
            <a:schemeClr val="tx1"/>
          </a:solidFill>
          <a:latin typeface="+mn-lt"/>
          <a:ea typeface="+mn-ea"/>
          <a:cs typeface="+mn-cs"/>
        </a:defRPr>
      </a:lvl2pPr>
      <a:lvl3pPr marL="576301" indent="-115260" algn="l" rtl="0" eaLnBrk="0" fontAlgn="base" hangingPunct="0">
        <a:spcBef>
          <a:spcPct val="15000"/>
        </a:spcBef>
        <a:spcAft>
          <a:spcPct val="0"/>
        </a:spcAft>
        <a:buClr>
          <a:srgbClr val="339966"/>
        </a:buClr>
        <a:buSzPct val="120000"/>
        <a:buFont typeface="Wingdings" pitchFamily="2" charset="2"/>
        <a:buChar char="§"/>
        <a:defRPr sz="1261" kern="1200">
          <a:solidFill>
            <a:schemeClr val="tx1"/>
          </a:solidFill>
          <a:latin typeface="+mn-lt"/>
          <a:ea typeface="+mn-ea"/>
          <a:cs typeface="+mn-cs"/>
        </a:defRPr>
      </a:lvl3pPr>
      <a:lvl4pPr marL="806821" indent="-115260" algn="l" rtl="0" eaLnBrk="0" fontAlgn="base" hangingPunct="0">
        <a:spcBef>
          <a:spcPct val="15000"/>
        </a:spcBef>
        <a:spcAft>
          <a:spcPct val="0"/>
        </a:spcAft>
        <a:buChar char="–"/>
        <a:defRPr sz="1008" kern="1200">
          <a:solidFill>
            <a:schemeClr val="tx1"/>
          </a:solidFill>
          <a:latin typeface="+mn-lt"/>
          <a:ea typeface="+mn-ea"/>
          <a:cs typeface="+mn-cs"/>
        </a:defRPr>
      </a:lvl4pPr>
      <a:lvl5pPr marL="1037341" indent="-115260" algn="l" rtl="0" eaLnBrk="0" fontAlgn="base" hangingPunct="0">
        <a:spcBef>
          <a:spcPct val="20000"/>
        </a:spcBef>
        <a:spcAft>
          <a:spcPct val="0"/>
        </a:spcAft>
        <a:buChar char="»"/>
        <a:defRPr sz="1008" kern="1200">
          <a:solidFill>
            <a:schemeClr val="tx1"/>
          </a:solidFill>
          <a:latin typeface="+mn-lt"/>
          <a:ea typeface="+mn-ea"/>
          <a:cs typeface="+mn-cs"/>
        </a:defRPr>
      </a:lvl5pPr>
      <a:lvl6pPr marL="1267861"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6pPr>
      <a:lvl7pPr marL="1498382"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7pPr>
      <a:lvl8pPr marL="1728902"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8pPr>
      <a:lvl9pPr marL="1959422" indent="-115260" algn="l" defTabSz="461040" rtl="0" eaLnBrk="1" latinLnBrk="0" hangingPunct="1">
        <a:lnSpc>
          <a:spcPct val="90000"/>
        </a:lnSpc>
        <a:spcBef>
          <a:spcPts val="252"/>
        </a:spcBef>
        <a:buFont typeface="Arial" panose="020B0604020202020204" pitchFamily="34" charset="0"/>
        <a:buChar char="•"/>
        <a:defRPr sz="908" kern="1200">
          <a:solidFill>
            <a:schemeClr val="tx1"/>
          </a:solidFill>
          <a:latin typeface="+mn-lt"/>
          <a:ea typeface="+mn-ea"/>
          <a:cs typeface="+mn-cs"/>
        </a:defRPr>
      </a:lvl9pPr>
    </p:bodyStyle>
    <p:otherStyle>
      <a:defPPr>
        <a:defRPr lang="zh-CN"/>
      </a:defPPr>
      <a:lvl1pPr marL="0" algn="l" defTabSz="461040" rtl="0" eaLnBrk="1" latinLnBrk="0" hangingPunct="1">
        <a:defRPr sz="908" kern="1200">
          <a:solidFill>
            <a:schemeClr val="tx1"/>
          </a:solidFill>
          <a:latin typeface="+mn-lt"/>
          <a:ea typeface="+mn-ea"/>
          <a:cs typeface="+mn-cs"/>
        </a:defRPr>
      </a:lvl1pPr>
      <a:lvl2pPr marL="230520" algn="l" defTabSz="461040" rtl="0" eaLnBrk="1" latinLnBrk="0" hangingPunct="1">
        <a:defRPr sz="908" kern="1200">
          <a:solidFill>
            <a:schemeClr val="tx1"/>
          </a:solidFill>
          <a:latin typeface="+mn-lt"/>
          <a:ea typeface="+mn-ea"/>
          <a:cs typeface="+mn-cs"/>
        </a:defRPr>
      </a:lvl2pPr>
      <a:lvl3pPr marL="461040" algn="l" defTabSz="461040" rtl="0" eaLnBrk="1" latinLnBrk="0" hangingPunct="1">
        <a:defRPr sz="908" kern="1200">
          <a:solidFill>
            <a:schemeClr val="tx1"/>
          </a:solidFill>
          <a:latin typeface="+mn-lt"/>
          <a:ea typeface="+mn-ea"/>
          <a:cs typeface="+mn-cs"/>
        </a:defRPr>
      </a:lvl3pPr>
      <a:lvl4pPr marL="691561" algn="l" defTabSz="461040" rtl="0" eaLnBrk="1" latinLnBrk="0" hangingPunct="1">
        <a:defRPr sz="908" kern="1200">
          <a:solidFill>
            <a:schemeClr val="tx1"/>
          </a:solidFill>
          <a:latin typeface="+mn-lt"/>
          <a:ea typeface="+mn-ea"/>
          <a:cs typeface="+mn-cs"/>
        </a:defRPr>
      </a:lvl4pPr>
      <a:lvl5pPr marL="922081" algn="l" defTabSz="461040" rtl="0" eaLnBrk="1" latinLnBrk="0" hangingPunct="1">
        <a:defRPr sz="908" kern="1200">
          <a:solidFill>
            <a:schemeClr val="tx1"/>
          </a:solidFill>
          <a:latin typeface="+mn-lt"/>
          <a:ea typeface="+mn-ea"/>
          <a:cs typeface="+mn-cs"/>
        </a:defRPr>
      </a:lvl5pPr>
      <a:lvl6pPr marL="1152601" algn="l" defTabSz="461040" rtl="0" eaLnBrk="1" latinLnBrk="0" hangingPunct="1">
        <a:defRPr sz="908" kern="1200">
          <a:solidFill>
            <a:schemeClr val="tx1"/>
          </a:solidFill>
          <a:latin typeface="+mn-lt"/>
          <a:ea typeface="+mn-ea"/>
          <a:cs typeface="+mn-cs"/>
        </a:defRPr>
      </a:lvl6pPr>
      <a:lvl7pPr marL="1383121" algn="l" defTabSz="461040" rtl="0" eaLnBrk="1" latinLnBrk="0" hangingPunct="1">
        <a:defRPr sz="908" kern="1200">
          <a:solidFill>
            <a:schemeClr val="tx1"/>
          </a:solidFill>
          <a:latin typeface="+mn-lt"/>
          <a:ea typeface="+mn-ea"/>
          <a:cs typeface="+mn-cs"/>
        </a:defRPr>
      </a:lvl7pPr>
      <a:lvl8pPr marL="1613642" algn="l" defTabSz="461040" rtl="0" eaLnBrk="1" latinLnBrk="0" hangingPunct="1">
        <a:defRPr sz="908" kern="1200">
          <a:solidFill>
            <a:schemeClr val="tx1"/>
          </a:solidFill>
          <a:latin typeface="+mn-lt"/>
          <a:ea typeface="+mn-ea"/>
          <a:cs typeface="+mn-cs"/>
        </a:defRPr>
      </a:lvl8pPr>
      <a:lvl9pPr marL="1844162" algn="l" defTabSz="461040" rtl="0" eaLnBrk="1" latinLnBrk="0" hangingPunct="1">
        <a:defRPr sz="908"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hyperlink" Target="../../../../../../Program%20Files/TurningPoint/2003/Questions.html" TargetMode="External"/><Relationship Id="rId1" Type="http://schemas.openxmlformats.org/officeDocument/2006/relationships/slideLayout" Target="../slideLayouts/slideLayout34.xml"/></Relationships>
</file>

<file path=ppt/slides/_rels/slide4.xml.rels><?xml version="1.0" encoding="UTF-8" standalone="yes"?>
<Relationships xmlns="http://schemas.openxmlformats.org/package/2006/relationships"><Relationship Id="rId2" Type="http://schemas.openxmlformats.org/officeDocument/2006/relationships/hyperlink" Target="../../../../../../Program%20Files/TurningPoint/2003/Questions.html" TargetMode="External"/><Relationship Id="rId1" Type="http://schemas.openxmlformats.org/officeDocument/2006/relationships/slideLayout" Target="../slideLayouts/slideLayout34.xml"/></Relationships>
</file>

<file path=ppt/slides/_rels/slide5.xml.rels><?xml version="1.0" encoding="UTF-8" standalone="yes"?>
<Relationships xmlns="http://schemas.openxmlformats.org/package/2006/relationships"><Relationship Id="rId2" Type="http://schemas.openxmlformats.org/officeDocument/2006/relationships/hyperlink" Target="../../../../../../Program%20Files/TurningPoint/2003/Questions.html" TargetMode="External"/><Relationship Id="rId1" Type="http://schemas.openxmlformats.org/officeDocument/2006/relationships/slideLayout" Target="../slideLayouts/slideLayout34.xml"/></Relationships>
</file>

<file path=ppt/slides/_rels/slide6.xml.rels><?xml version="1.0" encoding="UTF-8" standalone="yes"?>
<Relationships xmlns="http://schemas.openxmlformats.org/package/2006/relationships"><Relationship Id="rId3" Type="http://schemas.openxmlformats.org/officeDocument/2006/relationships/hyperlink" Target="../../../../../../Program%20Files/TurningPoint/2003/Questions.html" TargetMode="External"/><Relationship Id="rId2" Type="http://schemas.openxmlformats.org/officeDocument/2006/relationships/notesSlide" Target="../notesSlides/notesSlide1.xml"/><Relationship Id="rId1" Type="http://schemas.openxmlformats.org/officeDocument/2006/relationships/slideLayout" Target="../slideLayouts/slideLayout34.xml"/></Relationships>
</file>

<file path=ppt/slides/_rels/slide7.xml.rels><?xml version="1.0" encoding="UTF-8" standalone="yes"?>
<Relationships xmlns="http://schemas.openxmlformats.org/package/2006/relationships"><Relationship Id="rId3" Type="http://schemas.openxmlformats.org/officeDocument/2006/relationships/hyperlink" Target="../../../Program%20Files/TurningPoint/2003/Questions.html" TargetMode="External"/><Relationship Id="rId2" Type="http://schemas.openxmlformats.org/officeDocument/2006/relationships/notesSlide" Target="../notesSlides/notesSlide2.xml"/><Relationship Id="rId1" Type="http://schemas.openxmlformats.org/officeDocument/2006/relationships/slideLayout" Target="../slideLayouts/slideLayout34.xml"/></Relationships>
</file>

<file path=ppt/slides/_rels/slide8.xml.rels><?xml version="1.0" encoding="UTF-8" standalone="yes"?>
<Relationships xmlns="http://schemas.openxmlformats.org/package/2006/relationships"><Relationship Id="rId2" Type="http://schemas.openxmlformats.org/officeDocument/2006/relationships/hyperlink" Target="../../../Program%20Files/TurningPoint/2003/Questions.html" TargetMode="External"/><Relationship Id="rId1" Type="http://schemas.openxmlformats.org/officeDocument/2006/relationships/slideLayout" Target="../slideLayouts/slideLayout34.xml"/></Relationships>
</file>

<file path=ppt/slides/_rels/slide9.xml.rels><?xml version="1.0" encoding="UTF-8" standalone="yes"?>
<Relationships xmlns="http://schemas.openxmlformats.org/package/2006/relationships"><Relationship Id="rId2" Type="http://schemas.openxmlformats.org/officeDocument/2006/relationships/hyperlink" Target="../../../Program%20Files/TurningPoint/2003/Questions.html" TargetMode="External"/><Relationship Id="rId1" Type="http://schemas.openxmlformats.org/officeDocument/2006/relationships/slideLayout" Target="../slideLayouts/slideLayout34.xml"/></Relationships>
</file>

<file path=ppt/slides/_rels/slide10.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3.xml"/><Relationship Id="rId1" Type="http://schemas.openxmlformats.org/officeDocument/2006/relationships/slideLayout" Target="../slideLayouts/slideLayout34.xml"/><Relationship Id="rId5" Type="http://schemas.openxmlformats.org/officeDocument/2006/relationships/hyperlink" Target="../../../../../../Program%20Files/TurningPoint/2003/Questions.html" TargetMode="External"/><Relationship Id="rId4" Type="http://schemas.openxmlformats.org/officeDocument/2006/relationships/image" Target="../media/image5.emf"/></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34.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34.xml"/></Relationships>
</file>

<file path=ppt/slides/_rels/slide13.xml.rels><?xml version="1.0" encoding="UTF-8" standalone="yes"?>
<Relationships xmlns="http://schemas.openxmlformats.org/package/2006/relationships"><Relationship Id="rId2" Type="http://schemas.openxmlformats.org/officeDocument/2006/relationships/hyperlink" Target="../../../../../../Program%20Files/TurningPoint/2003/Questions.html" TargetMode="External"/><Relationship Id="rId1" Type="http://schemas.openxmlformats.org/officeDocument/2006/relationships/slideLayout" Target="../slideLayouts/slideLayout34.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4.xml"/></Relationships>
</file>

<file path=ppt/slides/_rels/slide16.xml.rels><?xml version="1.0" encoding="UTF-8" standalone="yes"?>
<Relationships xmlns="http://schemas.openxmlformats.org/package/2006/relationships"><Relationship Id="rId3" Type="http://schemas.openxmlformats.org/officeDocument/2006/relationships/hyperlink" Target="../../../../../../Program%20Files/TurningPoint/2003/Questions.html" TargetMode="External"/><Relationship Id="rId2" Type="http://schemas.openxmlformats.org/officeDocument/2006/relationships/notesSlide" Target="../notesSlides/notesSlide6.xml"/><Relationship Id="rId1" Type="http://schemas.openxmlformats.org/officeDocument/2006/relationships/slideLayout" Target="../slideLayouts/slideLayout34.xml"/></Relationships>
</file>

<file path=ppt/slides/_rels/slide17.xml.rels><?xml version="1.0" encoding="UTF-8" standalone="yes"?>
<Relationships xmlns="http://schemas.openxmlformats.org/package/2006/relationships"><Relationship Id="rId3" Type="http://schemas.openxmlformats.org/officeDocument/2006/relationships/hyperlink" Target="../../../Program%20Files/TurningPoint/2003/Questions.html" TargetMode="External"/><Relationship Id="rId2" Type="http://schemas.openxmlformats.org/officeDocument/2006/relationships/notesSlide" Target="../notesSlides/notesSlide7.xml"/><Relationship Id="rId1" Type="http://schemas.openxmlformats.org/officeDocument/2006/relationships/slideLayout" Target="../slideLayouts/slideLayout34.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4.xml"/></Relationships>
</file>

<file path=ppt/slides/_rels/slide20.xml.rels><?xml version="1.0" encoding="UTF-8" standalone="yes"?>
<Relationships xmlns="http://schemas.openxmlformats.org/package/2006/relationships"><Relationship Id="rId2" Type="http://schemas.openxmlformats.org/officeDocument/2006/relationships/hyperlink" Target="../../../../../../Program%20Files/TurningPoint/2003/Questions.html" TargetMode="External"/><Relationship Id="rId1" Type="http://schemas.openxmlformats.org/officeDocument/2006/relationships/slideLayout" Target="../slideLayouts/slideLayout34.xml"/></Relationships>
</file>

<file path=ppt/slides/_rels/slide21.xml.rels><?xml version="1.0" encoding="UTF-8" standalone="yes"?>
<Relationships xmlns="http://schemas.openxmlformats.org/package/2006/relationships"><Relationship Id="rId2" Type="http://schemas.openxmlformats.org/officeDocument/2006/relationships/hyperlink" Target="../../../../../../Program%20Files/TurningPoint/2003/Questions.html" TargetMode="External"/><Relationship Id="rId1" Type="http://schemas.openxmlformats.org/officeDocument/2006/relationships/slideLayout" Target="../slideLayouts/slideLayout34.xml"/></Relationships>
</file>

<file path=ppt/slides/_rels/slide22.xml.rels><?xml version="1.0" encoding="UTF-8" standalone="yes"?>
<Relationships xmlns="http://schemas.openxmlformats.org/package/2006/relationships"><Relationship Id="rId3" Type="http://schemas.openxmlformats.org/officeDocument/2006/relationships/hyperlink" Target="../../../../../../Program%20Files/TurningPoint/2003/Questions.html" TargetMode="External"/><Relationship Id="rId2" Type="http://schemas.openxmlformats.org/officeDocument/2006/relationships/notesSlide" Target="../notesSlides/notesSlide10.xml"/><Relationship Id="rId1" Type="http://schemas.openxmlformats.org/officeDocument/2006/relationships/slideLayout" Target="../slideLayouts/slideLayout34.xml"/></Relationships>
</file>

<file path=ppt/slides/_rels/slide23.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notesSlide" Target="../notesSlides/notesSlide11.xml"/><Relationship Id="rId1" Type="http://schemas.openxmlformats.org/officeDocument/2006/relationships/slideLayout" Target="../slideLayouts/slideLayout34.xml"/><Relationship Id="rId5" Type="http://schemas.openxmlformats.org/officeDocument/2006/relationships/hyperlink" Target="../../../../../../Program%20Files/TurningPoint/2003/Questions.html" TargetMode="External"/><Relationship Id="rId4" Type="http://schemas.openxmlformats.org/officeDocument/2006/relationships/image" Target="../media/image8.emf"/></Relationships>
</file>

<file path=ppt/slides/_rels/slide24.xml.rels><?xml version="1.0" encoding="UTF-8" standalone="yes"?>
<Relationships xmlns="http://schemas.openxmlformats.org/package/2006/relationships"><Relationship Id="rId3" Type="http://schemas.openxmlformats.org/officeDocument/2006/relationships/hyperlink" Target="../../../../../../Program%20Files/TurningPoint/2003/Questions.html" TargetMode="External"/><Relationship Id="rId2" Type="http://schemas.openxmlformats.org/officeDocument/2006/relationships/image" Target="../media/image9.png"/><Relationship Id="rId1" Type="http://schemas.openxmlformats.org/officeDocument/2006/relationships/slideLayout" Target="../slideLayouts/slideLayout34.xml"/></Relationships>
</file>

<file path=ppt/slides/_rels/slide25.xml.rels><?xml version="1.0" encoding="UTF-8" standalone="yes"?>
<Relationships xmlns="http://schemas.openxmlformats.org/package/2006/relationships"><Relationship Id="rId2" Type="http://schemas.openxmlformats.org/officeDocument/2006/relationships/hyperlink" Target="../../../../../../Program%20Files/TurningPoint/2003/Questions.html" TargetMode="External"/><Relationship Id="rId1" Type="http://schemas.openxmlformats.org/officeDocument/2006/relationships/slideLayout" Target="../slideLayouts/slideLayout34.xml"/></Relationships>
</file>

<file path=ppt/slides/_rels/slide26.xml.rels><?xml version="1.0" encoding="UTF-8" standalone="yes"?>
<Relationships xmlns="http://schemas.openxmlformats.org/package/2006/relationships"><Relationship Id="rId3" Type="http://schemas.openxmlformats.org/officeDocument/2006/relationships/hyperlink" Target="../../../../../../Program%20Files/TurningPoint/2003/Questions.html" TargetMode="External"/><Relationship Id="rId2" Type="http://schemas.openxmlformats.org/officeDocument/2006/relationships/notesSlide" Target="../notesSlides/notesSlide12.xml"/><Relationship Id="rId1" Type="http://schemas.openxmlformats.org/officeDocument/2006/relationships/slideLayout" Target="../slideLayouts/slideLayout34.xml"/><Relationship Id="rId4" Type="http://schemas.openxmlformats.org/officeDocument/2006/relationships/hyperlink" Target="../../../Program%20Files/TurningPoint/2003/Questions.html" TargetMode="External"/></Relationships>
</file>

<file path=ppt/slides/_rels/slide27.xml.rels><?xml version="1.0" encoding="UTF-8" standalone="yes"?>
<Relationships xmlns="http://schemas.openxmlformats.org/package/2006/relationships"><Relationship Id="rId3" Type="http://schemas.openxmlformats.org/officeDocument/2006/relationships/hyperlink" Target="../../../../../../Program%20Files/TurningPoint/2003/Questions.html" TargetMode="External"/><Relationship Id="rId2" Type="http://schemas.openxmlformats.org/officeDocument/2006/relationships/notesSlide" Target="../notesSlides/notesSlide13.xml"/><Relationship Id="rId1" Type="http://schemas.openxmlformats.org/officeDocument/2006/relationships/slideLayout" Target="../slideLayouts/slideLayout34.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4.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4.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4.xml"/></Relationships>
</file>

<file path=ppt/slides/_rels/slide31.xml.rels><?xml version="1.0" encoding="UTF-8" standalone="yes"?>
<Relationships xmlns="http://schemas.openxmlformats.org/package/2006/relationships"><Relationship Id="rId2" Type="http://schemas.openxmlformats.org/officeDocument/2006/relationships/hyperlink" Target="../../../../../../Program%20Files/TurningPoint/2003/Questions.html" TargetMode="External"/><Relationship Id="rId1" Type="http://schemas.openxmlformats.org/officeDocument/2006/relationships/slideLayout" Target="../slideLayouts/slideLayout34.xml"/></Relationships>
</file>

<file path=ppt/slides/_rels/slide32.xml.rels><?xml version="1.0" encoding="UTF-8" standalone="yes"?>
<Relationships xmlns="http://schemas.openxmlformats.org/package/2006/relationships"><Relationship Id="rId2" Type="http://schemas.openxmlformats.org/officeDocument/2006/relationships/hyperlink" Target="../../../../../../Program%20Files/TurningPoint/2003/Questions.html" TargetMode="External"/><Relationship Id="rId1" Type="http://schemas.openxmlformats.org/officeDocument/2006/relationships/slideLayout" Target="../slideLayouts/slideLayout34.xml"/></Relationships>
</file>

<file path=ppt/slides/_rels/slide33.xml.rels><?xml version="1.0" encoding="UTF-8" standalone="yes"?>
<Relationships xmlns="http://schemas.openxmlformats.org/package/2006/relationships"><Relationship Id="rId2" Type="http://schemas.openxmlformats.org/officeDocument/2006/relationships/hyperlink" Target="../../../../../../Program%20Files/TurningPoint/2003/Questions.html" TargetMode="External"/><Relationship Id="rId1" Type="http://schemas.openxmlformats.org/officeDocument/2006/relationships/slideLayout" Target="../slideLayouts/slideLayout3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object 30"/>
          <p:cNvSpPr/>
          <p:nvPr/>
        </p:nvSpPr>
        <p:spPr>
          <a:xfrm>
            <a:off x="-152" y="0"/>
            <a:ext cx="4608093" cy="143256"/>
          </a:xfrm>
          <a:prstGeom prst="rect">
            <a:avLst/>
          </a:prstGeom>
          <a:blipFill>
            <a:blip r:embed="rId2" cstate="print"/>
            <a:stretch>
              <a:fillRect/>
            </a:stretch>
          </a:blipFill>
        </p:spPr>
        <p:txBody>
          <a:bodyPr wrap="square" lIns="0" tIns="0" rIns="0" bIns="0" rtlCol="0"/>
          <a:lstStyle/>
          <a:p>
            <a:endParaRPr/>
          </a:p>
        </p:txBody>
      </p:sp>
      <p:sp>
        <p:nvSpPr>
          <p:cNvPr id="31" name="object 31"/>
          <p:cNvSpPr/>
          <p:nvPr/>
        </p:nvSpPr>
        <p:spPr>
          <a:xfrm>
            <a:off x="87882" y="573405"/>
            <a:ext cx="4432935" cy="82550"/>
          </a:xfrm>
          <a:custGeom>
            <a:avLst/>
            <a:gdLst/>
            <a:ahLst/>
            <a:cxnLst/>
            <a:rect l="l" t="t" r="r" b="b"/>
            <a:pathLst>
              <a:path w="4432935" h="82550">
                <a:moveTo>
                  <a:pt x="4381767" y="0"/>
                </a:moveTo>
                <a:lnTo>
                  <a:pt x="50799" y="0"/>
                </a:lnTo>
                <a:lnTo>
                  <a:pt x="45925" y="233"/>
                </a:lnTo>
                <a:lnTo>
                  <a:pt x="10386" y="20111"/>
                </a:lnTo>
                <a:lnTo>
                  <a:pt x="0" y="50800"/>
                </a:lnTo>
                <a:lnTo>
                  <a:pt x="0" y="82384"/>
                </a:lnTo>
                <a:lnTo>
                  <a:pt x="4432567" y="82384"/>
                </a:lnTo>
                <a:lnTo>
                  <a:pt x="4432567" y="50800"/>
                </a:lnTo>
                <a:lnTo>
                  <a:pt x="4415984" y="13334"/>
                </a:lnTo>
                <a:lnTo>
                  <a:pt x="4381767" y="0"/>
                </a:lnTo>
                <a:close/>
              </a:path>
            </a:pathLst>
          </a:custGeom>
          <a:solidFill>
            <a:srgbClr val="FFFFFF"/>
          </a:solidFill>
        </p:spPr>
        <p:txBody>
          <a:bodyPr wrap="square" lIns="0" tIns="0" rIns="0" bIns="0" rtlCol="0"/>
          <a:lstStyle/>
          <a:p>
            <a:endParaRPr/>
          </a:p>
        </p:txBody>
      </p:sp>
      <p:sp>
        <p:nvSpPr>
          <p:cNvPr id="32" name="object 32"/>
          <p:cNvSpPr/>
          <p:nvPr/>
        </p:nvSpPr>
        <p:spPr>
          <a:xfrm>
            <a:off x="133126" y="1250219"/>
            <a:ext cx="112479" cy="109537"/>
          </a:xfrm>
          <a:prstGeom prst="rect">
            <a:avLst/>
          </a:prstGeom>
          <a:blipFill>
            <a:blip r:embed="rId3" cstate="print"/>
            <a:stretch>
              <a:fillRect/>
            </a:stretch>
          </a:blipFill>
        </p:spPr>
        <p:txBody>
          <a:bodyPr wrap="square" lIns="0" tIns="0" rIns="0" bIns="0" rtlCol="0"/>
          <a:lstStyle/>
          <a:p>
            <a:endParaRPr/>
          </a:p>
        </p:txBody>
      </p:sp>
      <p:sp>
        <p:nvSpPr>
          <p:cNvPr id="33" name="object 33"/>
          <p:cNvSpPr/>
          <p:nvPr/>
        </p:nvSpPr>
        <p:spPr>
          <a:xfrm>
            <a:off x="4451394" y="1234344"/>
            <a:ext cx="122237" cy="125301"/>
          </a:xfrm>
          <a:prstGeom prst="rect">
            <a:avLst/>
          </a:prstGeom>
          <a:blipFill>
            <a:blip r:embed="rId4" cstate="print"/>
            <a:stretch>
              <a:fillRect/>
            </a:stretch>
          </a:blipFill>
        </p:spPr>
        <p:txBody>
          <a:bodyPr wrap="square" lIns="0" tIns="0" rIns="0" bIns="0" rtlCol="0"/>
          <a:lstStyle/>
          <a:p>
            <a:endParaRPr/>
          </a:p>
        </p:txBody>
      </p:sp>
      <p:sp>
        <p:nvSpPr>
          <p:cNvPr id="34" name="object 34"/>
          <p:cNvSpPr/>
          <p:nvPr/>
        </p:nvSpPr>
        <p:spPr>
          <a:xfrm>
            <a:off x="189482" y="1285940"/>
            <a:ext cx="4280535" cy="9525"/>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7F7F7F"/>
          </a:solidFill>
        </p:spPr>
        <p:txBody>
          <a:bodyPr wrap="square" lIns="0" tIns="0" rIns="0" bIns="0" rtlCol="0"/>
          <a:lstStyle/>
          <a:p>
            <a:endParaRPr/>
          </a:p>
        </p:txBody>
      </p:sp>
      <p:sp>
        <p:nvSpPr>
          <p:cNvPr id="35" name="object 35"/>
          <p:cNvSpPr/>
          <p:nvPr/>
        </p:nvSpPr>
        <p:spPr>
          <a:xfrm>
            <a:off x="189482" y="1292290"/>
            <a:ext cx="4280535" cy="9525"/>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7F7F7F"/>
          </a:solidFill>
        </p:spPr>
        <p:txBody>
          <a:bodyPr wrap="square" lIns="0" tIns="0" rIns="0" bIns="0" rtlCol="0"/>
          <a:lstStyle/>
          <a:p>
            <a:endParaRPr/>
          </a:p>
        </p:txBody>
      </p:sp>
      <p:sp>
        <p:nvSpPr>
          <p:cNvPr id="36" name="object 36"/>
          <p:cNvSpPr/>
          <p:nvPr/>
        </p:nvSpPr>
        <p:spPr>
          <a:xfrm>
            <a:off x="189482" y="1298637"/>
            <a:ext cx="4280535" cy="9525"/>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7F7F7F"/>
          </a:solidFill>
        </p:spPr>
        <p:txBody>
          <a:bodyPr wrap="square" lIns="0" tIns="0" rIns="0" bIns="0" rtlCol="0"/>
          <a:lstStyle/>
          <a:p>
            <a:endParaRPr/>
          </a:p>
        </p:txBody>
      </p:sp>
      <p:sp>
        <p:nvSpPr>
          <p:cNvPr id="37" name="object 37"/>
          <p:cNvSpPr/>
          <p:nvPr/>
        </p:nvSpPr>
        <p:spPr>
          <a:xfrm>
            <a:off x="189482" y="1298637"/>
            <a:ext cx="4280535" cy="9525"/>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7F7F7F"/>
          </a:solidFill>
        </p:spPr>
        <p:txBody>
          <a:bodyPr wrap="square" lIns="0" tIns="0" rIns="0" bIns="0" rtlCol="0"/>
          <a:lstStyle/>
          <a:p>
            <a:endParaRPr/>
          </a:p>
        </p:txBody>
      </p:sp>
      <p:sp>
        <p:nvSpPr>
          <p:cNvPr id="38" name="object 38"/>
          <p:cNvSpPr/>
          <p:nvPr/>
        </p:nvSpPr>
        <p:spPr>
          <a:xfrm>
            <a:off x="189482" y="1304988"/>
            <a:ext cx="4280535" cy="9525"/>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8D8D8D"/>
          </a:solidFill>
        </p:spPr>
        <p:txBody>
          <a:bodyPr wrap="square" lIns="0" tIns="0" rIns="0" bIns="0" rtlCol="0"/>
          <a:lstStyle/>
          <a:p>
            <a:endParaRPr/>
          </a:p>
        </p:txBody>
      </p:sp>
      <p:sp>
        <p:nvSpPr>
          <p:cNvPr id="39" name="object 39"/>
          <p:cNvSpPr/>
          <p:nvPr/>
        </p:nvSpPr>
        <p:spPr>
          <a:xfrm>
            <a:off x="189482" y="1311339"/>
            <a:ext cx="4280535" cy="9525"/>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9B9B9B"/>
          </a:solidFill>
        </p:spPr>
        <p:txBody>
          <a:bodyPr wrap="square" lIns="0" tIns="0" rIns="0" bIns="0" rtlCol="0"/>
          <a:lstStyle/>
          <a:p>
            <a:endParaRPr/>
          </a:p>
        </p:txBody>
      </p:sp>
      <p:sp>
        <p:nvSpPr>
          <p:cNvPr id="40" name="object 40"/>
          <p:cNvSpPr/>
          <p:nvPr/>
        </p:nvSpPr>
        <p:spPr>
          <a:xfrm>
            <a:off x="189482" y="1317690"/>
            <a:ext cx="4280535" cy="9525"/>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A9A9A9"/>
          </a:solidFill>
        </p:spPr>
        <p:txBody>
          <a:bodyPr wrap="square" lIns="0" tIns="0" rIns="0" bIns="0" rtlCol="0"/>
          <a:lstStyle/>
          <a:p>
            <a:endParaRPr/>
          </a:p>
        </p:txBody>
      </p:sp>
      <p:sp>
        <p:nvSpPr>
          <p:cNvPr id="41" name="object 41"/>
          <p:cNvSpPr/>
          <p:nvPr/>
        </p:nvSpPr>
        <p:spPr>
          <a:xfrm>
            <a:off x="189482" y="1324037"/>
            <a:ext cx="4280535" cy="9525"/>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B8B8B8"/>
          </a:solidFill>
        </p:spPr>
        <p:txBody>
          <a:bodyPr wrap="square" lIns="0" tIns="0" rIns="0" bIns="0" rtlCol="0"/>
          <a:lstStyle/>
          <a:p>
            <a:endParaRPr/>
          </a:p>
        </p:txBody>
      </p:sp>
      <p:sp>
        <p:nvSpPr>
          <p:cNvPr id="42" name="object 42"/>
          <p:cNvSpPr/>
          <p:nvPr/>
        </p:nvSpPr>
        <p:spPr>
          <a:xfrm>
            <a:off x="189482" y="1330388"/>
            <a:ext cx="4280535" cy="9525"/>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C6C6C6"/>
          </a:solidFill>
        </p:spPr>
        <p:txBody>
          <a:bodyPr wrap="square" lIns="0" tIns="0" rIns="0" bIns="0" rtlCol="0"/>
          <a:lstStyle/>
          <a:p>
            <a:endParaRPr/>
          </a:p>
        </p:txBody>
      </p:sp>
      <p:sp>
        <p:nvSpPr>
          <p:cNvPr id="43" name="object 43"/>
          <p:cNvSpPr/>
          <p:nvPr/>
        </p:nvSpPr>
        <p:spPr>
          <a:xfrm>
            <a:off x="189482" y="1336739"/>
            <a:ext cx="4280535" cy="9525"/>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D4D4D4"/>
          </a:solidFill>
        </p:spPr>
        <p:txBody>
          <a:bodyPr wrap="square" lIns="0" tIns="0" rIns="0" bIns="0" rtlCol="0"/>
          <a:lstStyle/>
          <a:p>
            <a:endParaRPr/>
          </a:p>
        </p:txBody>
      </p:sp>
      <p:sp>
        <p:nvSpPr>
          <p:cNvPr id="44" name="object 44"/>
          <p:cNvSpPr/>
          <p:nvPr/>
        </p:nvSpPr>
        <p:spPr>
          <a:xfrm>
            <a:off x="189482" y="1343090"/>
            <a:ext cx="4280535" cy="9525"/>
          </a:xfrm>
          <a:custGeom>
            <a:avLst/>
            <a:gdLst/>
            <a:ahLst/>
            <a:cxnLst/>
            <a:rect l="l" t="t" r="r" b="b"/>
            <a:pathLst>
              <a:path w="4280535" h="9525">
                <a:moveTo>
                  <a:pt x="0" y="9524"/>
                </a:moveTo>
                <a:lnTo>
                  <a:pt x="4280166" y="9524"/>
                </a:lnTo>
                <a:lnTo>
                  <a:pt x="4280166" y="0"/>
                </a:lnTo>
                <a:lnTo>
                  <a:pt x="0" y="0"/>
                </a:lnTo>
                <a:lnTo>
                  <a:pt x="0" y="9524"/>
                </a:lnTo>
                <a:close/>
              </a:path>
            </a:pathLst>
          </a:custGeom>
          <a:solidFill>
            <a:srgbClr val="E2E2E2"/>
          </a:solidFill>
        </p:spPr>
        <p:txBody>
          <a:bodyPr wrap="square" lIns="0" tIns="0" rIns="0" bIns="0" rtlCol="0"/>
          <a:lstStyle/>
          <a:p>
            <a:endParaRPr/>
          </a:p>
        </p:txBody>
      </p:sp>
      <p:sp>
        <p:nvSpPr>
          <p:cNvPr id="45" name="object 45"/>
          <p:cNvSpPr/>
          <p:nvPr/>
        </p:nvSpPr>
        <p:spPr>
          <a:xfrm>
            <a:off x="4520450" y="623404"/>
            <a:ext cx="50800" cy="50800"/>
          </a:xfrm>
          <a:custGeom>
            <a:avLst/>
            <a:gdLst/>
            <a:ahLst/>
            <a:cxnLst/>
            <a:rect l="l" t="t" r="r" b="b"/>
            <a:pathLst>
              <a:path w="50800" h="50800">
                <a:moveTo>
                  <a:pt x="50799" y="50792"/>
                </a:moveTo>
                <a:lnTo>
                  <a:pt x="34262" y="13294"/>
                </a:lnTo>
                <a:lnTo>
                  <a:pt x="0" y="0"/>
                </a:lnTo>
              </a:path>
            </a:pathLst>
          </a:custGeom>
          <a:ln w="11112">
            <a:solidFill>
              <a:srgbClr val="FFFFFF"/>
            </a:solidFill>
          </a:ln>
        </p:spPr>
        <p:txBody>
          <a:bodyPr wrap="square" lIns="0" tIns="0" rIns="0" bIns="0" rtlCol="0"/>
          <a:lstStyle/>
          <a:p>
            <a:endParaRPr/>
          </a:p>
        </p:txBody>
      </p:sp>
      <p:sp>
        <p:nvSpPr>
          <p:cNvPr id="46" name="object 46"/>
          <p:cNvSpPr/>
          <p:nvPr/>
        </p:nvSpPr>
        <p:spPr>
          <a:xfrm>
            <a:off x="4520450" y="717271"/>
            <a:ext cx="27305" cy="8255"/>
          </a:xfrm>
          <a:custGeom>
            <a:avLst/>
            <a:gdLst/>
            <a:ahLst/>
            <a:cxnLst/>
            <a:rect l="l" t="t" r="r" b="b"/>
            <a:pathLst>
              <a:path w="27304" h="8254">
                <a:moveTo>
                  <a:pt x="0" y="7733"/>
                </a:moveTo>
                <a:lnTo>
                  <a:pt x="22932" y="2274"/>
                </a:lnTo>
                <a:lnTo>
                  <a:pt x="26954" y="0"/>
                </a:lnTo>
              </a:path>
            </a:pathLst>
          </a:custGeom>
          <a:ln w="11112">
            <a:solidFill>
              <a:srgbClr val="FFFFFF"/>
            </a:solidFill>
          </a:ln>
        </p:spPr>
        <p:txBody>
          <a:bodyPr wrap="square" lIns="0" tIns="0" rIns="0" bIns="0" rtlCol="0"/>
          <a:lstStyle/>
          <a:p>
            <a:endParaRPr/>
          </a:p>
        </p:txBody>
      </p:sp>
      <p:sp>
        <p:nvSpPr>
          <p:cNvPr id="47" name="object 47"/>
          <p:cNvSpPr/>
          <p:nvPr/>
        </p:nvSpPr>
        <p:spPr>
          <a:xfrm>
            <a:off x="4520450" y="626579"/>
            <a:ext cx="47625" cy="47625"/>
          </a:xfrm>
          <a:custGeom>
            <a:avLst/>
            <a:gdLst/>
            <a:ahLst/>
            <a:cxnLst/>
            <a:rect l="l" t="t" r="r" b="b"/>
            <a:pathLst>
              <a:path w="47625" h="47625">
                <a:moveTo>
                  <a:pt x="47625" y="47625"/>
                </a:moveTo>
                <a:lnTo>
                  <a:pt x="30293" y="10875"/>
                </a:lnTo>
                <a:lnTo>
                  <a:pt x="3343" y="168"/>
                </a:lnTo>
                <a:lnTo>
                  <a:pt x="0" y="0"/>
                </a:lnTo>
              </a:path>
            </a:pathLst>
          </a:custGeom>
          <a:ln w="11112">
            <a:solidFill>
              <a:srgbClr val="F7F7F7"/>
            </a:solidFill>
          </a:ln>
        </p:spPr>
        <p:txBody>
          <a:bodyPr wrap="square" lIns="0" tIns="0" rIns="0" bIns="0" rtlCol="0"/>
          <a:lstStyle/>
          <a:p>
            <a:endParaRPr/>
          </a:p>
        </p:txBody>
      </p:sp>
      <p:sp>
        <p:nvSpPr>
          <p:cNvPr id="48" name="object 48"/>
          <p:cNvSpPr/>
          <p:nvPr/>
        </p:nvSpPr>
        <p:spPr>
          <a:xfrm>
            <a:off x="4520450" y="674204"/>
            <a:ext cx="47625" cy="47625"/>
          </a:xfrm>
          <a:custGeom>
            <a:avLst/>
            <a:gdLst/>
            <a:ahLst/>
            <a:cxnLst/>
            <a:rect l="l" t="t" r="r" b="b"/>
            <a:pathLst>
              <a:path w="47625" h="47625">
                <a:moveTo>
                  <a:pt x="0" y="47624"/>
                </a:moveTo>
                <a:lnTo>
                  <a:pt x="36749" y="30298"/>
                </a:lnTo>
                <a:lnTo>
                  <a:pt x="47379" y="4871"/>
                </a:lnTo>
                <a:lnTo>
                  <a:pt x="47625" y="0"/>
                </a:lnTo>
              </a:path>
            </a:pathLst>
          </a:custGeom>
          <a:ln w="11112">
            <a:solidFill>
              <a:srgbClr val="F7F7F7"/>
            </a:solidFill>
          </a:ln>
        </p:spPr>
        <p:txBody>
          <a:bodyPr wrap="square" lIns="0" tIns="0" rIns="0" bIns="0" rtlCol="0"/>
          <a:lstStyle/>
          <a:p>
            <a:endParaRPr/>
          </a:p>
        </p:txBody>
      </p:sp>
      <p:sp>
        <p:nvSpPr>
          <p:cNvPr id="49" name="object 49"/>
          <p:cNvSpPr/>
          <p:nvPr/>
        </p:nvSpPr>
        <p:spPr>
          <a:xfrm>
            <a:off x="4520450" y="629754"/>
            <a:ext cx="44450" cy="44450"/>
          </a:xfrm>
          <a:custGeom>
            <a:avLst/>
            <a:gdLst/>
            <a:ahLst/>
            <a:cxnLst/>
            <a:rect l="l" t="t" r="r" b="b"/>
            <a:pathLst>
              <a:path w="44450" h="44450">
                <a:moveTo>
                  <a:pt x="44450" y="44450"/>
                </a:moveTo>
                <a:lnTo>
                  <a:pt x="44189" y="39608"/>
                </a:lnTo>
                <a:lnTo>
                  <a:pt x="43845" y="37495"/>
                </a:lnTo>
                <a:lnTo>
                  <a:pt x="43425" y="34918"/>
                </a:lnTo>
                <a:lnTo>
                  <a:pt x="18358" y="3958"/>
                </a:lnTo>
                <a:lnTo>
                  <a:pt x="6954" y="605"/>
                </a:lnTo>
                <a:lnTo>
                  <a:pt x="4843" y="260"/>
                </a:lnTo>
                <a:lnTo>
                  <a:pt x="0" y="0"/>
                </a:lnTo>
              </a:path>
            </a:pathLst>
          </a:custGeom>
          <a:ln w="11112">
            <a:solidFill>
              <a:srgbClr val="F0F0F0"/>
            </a:solidFill>
          </a:ln>
        </p:spPr>
        <p:txBody>
          <a:bodyPr wrap="square" lIns="0" tIns="0" rIns="0" bIns="0" rtlCol="0"/>
          <a:lstStyle/>
          <a:p>
            <a:endParaRPr/>
          </a:p>
        </p:txBody>
      </p:sp>
      <p:sp>
        <p:nvSpPr>
          <p:cNvPr id="50" name="object 50"/>
          <p:cNvSpPr/>
          <p:nvPr/>
        </p:nvSpPr>
        <p:spPr>
          <a:xfrm>
            <a:off x="4520450" y="674204"/>
            <a:ext cx="44450" cy="44450"/>
          </a:xfrm>
          <a:custGeom>
            <a:avLst/>
            <a:gdLst/>
            <a:ahLst/>
            <a:cxnLst/>
            <a:rect l="l" t="t" r="r" b="b"/>
            <a:pathLst>
              <a:path w="44450" h="44450">
                <a:moveTo>
                  <a:pt x="0" y="44449"/>
                </a:moveTo>
                <a:lnTo>
                  <a:pt x="35874" y="26251"/>
                </a:lnTo>
                <a:lnTo>
                  <a:pt x="44189" y="4843"/>
                </a:lnTo>
                <a:lnTo>
                  <a:pt x="44450" y="0"/>
                </a:lnTo>
              </a:path>
            </a:pathLst>
          </a:custGeom>
          <a:ln w="11112">
            <a:solidFill>
              <a:srgbClr val="F0F0F0"/>
            </a:solidFill>
          </a:ln>
        </p:spPr>
        <p:txBody>
          <a:bodyPr wrap="square" lIns="0" tIns="0" rIns="0" bIns="0" rtlCol="0"/>
          <a:lstStyle/>
          <a:p>
            <a:endParaRPr/>
          </a:p>
        </p:txBody>
      </p:sp>
      <p:sp>
        <p:nvSpPr>
          <p:cNvPr id="51" name="object 51"/>
          <p:cNvSpPr/>
          <p:nvPr/>
        </p:nvSpPr>
        <p:spPr>
          <a:xfrm>
            <a:off x="4520450" y="632929"/>
            <a:ext cx="41275" cy="41275"/>
          </a:xfrm>
          <a:custGeom>
            <a:avLst/>
            <a:gdLst/>
            <a:ahLst/>
            <a:cxnLst/>
            <a:rect l="l" t="t" r="r" b="b"/>
            <a:pathLst>
              <a:path w="41275" h="41275">
                <a:moveTo>
                  <a:pt x="41275" y="41275"/>
                </a:moveTo>
                <a:lnTo>
                  <a:pt x="40997" y="36461"/>
                </a:lnTo>
                <a:lnTo>
                  <a:pt x="40185" y="31810"/>
                </a:lnTo>
                <a:lnTo>
                  <a:pt x="39703" y="30178"/>
                </a:lnTo>
                <a:lnTo>
                  <a:pt x="38869" y="27354"/>
                </a:lnTo>
                <a:lnTo>
                  <a:pt x="11096" y="1572"/>
                </a:lnTo>
                <a:lnTo>
                  <a:pt x="9464" y="1090"/>
                </a:lnTo>
                <a:lnTo>
                  <a:pt x="4814" y="277"/>
                </a:lnTo>
                <a:lnTo>
                  <a:pt x="0" y="0"/>
                </a:lnTo>
              </a:path>
            </a:pathLst>
          </a:custGeom>
          <a:ln w="11112">
            <a:solidFill>
              <a:srgbClr val="E8E8E8"/>
            </a:solidFill>
          </a:ln>
        </p:spPr>
        <p:txBody>
          <a:bodyPr wrap="square" lIns="0" tIns="0" rIns="0" bIns="0" rtlCol="0"/>
          <a:lstStyle/>
          <a:p>
            <a:endParaRPr/>
          </a:p>
        </p:txBody>
      </p:sp>
      <p:sp>
        <p:nvSpPr>
          <p:cNvPr id="52" name="object 52"/>
          <p:cNvSpPr/>
          <p:nvPr/>
        </p:nvSpPr>
        <p:spPr>
          <a:xfrm>
            <a:off x="4520450" y="674204"/>
            <a:ext cx="41275" cy="41275"/>
          </a:xfrm>
          <a:custGeom>
            <a:avLst/>
            <a:gdLst/>
            <a:ahLst/>
            <a:cxnLst/>
            <a:rect l="l" t="t" r="r" b="b"/>
            <a:pathLst>
              <a:path w="41275" h="41275">
                <a:moveTo>
                  <a:pt x="0" y="41274"/>
                </a:moveTo>
                <a:lnTo>
                  <a:pt x="34849" y="22127"/>
                </a:lnTo>
                <a:lnTo>
                  <a:pt x="40997" y="4813"/>
                </a:lnTo>
                <a:lnTo>
                  <a:pt x="41275" y="0"/>
                </a:lnTo>
              </a:path>
            </a:pathLst>
          </a:custGeom>
          <a:ln w="11112">
            <a:solidFill>
              <a:srgbClr val="E8E8E8"/>
            </a:solidFill>
          </a:ln>
        </p:spPr>
        <p:txBody>
          <a:bodyPr wrap="square" lIns="0" tIns="0" rIns="0" bIns="0" rtlCol="0"/>
          <a:lstStyle/>
          <a:p>
            <a:endParaRPr/>
          </a:p>
        </p:txBody>
      </p:sp>
      <p:sp>
        <p:nvSpPr>
          <p:cNvPr id="53" name="object 53"/>
          <p:cNvSpPr/>
          <p:nvPr/>
        </p:nvSpPr>
        <p:spPr>
          <a:xfrm>
            <a:off x="4520450" y="636104"/>
            <a:ext cx="38100" cy="38100"/>
          </a:xfrm>
          <a:custGeom>
            <a:avLst/>
            <a:gdLst/>
            <a:ahLst/>
            <a:cxnLst/>
            <a:rect l="l" t="t" r="r" b="b"/>
            <a:pathLst>
              <a:path w="38100" h="38100">
                <a:moveTo>
                  <a:pt x="38100" y="38100"/>
                </a:moveTo>
                <a:lnTo>
                  <a:pt x="37803" y="33322"/>
                </a:lnTo>
                <a:lnTo>
                  <a:pt x="36936" y="28722"/>
                </a:lnTo>
                <a:lnTo>
                  <a:pt x="35536" y="24334"/>
                </a:lnTo>
                <a:lnTo>
                  <a:pt x="34266" y="21566"/>
                </a:lnTo>
                <a:lnTo>
                  <a:pt x="33636" y="20193"/>
                </a:lnTo>
                <a:lnTo>
                  <a:pt x="16532" y="3833"/>
                </a:lnTo>
                <a:lnTo>
                  <a:pt x="13771" y="2565"/>
                </a:lnTo>
                <a:lnTo>
                  <a:pt x="9382" y="1164"/>
                </a:lnTo>
                <a:lnTo>
                  <a:pt x="4779" y="297"/>
                </a:lnTo>
                <a:lnTo>
                  <a:pt x="0" y="0"/>
                </a:lnTo>
              </a:path>
            </a:pathLst>
          </a:custGeom>
          <a:ln w="11112">
            <a:solidFill>
              <a:srgbClr val="E1E1E1"/>
            </a:solidFill>
          </a:ln>
        </p:spPr>
        <p:txBody>
          <a:bodyPr wrap="square" lIns="0" tIns="0" rIns="0" bIns="0" rtlCol="0"/>
          <a:lstStyle/>
          <a:p>
            <a:endParaRPr/>
          </a:p>
        </p:txBody>
      </p:sp>
      <p:sp>
        <p:nvSpPr>
          <p:cNvPr id="54" name="object 54"/>
          <p:cNvSpPr/>
          <p:nvPr/>
        </p:nvSpPr>
        <p:spPr>
          <a:xfrm>
            <a:off x="4520450" y="674204"/>
            <a:ext cx="38100" cy="38100"/>
          </a:xfrm>
          <a:custGeom>
            <a:avLst/>
            <a:gdLst/>
            <a:ahLst/>
            <a:cxnLst/>
            <a:rect l="l" t="t" r="r" b="b"/>
            <a:pathLst>
              <a:path w="38100" h="38100">
                <a:moveTo>
                  <a:pt x="0" y="38099"/>
                </a:moveTo>
                <a:lnTo>
                  <a:pt x="33636" y="17911"/>
                </a:lnTo>
                <a:lnTo>
                  <a:pt x="37803" y="4779"/>
                </a:lnTo>
                <a:lnTo>
                  <a:pt x="38100" y="0"/>
                </a:lnTo>
              </a:path>
            </a:pathLst>
          </a:custGeom>
          <a:ln w="11112">
            <a:solidFill>
              <a:srgbClr val="E1E1E1"/>
            </a:solidFill>
          </a:ln>
        </p:spPr>
        <p:txBody>
          <a:bodyPr wrap="square" lIns="0" tIns="0" rIns="0" bIns="0" rtlCol="0"/>
          <a:lstStyle/>
          <a:p>
            <a:endParaRPr/>
          </a:p>
        </p:txBody>
      </p:sp>
      <p:sp>
        <p:nvSpPr>
          <p:cNvPr id="55" name="object 55"/>
          <p:cNvSpPr/>
          <p:nvPr/>
        </p:nvSpPr>
        <p:spPr>
          <a:xfrm>
            <a:off x="4520450" y="639279"/>
            <a:ext cx="34925" cy="34925"/>
          </a:xfrm>
          <a:custGeom>
            <a:avLst/>
            <a:gdLst/>
            <a:ahLst/>
            <a:cxnLst/>
            <a:rect l="l" t="t" r="r" b="b"/>
            <a:pathLst>
              <a:path w="34925" h="34925">
                <a:moveTo>
                  <a:pt x="34925" y="34925"/>
                </a:moveTo>
                <a:lnTo>
                  <a:pt x="13595" y="2745"/>
                </a:lnTo>
                <a:lnTo>
                  <a:pt x="0" y="0"/>
                </a:lnTo>
              </a:path>
            </a:pathLst>
          </a:custGeom>
          <a:ln w="11112">
            <a:solidFill>
              <a:srgbClr val="D9D9D9"/>
            </a:solidFill>
          </a:ln>
        </p:spPr>
        <p:txBody>
          <a:bodyPr wrap="square" lIns="0" tIns="0" rIns="0" bIns="0" rtlCol="0"/>
          <a:lstStyle/>
          <a:p>
            <a:endParaRPr/>
          </a:p>
        </p:txBody>
      </p:sp>
      <p:sp>
        <p:nvSpPr>
          <p:cNvPr id="56" name="object 56"/>
          <p:cNvSpPr/>
          <p:nvPr/>
        </p:nvSpPr>
        <p:spPr>
          <a:xfrm>
            <a:off x="4520450" y="674204"/>
            <a:ext cx="34925" cy="34925"/>
          </a:xfrm>
          <a:custGeom>
            <a:avLst/>
            <a:gdLst/>
            <a:ahLst/>
            <a:cxnLst/>
            <a:rect l="l" t="t" r="r" b="b"/>
            <a:pathLst>
              <a:path w="34925" h="34925">
                <a:moveTo>
                  <a:pt x="0" y="34924"/>
                </a:moveTo>
                <a:lnTo>
                  <a:pt x="32181" y="13595"/>
                </a:lnTo>
                <a:lnTo>
                  <a:pt x="34606" y="4739"/>
                </a:lnTo>
                <a:lnTo>
                  <a:pt x="34925" y="0"/>
                </a:lnTo>
              </a:path>
            </a:pathLst>
          </a:custGeom>
          <a:ln w="11112">
            <a:solidFill>
              <a:srgbClr val="D9D9D9"/>
            </a:solidFill>
          </a:ln>
        </p:spPr>
        <p:txBody>
          <a:bodyPr wrap="square" lIns="0" tIns="0" rIns="0" bIns="0" rtlCol="0"/>
          <a:lstStyle/>
          <a:p>
            <a:endParaRPr/>
          </a:p>
        </p:txBody>
      </p:sp>
      <p:sp>
        <p:nvSpPr>
          <p:cNvPr id="57" name="object 57"/>
          <p:cNvSpPr/>
          <p:nvPr/>
        </p:nvSpPr>
        <p:spPr>
          <a:xfrm>
            <a:off x="4520450" y="642454"/>
            <a:ext cx="31750" cy="31750"/>
          </a:xfrm>
          <a:custGeom>
            <a:avLst/>
            <a:gdLst/>
            <a:ahLst/>
            <a:cxnLst/>
            <a:rect l="l" t="t" r="r" b="b"/>
            <a:pathLst>
              <a:path w="31750" h="31750">
                <a:moveTo>
                  <a:pt x="31750" y="31750"/>
                </a:moveTo>
                <a:lnTo>
                  <a:pt x="4690" y="344"/>
                </a:lnTo>
                <a:lnTo>
                  <a:pt x="0" y="0"/>
                </a:lnTo>
              </a:path>
            </a:pathLst>
          </a:custGeom>
          <a:ln w="11112">
            <a:solidFill>
              <a:srgbClr val="D2D2D2"/>
            </a:solidFill>
          </a:ln>
        </p:spPr>
        <p:txBody>
          <a:bodyPr wrap="square" lIns="0" tIns="0" rIns="0" bIns="0" rtlCol="0"/>
          <a:lstStyle/>
          <a:p>
            <a:endParaRPr/>
          </a:p>
        </p:txBody>
      </p:sp>
      <p:sp>
        <p:nvSpPr>
          <p:cNvPr id="58" name="object 58"/>
          <p:cNvSpPr/>
          <p:nvPr/>
        </p:nvSpPr>
        <p:spPr>
          <a:xfrm>
            <a:off x="4520450" y="674204"/>
            <a:ext cx="31750" cy="31750"/>
          </a:xfrm>
          <a:custGeom>
            <a:avLst/>
            <a:gdLst/>
            <a:ahLst/>
            <a:cxnLst/>
            <a:rect l="l" t="t" r="r" b="b"/>
            <a:pathLst>
              <a:path w="31750" h="31750">
                <a:moveTo>
                  <a:pt x="0" y="31749"/>
                </a:moveTo>
                <a:lnTo>
                  <a:pt x="31405" y="4692"/>
                </a:lnTo>
                <a:lnTo>
                  <a:pt x="31750" y="0"/>
                </a:lnTo>
              </a:path>
            </a:pathLst>
          </a:custGeom>
          <a:ln w="11112">
            <a:solidFill>
              <a:srgbClr val="D2D2D2"/>
            </a:solidFill>
          </a:ln>
        </p:spPr>
        <p:txBody>
          <a:bodyPr wrap="square" lIns="0" tIns="0" rIns="0" bIns="0" rtlCol="0"/>
          <a:lstStyle/>
          <a:p>
            <a:endParaRPr/>
          </a:p>
        </p:txBody>
      </p:sp>
      <p:sp>
        <p:nvSpPr>
          <p:cNvPr id="59" name="object 59"/>
          <p:cNvSpPr/>
          <p:nvPr/>
        </p:nvSpPr>
        <p:spPr>
          <a:xfrm>
            <a:off x="4520450" y="645629"/>
            <a:ext cx="28575" cy="28575"/>
          </a:xfrm>
          <a:custGeom>
            <a:avLst/>
            <a:gdLst/>
            <a:ahLst/>
            <a:cxnLst/>
            <a:rect l="l" t="t" r="r" b="b"/>
            <a:pathLst>
              <a:path w="28575" h="28575">
                <a:moveTo>
                  <a:pt x="28575" y="28575"/>
                </a:moveTo>
                <a:lnTo>
                  <a:pt x="0" y="0"/>
                </a:lnTo>
              </a:path>
            </a:pathLst>
          </a:custGeom>
          <a:ln w="11112">
            <a:solidFill>
              <a:srgbClr val="CACACA"/>
            </a:solidFill>
          </a:ln>
        </p:spPr>
        <p:txBody>
          <a:bodyPr wrap="square" lIns="0" tIns="0" rIns="0" bIns="0" rtlCol="0"/>
          <a:lstStyle/>
          <a:p>
            <a:endParaRPr/>
          </a:p>
        </p:txBody>
      </p:sp>
      <p:sp>
        <p:nvSpPr>
          <p:cNvPr id="60" name="object 60"/>
          <p:cNvSpPr/>
          <p:nvPr/>
        </p:nvSpPr>
        <p:spPr>
          <a:xfrm>
            <a:off x="4520450" y="674204"/>
            <a:ext cx="28575" cy="28575"/>
          </a:xfrm>
          <a:custGeom>
            <a:avLst/>
            <a:gdLst/>
            <a:ahLst/>
            <a:cxnLst/>
            <a:rect l="l" t="t" r="r" b="b"/>
            <a:pathLst>
              <a:path w="28575" h="28575">
                <a:moveTo>
                  <a:pt x="0" y="28574"/>
                </a:moveTo>
                <a:lnTo>
                  <a:pt x="28201" y="4636"/>
                </a:lnTo>
                <a:lnTo>
                  <a:pt x="28575" y="0"/>
                </a:lnTo>
              </a:path>
            </a:pathLst>
          </a:custGeom>
          <a:ln w="11112">
            <a:solidFill>
              <a:srgbClr val="CACACA"/>
            </a:solidFill>
          </a:ln>
        </p:spPr>
        <p:txBody>
          <a:bodyPr wrap="square" lIns="0" tIns="0" rIns="0" bIns="0" rtlCol="0"/>
          <a:lstStyle/>
          <a:p>
            <a:endParaRPr/>
          </a:p>
        </p:txBody>
      </p:sp>
      <p:sp>
        <p:nvSpPr>
          <p:cNvPr id="61" name="object 61"/>
          <p:cNvSpPr/>
          <p:nvPr/>
        </p:nvSpPr>
        <p:spPr>
          <a:xfrm>
            <a:off x="4520450" y="648804"/>
            <a:ext cx="25400" cy="25400"/>
          </a:xfrm>
          <a:custGeom>
            <a:avLst/>
            <a:gdLst/>
            <a:ahLst/>
            <a:cxnLst/>
            <a:rect l="l" t="t" r="r" b="b"/>
            <a:pathLst>
              <a:path w="25400" h="25400">
                <a:moveTo>
                  <a:pt x="25400" y="25400"/>
                </a:moveTo>
                <a:lnTo>
                  <a:pt x="0" y="0"/>
                </a:lnTo>
              </a:path>
            </a:pathLst>
          </a:custGeom>
          <a:ln w="11112">
            <a:solidFill>
              <a:srgbClr val="C3C3C3"/>
            </a:solidFill>
          </a:ln>
        </p:spPr>
        <p:txBody>
          <a:bodyPr wrap="square" lIns="0" tIns="0" rIns="0" bIns="0" rtlCol="0"/>
          <a:lstStyle/>
          <a:p>
            <a:endParaRPr/>
          </a:p>
        </p:txBody>
      </p:sp>
      <p:sp>
        <p:nvSpPr>
          <p:cNvPr id="62" name="object 62"/>
          <p:cNvSpPr/>
          <p:nvPr/>
        </p:nvSpPr>
        <p:spPr>
          <a:xfrm>
            <a:off x="4520450" y="674204"/>
            <a:ext cx="25400" cy="25400"/>
          </a:xfrm>
          <a:custGeom>
            <a:avLst/>
            <a:gdLst/>
            <a:ahLst/>
            <a:cxnLst/>
            <a:rect l="l" t="t" r="r" b="b"/>
            <a:pathLst>
              <a:path w="25400" h="25400">
                <a:moveTo>
                  <a:pt x="0" y="25399"/>
                </a:moveTo>
                <a:lnTo>
                  <a:pt x="24990" y="4567"/>
                </a:lnTo>
                <a:lnTo>
                  <a:pt x="25400" y="0"/>
                </a:lnTo>
              </a:path>
            </a:pathLst>
          </a:custGeom>
          <a:ln w="11112">
            <a:solidFill>
              <a:srgbClr val="C3C3C3"/>
            </a:solidFill>
          </a:ln>
        </p:spPr>
        <p:txBody>
          <a:bodyPr wrap="square" lIns="0" tIns="0" rIns="0" bIns="0" rtlCol="0"/>
          <a:lstStyle/>
          <a:p>
            <a:endParaRPr/>
          </a:p>
        </p:txBody>
      </p:sp>
      <p:sp>
        <p:nvSpPr>
          <p:cNvPr id="63" name="object 63"/>
          <p:cNvSpPr/>
          <p:nvPr/>
        </p:nvSpPr>
        <p:spPr>
          <a:xfrm>
            <a:off x="4520450" y="651979"/>
            <a:ext cx="22225" cy="22225"/>
          </a:xfrm>
          <a:custGeom>
            <a:avLst/>
            <a:gdLst/>
            <a:ahLst/>
            <a:cxnLst/>
            <a:rect l="l" t="t" r="r" b="b"/>
            <a:pathLst>
              <a:path w="22225" h="22225">
                <a:moveTo>
                  <a:pt x="22225" y="22225"/>
                </a:moveTo>
                <a:lnTo>
                  <a:pt x="0" y="0"/>
                </a:lnTo>
              </a:path>
            </a:pathLst>
          </a:custGeom>
          <a:ln w="11112">
            <a:solidFill>
              <a:srgbClr val="BBBBBB"/>
            </a:solidFill>
          </a:ln>
        </p:spPr>
        <p:txBody>
          <a:bodyPr wrap="square" lIns="0" tIns="0" rIns="0" bIns="0" rtlCol="0"/>
          <a:lstStyle/>
          <a:p>
            <a:endParaRPr/>
          </a:p>
        </p:txBody>
      </p:sp>
      <p:sp>
        <p:nvSpPr>
          <p:cNvPr id="64" name="object 64"/>
          <p:cNvSpPr/>
          <p:nvPr/>
        </p:nvSpPr>
        <p:spPr>
          <a:xfrm>
            <a:off x="4520450" y="674204"/>
            <a:ext cx="22225" cy="22225"/>
          </a:xfrm>
          <a:custGeom>
            <a:avLst/>
            <a:gdLst/>
            <a:ahLst/>
            <a:cxnLst/>
            <a:rect l="l" t="t" r="r" b="b"/>
            <a:pathLst>
              <a:path w="22225" h="22225">
                <a:moveTo>
                  <a:pt x="0" y="22224"/>
                </a:moveTo>
                <a:lnTo>
                  <a:pt x="21773" y="4480"/>
                </a:lnTo>
                <a:lnTo>
                  <a:pt x="22225" y="0"/>
                </a:lnTo>
              </a:path>
            </a:pathLst>
          </a:custGeom>
          <a:ln w="11112">
            <a:solidFill>
              <a:srgbClr val="BBBBBB"/>
            </a:solidFill>
          </a:ln>
        </p:spPr>
        <p:txBody>
          <a:bodyPr wrap="square" lIns="0" tIns="0" rIns="0" bIns="0" rtlCol="0"/>
          <a:lstStyle/>
          <a:p>
            <a:endParaRPr/>
          </a:p>
        </p:txBody>
      </p:sp>
      <p:sp>
        <p:nvSpPr>
          <p:cNvPr id="65" name="object 65"/>
          <p:cNvSpPr/>
          <p:nvPr/>
        </p:nvSpPr>
        <p:spPr>
          <a:xfrm>
            <a:off x="4520450" y="655154"/>
            <a:ext cx="19050" cy="19050"/>
          </a:xfrm>
          <a:custGeom>
            <a:avLst/>
            <a:gdLst/>
            <a:ahLst/>
            <a:cxnLst/>
            <a:rect l="l" t="t" r="r" b="b"/>
            <a:pathLst>
              <a:path w="19050" h="19050">
                <a:moveTo>
                  <a:pt x="19050" y="19050"/>
                </a:moveTo>
                <a:lnTo>
                  <a:pt x="0" y="0"/>
                </a:lnTo>
              </a:path>
            </a:pathLst>
          </a:custGeom>
          <a:ln w="11112">
            <a:solidFill>
              <a:srgbClr val="B3B3B3"/>
            </a:solidFill>
          </a:ln>
        </p:spPr>
        <p:txBody>
          <a:bodyPr wrap="square" lIns="0" tIns="0" rIns="0" bIns="0" rtlCol="0"/>
          <a:lstStyle/>
          <a:p>
            <a:endParaRPr/>
          </a:p>
        </p:txBody>
      </p:sp>
      <p:sp>
        <p:nvSpPr>
          <p:cNvPr id="66" name="object 66"/>
          <p:cNvSpPr/>
          <p:nvPr/>
        </p:nvSpPr>
        <p:spPr>
          <a:xfrm>
            <a:off x="4520450" y="674204"/>
            <a:ext cx="19050" cy="19050"/>
          </a:xfrm>
          <a:custGeom>
            <a:avLst/>
            <a:gdLst/>
            <a:ahLst/>
            <a:cxnLst/>
            <a:rect l="l" t="t" r="r" b="b"/>
            <a:pathLst>
              <a:path w="19050" h="19050">
                <a:moveTo>
                  <a:pt x="0" y="19049"/>
                </a:moveTo>
                <a:lnTo>
                  <a:pt x="18546" y="4370"/>
                </a:lnTo>
                <a:lnTo>
                  <a:pt x="19050" y="0"/>
                </a:lnTo>
              </a:path>
            </a:pathLst>
          </a:custGeom>
          <a:ln w="11112">
            <a:solidFill>
              <a:srgbClr val="B3B3B3"/>
            </a:solidFill>
          </a:ln>
        </p:spPr>
        <p:txBody>
          <a:bodyPr wrap="square" lIns="0" tIns="0" rIns="0" bIns="0" rtlCol="0"/>
          <a:lstStyle/>
          <a:p>
            <a:endParaRPr/>
          </a:p>
        </p:txBody>
      </p:sp>
      <p:sp>
        <p:nvSpPr>
          <p:cNvPr id="67" name="object 67"/>
          <p:cNvSpPr/>
          <p:nvPr/>
        </p:nvSpPr>
        <p:spPr>
          <a:xfrm>
            <a:off x="4520450" y="658329"/>
            <a:ext cx="15875" cy="15875"/>
          </a:xfrm>
          <a:custGeom>
            <a:avLst/>
            <a:gdLst/>
            <a:ahLst/>
            <a:cxnLst/>
            <a:rect l="l" t="t" r="r" b="b"/>
            <a:pathLst>
              <a:path w="15875" h="15875">
                <a:moveTo>
                  <a:pt x="15875" y="15875"/>
                </a:moveTo>
                <a:lnTo>
                  <a:pt x="15875" y="7112"/>
                </a:lnTo>
                <a:lnTo>
                  <a:pt x="8763" y="0"/>
                </a:lnTo>
                <a:lnTo>
                  <a:pt x="0" y="0"/>
                </a:lnTo>
              </a:path>
            </a:pathLst>
          </a:custGeom>
          <a:ln w="11112">
            <a:solidFill>
              <a:srgbClr val="ACACAC"/>
            </a:solidFill>
          </a:ln>
        </p:spPr>
        <p:txBody>
          <a:bodyPr wrap="square" lIns="0" tIns="0" rIns="0" bIns="0" rtlCol="0"/>
          <a:lstStyle/>
          <a:p>
            <a:endParaRPr/>
          </a:p>
        </p:txBody>
      </p:sp>
      <p:sp>
        <p:nvSpPr>
          <p:cNvPr id="68" name="object 68"/>
          <p:cNvSpPr/>
          <p:nvPr/>
        </p:nvSpPr>
        <p:spPr>
          <a:xfrm>
            <a:off x="4520450" y="674204"/>
            <a:ext cx="15875" cy="15875"/>
          </a:xfrm>
          <a:custGeom>
            <a:avLst/>
            <a:gdLst/>
            <a:ahLst/>
            <a:cxnLst/>
            <a:rect l="l" t="t" r="r" b="b"/>
            <a:pathLst>
              <a:path w="15875" h="15875">
                <a:moveTo>
                  <a:pt x="0" y="15875"/>
                </a:moveTo>
                <a:lnTo>
                  <a:pt x="8763" y="15875"/>
                </a:lnTo>
                <a:lnTo>
                  <a:pt x="15875" y="8775"/>
                </a:lnTo>
                <a:lnTo>
                  <a:pt x="15875" y="0"/>
                </a:lnTo>
              </a:path>
            </a:pathLst>
          </a:custGeom>
          <a:ln w="11112">
            <a:solidFill>
              <a:srgbClr val="ACACAC"/>
            </a:solidFill>
          </a:ln>
        </p:spPr>
        <p:txBody>
          <a:bodyPr wrap="square" lIns="0" tIns="0" rIns="0" bIns="0" rtlCol="0"/>
          <a:lstStyle/>
          <a:p>
            <a:endParaRPr/>
          </a:p>
        </p:txBody>
      </p:sp>
      <p:sp>
        <p:nvSpPr>
          <p:cNvPr id="69" name="object 69"/>
          <p:cNvSpPr/>
          <p:nvPr/>
        </p:nvSpPr>
        <p:spPr>
          <a:xfrm>
            <a:off x="4520450" y="661504"/>
            <a:ext cx="12700" cy="12700"/>
          </a:xfrm>
          <a:custGeom>
            <a:avLst/>
            <a:gdLst/>
            <a:ahLst/>
            <a:cxnLst/>
            <a:rect l="l" t="t" r="r" b="b"/>
            <a:pathLst>
              <a:path w="12700" h="12700">
                <a:moveTo>
                  <a:pt x="12700" y="12700"/>
                </a:moveTo>
                <a:lnTo>
                  <a:pt x="12700" y="5689"/>
                </a:lnTo>
                <a:lnTo>
                  <a:pt x="7010" y="0"/>
                </a:lnTo>
                <a:lnTo>
                  <a:pt x="0" y="0"/>
                </a:lnTo>
              </a:path>
            </a:pathLst>
          </a:custGeom>
          <a:ln w="11112">
            <a:solidFill>
              <a:srgbClr val="A4A4A4"/>
            </a:solidFill>
          </a:ln>
        </p:spPr>
        <p:txBody>
          <a:bodyPr wrap="square" lIns="0" tIns="0" rIns="0" bIns="0" rtlCol="0"/>
          <a:lstStyle/>
          <a:p>
            <a:endParaRPr/>
          </a:p>
        </p:txBody>
      </p:sp>
      <p:sp>
        <p:nvSpPr>
          <p:cNvPr id="70" name="object 70"/>
          <p:cNvSpPr/>
          <p:nvPr/>
        </p:nvSpPr>
        <p:spPr>
          <a:xfrm>
            <a:off x="4520450" y="674204"/>
            <a:ext cx="12700" cy="12700"/>
          </a:xfrm>
          <a:custGeom>
            <a:avLst/>
            <a:gdLst/>
            <a:ahLst/>
            <a:cxnLst/>
            <a:rect l="l" t="t" r="r" b="b"/>
            <a:pathLst>
              <a:path w="12700" h="12700">
                <a:moveTo>
                  <a:pt x="0" y="12700"/>
                </a:moveTo>
                <a:lnTo>
                  <a:pt x="7010" y="12700"/>
                </a:lnTo>
                <a:lnTo>
                  <a:pt x="12700" y="7010"/>
                </a:lnTo>
                <a:lnTo>
                  <a:pt x="12700" y="0"/>
                </a:lnTo>
              </a:path>
            </a:pathLst>
          </a:custGeom>
          <a:ln w="11112">
            <a:solidFill>
              <a:srgbClr val="A4A4A4"/>
            </a:solidFill>
          </a:ln>
        </p:spPr>
        <p:txBody>
          <a:bodyPr wrap="square" lIns="0" tIns="0" rIns="0" bIns="0" rtlCol="0"/>
          <a:lstStyle/>
          <a:p>
            <a:endParaRPr/>
          </a:p>
        </p:txBody>
      </p:sp>
      <p:sp>
        <p:nvSpPr>
          <p:cNvPr id="71" name="object 71"/>
          <p:cNvSpPr/>
          <p:nvPr/>
        </p:nvSpPr>
        <p:spPr>
          <a:xfrm>
            <a:off x="4520450" y="664679"/>
            <a:ext cx="9525" cy="9525"/>
          </a:xfrm>
          <a:custGeom>
            <a:avLst/>
            <a:gdLst/>
            <a:ahLst/>
            <a:cxnLst/>
            <a:rect l="l" t="t" r="r" b="b"/>
            <a:pathLst>
              <a:path w="9525" h="9525">
                <a:moveTo>
                  <a:pt x="9525" y="9525"/>
                </a:moveTo>
                <a:lnTo>
                  <a:pt x="9525" y="4267"/>
                </a:lnTo>
                <a:lnTo>
                  <a:pt x="5258" y="0"/>
                </a:lnTo>
                <a:lnTo>
                  <a:pt x="0" y="0"/>
                </a:lnTo>
              </a:path>
            </a:pathLst>
          </a:custGeom>
          <a:ln w="11112">
            <a:solidFill>
              <a:srgbClr val="9D9D9D"/>
            </a:solidFill>
          </a:ln>
        </p:spPr>
        <p:txBody>
          <a:bodyPr wrap="square" lIns="0" tIns="0" rIns="0" bIns="0" rtlCol="0"/>
          <a:lstStyle/>
          <a:p>
            <a:endParaRPr/>
          </a:p>
        </p:txBody>
      </p:sp>
      <p:sp>
        <p:nvSpPr>
          <p:cNvPr id="72" name="object 72"/>
          <p:cNvSpPr/>
          <p:nvPr/>
        </p:nvSpPr>
        <p:spPr>
          <a:xfrm>
            <a:off x="4520450" y="674204"/>
            <a:ext cx="9525" cy="9525"/>
          </a:xfrm>
          <a:custGeom>
            <a:avLst/>
            <a:gdLst/>
            <a:ahLst/>
            <a:cxnLst/>
            <a:rect l="l" t="t" r="r" b="b"/>
            <a:pathLst>
              <a:path w="9525" h="9525">
                <a:moveTo>
                  <a:pt x="0" y="9525"/>
                </a:moveTo>
                <a:lnTo>
                  <a:pt x="5258" y="9525"/>
                </a:lnTo>
                <a:lnTo>
                  <a:pt x="9525" y="5257"/>
                </a:lnTo>
                <a:lnTo>
                  <a:pt x="9525" y="0"/>
                </a:lnTo>
              </a:path>
            </a:pathLst>
          </a:custGeom>
          <a:ln w="11112">
            <a:solidFill>
              <a:srgbClr val="9D9D9D"/>
            </a:solidFill>
          </a:ln>
        </p:spPr>
        <p:txBody>
          <a:bodyPr wrap="square" lIns="0" tIns="0" rIns="0" bIns="0" rtlCol="0"/>
          <a:lstStyle/>
          <a:p>
            <a:endParaRPr/>
          </a:p>
        </p:txBody>
      </p:sp>
      <p:sp>
        <p:nvSpPr>
          <p:cNvPr id="73" name="object 73"/>
          <p:cNvSpPr/>
          <p:nvPr/>
        </p:nvSpPr>
        <p:spPr>
          <a:xfrm>
            <a:off x="4520450" y="667854"/>
            <a:ext cx="6350" cy="6350"/>
          </a:xfrm>
          <a:custGeom>
            <a:avLst/>
            <a:gdLst/>
            <a:ahLst/>
            <a:cxnLst/>
            <a:rect l="l" t="t" r="r" b="b"/>
            <a:pathLst>
              <a:path w="6350" h="6350">
                <a:moveTo>
                  <a:pt x="6350" y="6350"/>
                </a:moveTo>
                <a:lnTo>
                  <a:pt x="6350" y="2857"/>
                </a:lnTo>
                <a:lnTo>
                  <a:pt x="3505" y="0"/>
                </a:lnTo>
                <a:lnTo>
                  <a:pt x="0" y="0"/>
                </a:lnTo>
              </a:path>
            </a:pathLst>
          </a:custGeom>
          <a:ln w="11112">
            <a:solidFill>
              <a:srgbClr val="959595"/>
            </a:solidFill>
          </a:ln>
        </p:spPr>
        <p:txBody>
          <a:bodyPr wrap="square" lIns="0" tIns="0" rIns="0" bIns="0" rtlCol="0"/>
          <a:lstStyle/>
          <a:p>
            <a:endParaRPr/>
          </a:p>
        </p:txBody>
      </p:sp>
      <p:sp>
        <p:nvSpPr>
          <p:cNvPr id="74" name="object 74"/>
          <p:cNvSpPr/>
          <p:nvPr/>
        </p:nvSpPr>
        <p:spPr>
          <a:xfrm>
            <a:off x="4520450" y="674204"/>
            <a:ext cx="6350" cy="6350"/>
          </a:xfrm>
          <a:custGeom>
            <a:avLst/>
            <a:gdLst/>
            <a:ahLst/>
            <a:cxnLst/>
            <a:rect l="l" t="t" r="r" b="b"/>
            <a:pathLst>
              <a:path w="6350" h="6350">
                <a:moveTo>
                  <a:pt x="0" y="6350"/>
                </a:moveTo>
                <a:lnTo>
                  <a:pt x="3505" y="6350"/>
                </a:lnTo>
                <a:lnTo>
                  <a:pt x="6350" y="3505"/>
                </a:lnTo>
                <a:lnTo>
                  <a:pt x="6350" y="0"/>
                </a:lnTo>
              </a:path>
            </a:pathLst>
          </a:custGeom>
          <a:ln w="11112">
            <a:solidFill>
              <a:srgbClr val="959595"/>
            </a:solidFill>
          </a:ln>
        </p:spPr>
        <p:txBody>
          <a:bodyPr wrap="square" lIns="0" tIns="0" rIns="0" bIns="0" rtlCol="0"/>
          <a:lstStyle/>
          <a:p>
            <a:endParaRPr/>
          </a:p>
        </p:txBody>
      </p:sp>
      <p:sp>
        <p:nvSpPr>
          <p:cNvPr id="75" name="object 75"/>
          <p:cNvSpPr/>
          <p:nvPr/>
        </p:nvSpPr>
        <p:spPr>
          <a:xfrm>
            <a:off x="4520450" y="671029"/>
            <a:ext cx="3175" cy="3175"/>
          </a:xfrm>
          <a:custGeom>
            <a:avLst/>
            <a:gdLst/>
            <a:ahLst/>
            <a:cxnLst/>
            <a:rect l="l" t="t" r="r" b="b"/>
            <a:pathLst>
              <a:path w="3175" h="3175">
                <a:moveTo>
                  <a:pt x="3175" y="3175"/>
                </a:moveTo>
                <a:lnTo>
                  <a:pt x="3175" y="1435"/>
                </a:lnTo>
                <a:lnTo>
                  <a:pt x="1752" y="0"/>
                </a:lnTo>
                <a:lnTo>
                  <a:pt x="0" y="0"/>
                </a:lnTo>
              </a:path>
            </a:pathLst>
          </a:custGeom>
          <a:ln w="11112">
            <a:solidFill>
              <a:srgbClr val="8E8E8E"/>
            </a:solidFill>
          </a:ln>
        </p:spPr>
        <p:txBody>
          <a:bodyPr wrap="square" lIns="0" tIns="0" rIns="0" bIns="0" rtlCol="0"/>
          <a:lstStyle/>
          <a:p>
            <a:endParaRPr/>
          </a:p>
        </p:txBody>
      </p:sp>
      <p:sp>
        <p:nvSpPr>
          <p:cNvPr id="76" name="object 76"/>
          <p:cNvSpPr/>
          <p:nvPr/>
        </p:nvSpPr>
        <p:spPr>
          <a:xfrm>
            <a:off x="4520450" y="674204"/>
            <a:ext cx="3175" cy="3175"/>
          </a:xfrm>
          <a:custGeom>
            <a:avLst/>
            <a:gdLst/>
            <a:ahLst/>
            <a:cxnLst/>
            <a:rect l="l" t="t" r="r" b="b"/>
            <a:pathLst>
              <a:path w="3175" h="3175">
                <a:moveTo>
                  <a:pt x="0" y="3175"/>
                </a:moveTo>
                <a:lnTo>
                  <a:pt x="1752" y="3175"/>
                </a:lnTo>
                <a:lnTo>
                  <a:pt x="3175" y="1752"/>
                </a:lnTo>
                <a:lnTo>
                  <a:pt x="3175" y="0"/>
                </a:lnTo>
              </a:path>
            </a:pathLst>
          </a:custGeom>
          <a:ln w="11112">
            <a:solidFill>
              <a:srgbClr val="8E8E8E"/>
            </a:solidFill>
          </a:ln>
        </p:spPr>
        <p:txBody>
          <a:bodyPr wrap="square" lIns="0" tIns="0" rIns="0" bIns="0" rtlCol="0"/>
          <a:lstStyle/>
          <a:p>
            <a:endParaRPr/>
          </a:p>
        </p:txBody>
      </p:sp>
      <p:sp>
        <p:nvSpPr>
          <p:cNvPr id="77" name="object 77"/>
          <p:cNvSpPr/>
          <p:nvPr/>
        </p:nvSpPr>
        <p:spPr>
          <a:xfrm>
            <a:off x="4520450" y="667854"/>
            <a:ext cx="6350" cy="12700"/>
          </a:xfrm>
          <a:custGeom>
            <a:avLst/>
            <a:gdLst/>
            <a:ahLst/>
            <a:cxnLst/>
            <a:rect l="l" t="t" r="r" b="b"/>
            <a:pathLst>
              <a:path w="6350" h="12700">
                <a:moveTo>
                  <a:pt x="3505" y="0"/>
                </a:moveTo>
                <a:lnTo>
                  <a:pt x="0" y="0"/>
                </a:lnTo>
                <a:lnTo>
                  <a:pt x="0" y="12700"/>
                </a:lnTo>
                <a:lnTo>
                  <a:pt x="3505" y="12700"/>
                </a:lnTo>
                <a:lnTo>
                  <a:pt x="6350" y="9855"/>
                </a:lnTo>
                <a:lnTo>
                  <a:pt x="6350" y="2857"/>
                </a:lnTo>
                <a:lnTo>
                  <a:pt x="3505" y="0"/>
                </a:lnTo>
                <a:close/>
              </a:path>
            </a:pathLst>
          </a:custGeom>
          <a:solidFill>
            <a:srgbClr val="7F7F7F"/>
          </a:solidFill>
        </p:spPr>
        <p:txBody>
          <a:bodyPr wrap="square" lIns="0" tIns="0" rIns="0" bIns="0" rtlCol="0"/>
          <a:lstStyle/>
          <a:p>
            <a:endParaRPr/>
          </a:p>
        </p:txBody>
      </p:sp>
      <p:sp>
        <p:nvSpPr>
          <p:cNvPr id="78" name="object 78"/>
          <p:cNvSpPr/>
          <p:nvPr/>
        </p:nvSpPr>
        <p:spPr>
          <a:xfrm>
            <a:off x="4522033" y="674210"/>
            <a:ext cx="9525" cy="578485"/>
          </a:xfrm>
          <a:custGeom>
            <a:avLst/>
            <a:gdLst/>
            <a:ahLst/>
            <a:cxnLst/>
            <a:rect l="l" t="t" r="r" b="b"/>
            <a:pathLst>
              <a:path w="9525" h="578485">
                <a:moveTo>
                  <a:pt x="0" y="578391"/>
                </a:moveTo>
                <a:lnTo>
                  <a:pt x="9524" y="578391"/>
                </a:lnTo>
                <a:lnTo>
                  <a:pt x="9524" y="0"/>
                </a:lnTo>
                <a:lnTo>
                  <a:pt x="0" y="0"/>
                </a:lnTo>
                <a:lnTo>
                  <a:pt x="0" y="578391"/>
                </a:lnTo>
                <a:close/>
              </a:path>
            </a:pathLst>
          </a:custGeom>
          <a:solidFill>
            <a:srgbClr val="8D8D8D"/>
          </a:solidFill>
        </p:spPr>
        <p:txBody>
          <a:bodyPr wrap="square" lIns="0" tIns="0" rIns="0" bIns="0" rtlCol="0"/>
          <a:lstStyle/>
          <a:p>
            <a:endParaRPr/>
          </a:p>
        </p:txBody>
      </p:sp>
      <p:sp>
        <p:nvSpPr>
          <p:cNvPr id="79" name="object 79"/>
          <p:cNvSpPr/>
          <p:nvPr/>
        </p:nvSpPr>
        <p:spPr>
          <a:xfrm>
            <a:off x="4528384" y="674210"/>
            <a:ext cx="9525" cy="578485"/>
          </a:xfrm>
          <a:custGeom>
            <a:avLst/>
            <a:gdLst/>
            <a:ahLst/>
            <a:cxnLst/>
            <a:rect l="l" t="t" r="r" b="b"/>
            <a:pathLst>
              <a:path w="9525" h="578485">
                <a:moveTo>
                  <a:pt x="0" y="578391"/>
                </a:moveTo>
                <a:lnTo>
                  <a:pt x="9524" y="578391"/>
                </a:lnTo>
                <a:lnTo>
                  <a:pt x="9524" y="0"/>
                </a:lnTo>
                <a:lnTo>
                  <a:pt x="0" y="0"/>
                </a:lnTo>
                <a:lnTo>
                  <a:pt x="0" y="578391"/>
                </a:lnTo>
                <a:close/>
              </a:path>
            </a:pathLst>
          </a:custGeom>
          <a:solidFill>
            <a:srgbClr val="9B9B9B"/>
          </a:solidFill>
        </p:spPr>
        <p:txBody>
          <a:bodyPr wrap="square" lIns="0" tIns="0" rIns="0" bIns="0" rtlCol="0"/>
          <a:lstStyle/>
          <a:p>
            <a:endParaRPr/>
          </a:p>
        </p:txBody>
      </p:sp>
      <p:sp>
        <p:nvSpPr>
          <p:cNvPr id="80" name="object 80"/>
          <p:cNvSpPr/>
          <p:nvPr/>
        </p:nvSpPr>
        <p:spPr>
          <a:xfrm>
            <a:off x="4534730" y="674210"/>
            <a:ext cx="9525" cy="578485"/>
          </a:xfrm>
          <a:custGeom>
            <a:avLst/>
            <a:gdLst/>
            <a:ahLst/>
            <a:cxnLst/>
            <a:rect l="l" t="t" r="r" b="b"/>
            <a:pathLst>
              <a:path w="9525" h="578485">
                <a:moveTo>
                  <a:pt x="0" y="578391"/>
                </a:moveTo>
                <a:lnTo>
                  <a:pt x="9524" y="578391"/>
                </a:lnTo>
                <a:lnTo>
                  <a:pt x="9524" y="0"/>
                </a:lnTo>
                <a:lnTo>
                  <a:pt x="0" y="0"/>
                </a:lnTo>
                <a:lnTo>
                  <a:pt x="0" y="578391"/>
                </a:lnTo>
                <a:close/>
              </a:path>
            </a:pathLst>
          </a:custGeom>
          <a:solidFill>
            <a:srgbClr val="A9A9A9"/>
          </a:solidFill>
        </p:spPr>
        <p:txBody>
          <a:bodyPr wrap="square" lIns="0" tIns="0" rIns="0" bIns="0" rtlCol="0"/>
          <a:lstStyle/>
          <a:p>
            <a:endParaRPr/>
          </a:p>
        </p:txBody>
      </p:sp>
      <p:sp>
        <p:nvSpPr>
          <p:cNvPr id="81" name="object 81"/>
          <p:cNvSpPr/>
          <p:nvPr/>
        </p:nvSpPr>
        <p:spPr>
          <a:xfrm>
            <a:off x="4541081" y="674210"/>
            <a:ext cx="9525" cy="578485"/>
          </a:xfrm>
          <a:custGeom>
            <a:avLst/>
            <a:gdLst/>
            <a:ahLst/>
            <a:cxnLst/>
            <a:rect l="l" t="t" r="r" b="b"/>
            <a:pathLst>
              <a:path w="9525" h="578485">
                <a:moveTo>
                  <a:pt x="0" y="578391"/>
                </a:moveTo>
                <a:lnTo>
                  <a:pt x="9524" y="578391"/>
                </a:lnTo>
                <a:lnTo>
                  <a:pt x="9524" y="0"/>
                </a:lnTo>
                <a:lnTo>
                  <a:pt x="0" y="0"/>
                </a:lnTo>
                <a:lnTo>
                  <a:pt x="0" y="578391"/>
                </a:lnTo>
                <a:close/>
              </a:path>
            </a:pathLst>
          </a:custGeom>
          <a:solidFill>
            <a:srgbClr val="B8B8B8"/>
          </a:solidFill>
        </p:spPr>
        <p:txBody>
          <a:bodyPr wrap="square" lIns="0" tIns="0" rIns="0" bIns="0" rtlCol="0"/>
          <a:lstStyle/>
          <a:p>
            <a:endParaRPr/>
          </a:p>
        </p:txBody>
      </p:sp>
      <p:sp>
        <p:nvSpPr>
          <p:cNvPr id="82" name="object 82"/>
          <p:cNvSpPr/>
          <p:nvPr/>
        </p:nvSpPr>
        <p:spPr>
          <a:xfrm>
            <a:off x="4547441" y="674210"/>
            <a:ext cx="9525" cy="578485"/>
          </a:xfrm>
          <a:custGeom>
            <a:avLst/>
            <a:gdLst/>
            <a:ahLst/>
            <a:cxnLst/>
            <a:rect l="l" t="t" r="r" b="b"/>
            <a:pathLst>
              <a:path w="9525" h="578485">
                <a:moveTo>
                  <a:pt x="0" y="578391"/>
                </a:moveTo>
                <a:lnTo>
                  <a:pt x="9524" y="578391"/>
                </a:lnTo>
                <a:lnTo>
                  <a:pt x="9524" y="0"/>
                </a:lnTo>
                <a:lnTo>
                  <a:pt x="0" y="0"/>
                </a:lnTo>
                <a:lnTo>
                  <a:pt x="0" y="578391"/>
                </a:lnTo>
                <a:close/>
              </a:path>
            </a:pathLst>
          </a:custGeom>
          <a:solidFill>
            <a:srgbClr val="C6C6C6"/>
          </a:solidFill>
        </p:spPr>
        <p:txBody>
          <a:bodyPr wrap="square" lIns="0" tIns="0" rIns="0" bIns="0" rtlCol="0"/>
          <a:lstStyle/>
          <a:p>
            <a:endParaRPr/>
          </a:p>
        </p:txBody>
      </p:sp>
      <p:sp>
        <p:nvSpPr>
          <p:cNvPr id="83" name="object 83"/>
          <p:cNvSpPr/>
          <p:nvPr/>
        </p:nvSpPr>
        <p:spPr>
          <a:xfrm>
            <a:off x="4553765" y="674210"/>
            <a:ext cx="9525" cy="578485"/>
          </a:xfrm>
          <a:custGeom>
            <a:avLst/>
            <a:gdLst/>
            <a:ahLst/>
            <a:cxnLst/>
            <a:rect l="l" t="t" r="r" b="b"/>
            <a:pathLst>
              <a:path w="9525" h="578485">
                <a:moveTo>
                  <a:pt x="0" y="578391"/>
                </a:moveTo>
                <a:lnTo>
                  <a:pt x="9524" y="578391"/>
                </a:lnTo>
                <a:lnTo>
                  <a:pt x="9524" y="0"/>
                </a:lnTo>
                <a:lnTo>
                  <a:pt x="0" y="0"/>
                </a:lnTo>
                <a:lnTo>
                  <a:pt x="0" y="578391"/>
                </a:lnTo>
                <a:close/>
              </a:path>
            </a:pathLst>
          </a:custGeom>
          <a:solidFill>
            <a:srgbClr val="D4D4D4"/>
          </a:solidFill>
        </p:spPr>
        <p:txBody>
          <a:bodyPr wrap="square" lIns="0" tIns="0" rIns="0" bIns="0" rtlCol="0"/>
          <a:lstStyle/>
          <a:p>
            <a:endParaRPr/>
          </a:p>
        </p:txBody>
      </p:sp>
      <p:sp>
        <p:nvSpPr>
          <p:cNvPr id="84" name="object 84"/>
          <p:cNvSpPr/>
          <p:nvPr/>
        </p:nvSpPr>
        <p:spPr>
          <a:xfrm>
            <a:off x="4560134" y="674210"/>
            <a:ext cx="9525" cy="578485"/>
          </a:xfrm>
          <a:custGeom>
            <a:avLst/>
            <a:gdLst/>
            <a:ahLst/>
            <a:cxnLst/>
            <a:rect l="l" t="t" r="r" b="b"/>
            <a:pathLst>
              <a:path w="9525" h="578485">
                <a:moveTo>
                  <a:pt x="0" y="578391"/>
                </a:moveTo>
                <a:lnTo>
                  <a:pt x="9524" y="578391"/>
                </a:lnTo>
                <a:lnTo>
                  <a:pt x="9524" y="0"/>
                </a:lnTo>
                <a:lnTo>
                  <a:pt x="0" y="0"/>
                </a:lnTo>
                <a:lnTo>
                  <a:pt x="0" y="578391"/>
                </a:lnTo>
                <a:close/>
              </a:path>
            </a:pathLst>
          </a:custGeom>
          <a:solidFill>
            <a:srgbClr val="E2E2E2"/>
          </a:solidFill>
        </p:spPr>
        <p:txBody>
          <a:bodyPr wrap="square" lIns="0" tIns="0" rIns="0" bIns="0" rtlCol="0"/>
          <a:lstStyle/>
          <a:p>
            <a:endParaRPr/>
          </a:p>
        </p:txBody>
      </p:sp>
      <p:sp>
        <p:nvSpPr>
          <p:cNvPr id="85" name="object 85"/>
          <p:cNvSpPr/>
          <p:nvPr/>
        </p:nvSpPr>
        <p:spPr>
          <a:xfrm>
            <a:off x="87882" y="617270"/>
            <a:ext cx="4432935" cy="686435"/>
          </a:xfrm>
          <a:custGeom>
            <a:avLst/>
            <a:gdLst/>
            <a:ahLst/>
            <a:cxnLst/>
            <a:rect l="l" t="t" r="r" b="b"/>
            <a:pathLst>
              <a:path w="4432935" h="686435">
                <a:moveTo>
                  <a:pt x="4432567" y="0"/>
                </a:moveTo>
                <a:lnTo>
                  <a:pt x="0" y="0"/>
                </a:lnTo>
                <a:lnTo>
                  <a:pt x="0" y="635330"/>
                </a:lnTo>
                <a:lnTo>
                  <a:pt x="16583" y="672795"/>
                </a:lnTo>
                <a:lnTo>
                  <a:pt x="50799" y="686130"/>
                </a:lnTo>
                <a:lnTo>
                  <a:pt x="4381767" y="686130"/>
                </a:lnTo>
                <a:lnTo>
                  <a:pt x="4419233" y="669547"/>
                </a:lnTo>
                <a:lnTo>
                  <a:pt x="4432567" y="635330"/>
                </a:lnTo>
                <a:lnTo>
                  <a:pt x="4432567" y="0"/>
                </a:lnTo>
                <a:close/>
              </a:path>
            </a:pathLst>
          </a:custGeom>
          <a:solidFill>
            <a:srgbClr val="FFFFFF"/>
          </a:solidFill>
        </p:spPr>
        <p:txBody>
          <a:bodyPr wrap="square" lIns="0" tIns="0" rIns="0" bIns="0" rtlCol="0"/>
          <a:lstStyle/>
          <a:p>
            <a:endParaRPr/>
          </a:p>
        </p:txBody>
      </p:sp>
      <p:sp>
        <p:nvSpPr>
          <p:cNvPr id="86" name="object 86"/>
          <p:cNvSpPr/>
          <p:nvPr/>
        </p:nvSpPr>
        <p:spPr>
          <a:xfrm>
            <a:off x="4520450" y="661504"/>
            <a:ext cx="0" cy="610235"/>
          </a:xfrm>
          <a:custGeom>
            <a:avLst/>
            <a:gdLst/>
            <a:ahLst/>
            <a:cxnLst/>
            <a:rect l="l" t="t" r="r" b="b"/>
            <a:pathLst>
              <a:path h="610235">
                <a:moveTo>
                  <a:pt x="0" y="610146"/>
                </a:moveTo>
                <a:lnTo>
                  <a:pt x="0" y="0"/>
                </a:lnTo>
              </a:path>
            </a:pathLst>
          </a:custGeom>
          <a:ln w="3175">
            <a:solidFill>
              <a:srgbClr val="7F7F7F"/>
            </a:solidFill>
          </a:ln>
        </p:spPr>
        <p:txBody>
          <a:bodyPr wrap="square" lIns="0" tIns="0" rIns="0" bIns="0" rtlCol="0"/>
          <a:lstStyle/>
          <a:p>
            <a:endParaRPr/>
          </a:p>
        </p:txBody>
      </p:sp>
      <p:sp>
        <p:nvSpPr>
          <p:cNvPr id="87" name="object 87"/>
          <p:cNvSpPr/>
          <p:nvPr/>
        </p:nvSpPr>
        <p:spPr>
          <a:xfrm>
            <a:off x="4520450" y="648804"/>
            <a:ext cx="0" cy="12700"/>
          </a:xfrm>
          <a:custGeom>
            <a:avLst/>
            <a:gdLst/>
            <a:ahLst/>
            <a:cxnLst/>
            <a:rect l="l" t="t" r="r" b="b"/>
            <a:pathLst>
              <a:path h="12700">
                <a:moveTo>
                  <a:pt x="0" y="12700"/>
                </a:moveTo>
                <a:lnTo>
                  <a:pt x="0" y="0"/>
                </a:lnTo>
              </a:path>
            </a:pathLst>
          </a:custGeom>
          <a:ln w="3175">
            <a:solidFill>
              <a:srgbClr val="AFAFAF"/>
            </a:solidFill>
          </a:ln>
        </p:spPr>
        <p:txBody>
          <a:bodyPr wrap="square" lIns="0" tIns="0" rIns="0" bIns="0" rtlCol="0"/>
          <a:lstStyle/>
          <a:p>
            <a:endParaRPr/>
          </a:p>
        </p:txBody>
      </p:sp>
      <p:sp>
        <p:nvSpPr>
          <p:cNvPr id="88" name="object 88"/>
          <p:cNvSpPr/>
          <p:nvPr/>
        </p:nvSpPr>
        <p:spPr>
          <a:xfrm>
            <a:off x="4520450" y="636104"/>
            <a:ext cx="0" cy="12700"/>
          </a:xfrm>
          <a:custGeom>
            <a:avLst/>
            <a:gdLst/>
            <a:ahLst/>
            <a:cxnLst/>
            <a:rect l="l" t="t" r="r" b="b"/>
            <a:pathLst>
              <a:path h="12700">
                <a:moveTo>
                  <a:pt x="0" y="12700"/>
                </a:moveTo>
                <a:lnTo>
                  <a:pt x="0" y="0"/>
                </a:lnTo>
              </a:path>
            </a:pathLst>
          </a:custGeom>
          <a:ln w="3175">
            <a:solidFill>
              <a:srgbClr val="CECECE"/>
            </a:solidFill>
          </a:ln>
        </p:spPr>
        <p:txBody>
          <a:bodyPr wrap="square" lIns="0" tIns="0" rIns="0" bIns="0" rtlCol="0"/>
          <a:lstStyle/>
          <a:p>
            <a:endParaRPr/>
          </a:p>
        </p:txBody>
      </p:sp>
      <p:sp>
        <p:nvSpPr>
          <p:cNvPr id="89" name="object 89"/>
          <p:cNvSpPr/>
          <p:nvPr/>
        </p:nvSpPr>
        <p:spPr>
          <a:xfrm>
            <a:off x="4520450" y="623404"/>
            <a:ext cx="0" cy="12700"/>
          </a:xfrm>
          <a:custGeom>
            <a:avLst/>
            <a:gdLst/>
            <a:ahLst/>
            <a:cxnLst/>
            <a:rect l="l" t="t" r="r" b="b"/>
            <a:pathLst>
              <a:path h="12700">
                <a:moveTo>
                  <a:pt x="0" y="12700"/>
                </a:moveTo>
                <a:lnTo>
                  <a:pt x="0" y="0"/>
                </a:lnTo>
              </a:path>
            </a:pathLst>
          </a:custGeom>
          <a:ln w="3175">
            <a:solidFill>
              <a:srgbClr val="EFEFEF"/>
            </a:solidFill>
          </a:ln>
        </p:spPr>
        <p:txBody>
          <a:bodyPr wrap="square" lIns="0" tIns="0" rIns="0" bIns="0" rtlCol="0"/>
          <a:lstStyle/>
          <a:p>
            <a:endParaRPr/>
          </a:p>
        </p:txBody>
      </p:sp>
      <p:sp>
        <p:nvSpPr>
          <p:cNvPr id="90" name="object 90"/>
          <p:cNvSpPr/>
          <p:nvPr/>
        </p:nvSpPr>
        <p:spPr>
          <a:xfrm>
            <a:off x="4520450" y="604354"/>
            <a:ext cx="0" cy="19050"/>
          </a:xfrm>
          <a:custGeom>
            <a:avLst/>
            <a:gdLst/>
            <a:ahLst/>
            <a:cxnLst/>
            <a:rect l="l" t="t" r="r" b="b"/>
            <a:pathLst>
              <a:path h="19050">
                <a:moveTo>
                  <a:pt x="0" y="19050"/>
                </a:moveTo>
                <a:lnTo>
                  <a:pt x="0" y="0"/>
                </a:lnTo>
              </a:path>
            </a:pathLst>
          </a:custGeom>
          <a:ln w="3175">
            <a:solidFill>
              <a:srgbClr val="FFFFFF"/>
            </a:solidFill>
          </a:ln>
        </p:spPr>
        <p:txBody>
          <a:bodyPr wrap="square" lIns="0" tIns="0" rIns="0" bIns="0" rtlCol="0"/>
          <a:lstStyle/>
          <a:p>
            <a:endParaRPr/>
          </a:p>
        </p:txBody>
      </p:sp>
      <p:sp>
        <p:nvSpPr>
          <p:cNvPr id="91" name="object 91"/>
          <p:cNvSpPr txBox="1">
            <a:spLocks noGrp="1"/>
          </p:cNvSpPr>
          <p:nvPr>
            <p:ph type="title"/>
          </p:nvPr>
        </p:nvSpPr>
        <p:spPr>
          <a:xfrm>
            <a:off x="1229818" y="641054"/>
            <a:ext cx="2148696" cy="307777"/>
          </a:xfrm>
          <a:prstGeom prst="rect">
            <a:avLst/>
          </a:prstGeom>
        </p:spPr>
        <p:txBody>
          <a:bodyPr vert="horz" wrap="square" lIns="0" tIns="0" rIns="0" bIns="0" rtlCol="0">
            <a:spAutoFit/>
          </a:bodyPr>
          <a:lstStyle/>
          <a:p>
            <a:pPr marL="12700" algn="ctr">
              <a:lnSpc>
                <a:spcPct val="100000"/>
              </a:lnSpc>
            </a:pPr>
            <a:r>
              <a:rPr lang="zh-CN" altLang="en-US" sz="2000" spc="10" dirty="0">
                <a:latin typeface="DengXian" panose="02010600030101010101" pitchFamily="2" charset="-122"/>
                <a:ea typeface="DengXian" panose="02010600030101010101" pitchFamily="2" charset="-122"/>
              </a:rPr>
              <a:t>宏观经济学</a:t>
            </a:r>
            <a:endParaRPr sz="2000" dirty="0">
              <a:latin typeface="DengXian" panose="02010600030101010101" pitchFamily="2" charset="-122"/>
              <a:ea typeface="DengXian" panose="02010600030101010101" pitchFamily="2" charset="-122"/>
            </a:endParaRPr>
          </a:p>
        </p:txBody>
      </p:sp>
      <p:sp>
        <p:nvSpPr>
          <p:cNvPr id="92" name="object 92"/>
          <p:cNvSpPr txBox="1"/>
          <p:nvPr/>
        </p:nvSpPr>
        <p:spPr>
          <a:xfrm>
            <a:off x="1415984" y="1016050"/>
            <a:ext cx="1827530" cy="184666"/>
          </a:xfrm>
          <a:prstGeom prst="rect">
            <a:avLst/>
          </a:prstGeom>
        </p:spPr>
        <p:txBody>
          <a:bodyPr vert="horz" wrap="square" lIns="0" tIns="0" rIns="0" bIns="0" rtlCol="0">
            <a:spAutoFit/>
          </a:bodyPr>
          <a:lstStyle/>
          <a:p>
            <a:pPr marL="12700" algn="ctr">
              <a:lnSpc>
                <a:spcPct val="100000"/>
              </a:lnSpc>
            </a:pPr>
            <a:r>
              <a:rPr lang="en-US" altLang="zh-CN" sz="1200" spc="-10" dirty="0">
                <a:solidFill>
                  <a:srgbClr val="CC0000"/>
                </a:solidFill>
                <a:latin typeface="Times New Roman"/>
                <a:cs typeface="Times New Roman"/>
              </a:rPr>
              <a:t>Macroeconomics</a:t>
            </a:r>
            <a:endParaRPr sz="1400" baseline="27777" dirty="0">
              <a:latin typeface="Times New Roman"/>
              <a:cs typeface="Times New Roman"/>
            </a:endParaRPr>
          </a:p>
        </p:txBody>
      </p:sp>
      <p:sp>
        <p:nvSpPr>
          <p:cNvPr id="93" name="object 93"/>
          <p:cNvSpPr txBox="1"/>
          <p:nvPr/>
        </p:nvSpPr>
        <p:spPr>
          <a:xfrm>
            <a:off x="2152904" y="1682877"/>
            <a:ext cx="302895" cy="15389"/>
          </a:xfrm>
          <a:prstGeom prst="rect">
            <a:avLst/>
          </a:prstGeom>
        </p:spPr>
        <p:txBody>
          <a:bodyPr vert="horz" wrap="square" lIns="0" tIns="0" rIns="0" bIns="0" rtlCol="0">
            <a:spAutoFit/>
          </a:bodyPr>
          <a:lstStyle/>
          <a:p>
            <a:pPr marL="12700">
              <a:lnSpc>
                <a:spcPct val="100000"/>
              </a:lnSpc>
            </a:pPr>
            <a:r>
              <a:rPr sz="100" i="1" spc="60" dirty="0">
                <a:latin typeface="Times New Roman"/>
                <a:cs typeface="Times New Roman"/>
              </a:rPr>
              <a:t>  </a:t>
            </a:r>
            <a:endParaRPr sz="100">
              <a:latin typeface="Times New Roman"/>
              <a:cs typeface="Times New Roman"/>
            </a:endParaRPr>
          </a:p>
        </p:txBody>
      </p:sp>
      <p:sp>
        <p:nvSpPr>
          <p:cNvPr id="94" name="object 94"/>
          <p:cNvSpPr txBox="1"/>
          <p:nvPr/>
        </p:nvSpPr>
        <p:spPr>
          <a:xfrm>
            <a:off x="92008" y="1471712"/>
            <a:ext cx="4387324" cy="786177"/>
          </a:xfrm>
          <a:prstGeom prst="rect">
            <a:avLst/>
          </a:prstGeom>
        </p:spPr>
        <p:txBody>
          <a:bodyPr vert="horz" wrap="square" lIns="0" tIns="0" rIns="0" bIns="0" rtlCol="0">
            <a:spAutoFit/>
          </a:bodyPr>
          <a:lstStyle/>
          <a:p>
            <a:pPr marL="635" algn="ctr">
              <a:lnSpc>
                <a:spcPct val="130000"/>
              </a:lnSpc>
            </a:pPr>
            <a:r>
              <a:rPr lang="zh-CN" altLang="en-US" sz="1600" b="1" spc="-15" dirty="0">
                <a:latin typeface="Garamond" panose="02020404030301010803" pitchFamily="18" charset="0"/>
                <a:ea typeface="KaiTi" panose="02010609060101010101" pitchFamily="49" charset="-122"/>
                <a:cs typeface="Times New Roman"/>
              </a:rPr>
              <a:t>第一章 宏观经济学的基本指标及其衡量</a:t>
            </a:r>
            <a:endParaRPr lang="en-US" altLang="zh-CN" sz="1600" b="1" spc="-15" dirty="0">
              <a:latin typeface="Garamond" panose="02020404030301010803" pitchFamily="18" charset="0"/>
              <a:ea typeface="KaiTi" panose="02010609060101010101" pitchFamily="49" charset="-122"/>
              <a:cs typeface="Times New Roman"/>
            </a:endParaRPr>
          </a:p>
          <a:p>
            <a:pPr marL="635" algn="ctr">
              <a:lnSpc>
                <a:spcPct val="130000"/>
              </a:lnSpc>
            </a:pPr>
            <a:r>
              <a:rPr lang="zh-CN" altLang="en-US" sz="1400" b="1" dirty="0">
                <a:solidFill>
                  <a:srgbClr val="333399"/>
                </a:solidFill>
                <a:latin typeface="Garamond" panose="02020404030301010803" pitchFamily="18" charset="0"/>
                <a:ea typeface="KaiTi" panose="02010609060101010101" pitchFamily="49" charset="-122"/>
                <a:cs typeface="+mj-cs"/>
              </a:rPr>
              <a:t>第</a:t>
            </a:r>
            <a:r>
              <a:rPr lang="en-US" altLang="zh-CN" sz="1400" b="1" dirty="0">
                <a:solidFill>
                  <a:srgbClr val="333399"/>
                </a:solidFill>
                <a:latin typeface="Garamond" panose="02020404030301010803" pitchFamily="18" charset="0"/>
                <a:ea typeface="KaiTi" panose="02010609060101010101" pitchFamily="49" charset="-122"/>
                <a:cs typeface="+mj-cs"/>
              </a:rPr>
              <a:t>2</a:t>
            </a:r>
            <a:r>
              <a:rPr lang="zh-CN" altLang="en-US" sz="1400" b="1" dirty="0">
                <a:solidFill>
                  <a:srgbClr val="333399"/>
                </a:solidFill>
                <a:latin typeface="Garamond" panose="02020404030301010803" pitchFamily="18" charset="0"/>
                <a:ea typeface="KaiTi" panose="02010609060101010101" pitchFamily="49" charset="-122"/>
                <a:cs typeface="+mj-cs"/>
              </a:rPr>
              <a:t>节 价格水平及其衡量</a:t>
            </a:r>
            <a:endParaRPr lang="en-US" altLang="zh-CN" sz="1400" b="1" dirty="0">
              <a:solidFill>
                <a:srgbClr val="333399"/>
              </a:solidFill>
              <a:latin typeface="Garamond" panose="02020404030301010803" pitchFamily="18" charset="0"/>
              <a:ea typeface="KaiTi" panose="02010609060101010101" pitchFamily="49" charset="-122"/>
              <a:cs typeface="+mj-cs"/>
            </a:endParaRPr>
          </a:p>
          <a:p>
            <a:pPr marL="635" algn="ctr">
              <a:lnSpc>
                <a:spcPct val="130000"/>
              </a:lnSpc>
            </a:pPr>
            <a:endParaRPr sz="1000" b="1" dirty="0">
              <a:latin typeface="Garamond" panose="02020404030301010803" pitchFamily="18" charset="0"/>
              <a:cs typeface="Times New Roman"/>
            </a:endParaRPr>
          </a:p>
        </p:txBody>
      </p:sp>
      <p:sp>
        <p:nvSpPr>
          <p:cNvPr id="95" name="object 99">
            <a:extLst>
              <a:ext uri="{FF2B5EF4-FFF2-40B4-BE49-F238E27FC236}">
                <a16:creationId xmlns:a16="http://schemas.microsoft.com/office/drawing/2014/main" id="{E8E3B86C-982D-8D12-0168-A78FC8884DE8}"/>
              </a:ext>
            </a:extLst>
          </p:cNvPr>
          <p:cNvSpPr/>
          <p:nvPr/>
        </p:nvSpPr>
        <p:spPr>
          <a:xfrm>
            <a:off x="-152" y="3345713"/>
            <a:ext cx="4608093" cy="111252"/>
          </a:xfrm>
          <a:prstGeom prst="rect">
            <a:avLst/>
          </a:prstGeom>
          <a:blipFill>
            <a:blip r:embed="rId5" cstate="print"/>
            <a:stretch>
              <a:fillRect/>
            </a:stretch>
          </a:blipFill>
        </p:spPr>
        <p:txBody>
          <a:bodyPr wrap="square" lIns="0" tIns="0" rIns="0" bIns="0" rtlCol="0"/>
          <a:lstStyle/>
          <a:p>
            <a:endParaRPr/>
          </a:p>
        </p:txBody>
      </p:sp>
      <p:sp>
        <p:nvSpPr>
          <p:cNvPr id="96" name="object 100">
            <a:extLst>
              <a:ext uri="{FF2B5EF4-FFF2-40B4-BE49-F238E27FC236}">
                <a16:creationId xmlns:a16="http://schemas.microsoft.com/office/drawing/2014/main" id="{FCB83B91-3B30-5E31-0A02-C4B58223A209}"/>
              </a:ext>
            </a:extLst>
          </p:cNvPr>
          <p:cNvSpPr txBox="1"/>
          <p:nvPr/>
        </p:nvSpPr>
        <p:spPr>
          <a:xfrm>
            <a:off x="68074" y="3347973"/>
            <a:ext cx="1401445" cy="89768"/>
          </a:xfrm>
          <a:prstGeom prst="rect">
            <a:avLst/>
          </a:prstGeom>
        </p:spPr>
        <p:txBody>
          <a:bodyPr vert="horz" wrap="square" lIns="0" tIns="0" rIns="0" bIns="0" rtlCol="0">
            <a:spAutoFit/>
          </a:bodyPr>
          <a:lstStyle/>
          <a:p>
            <a:pPr marL="12700">
              <a:lnSpc>
                <a:spcPts val="700"/>
              </a:lnSpc>
            </a:pPr>
            <a:r>
              <a:rPr sz="100" i="1" spc="60" dirty="0">
                <a:solidFill>
                  <a:srgbClr val="F2F2F2"/>
                </a:solidFill>
                <a:latin typeface="Times New Roman"/>
                <a:cs typeface="Times New Roman"/>
              </a:rPr>
              <a:t> </a:t>
            </a:r>
            <a:r>
              <a:rPr sz="100" i="1" spc="80" dirty="0">
                <a:solidFill>
                  <a:srgbClr val="F2F2F2"/>
                </a:solidFill>
                <a:latin typeface="Times New Roman"/>
                <a:cs typeface="Times New Roman"/>
              </a:rPr>
              <a:t>I   </a:t>
            </a:r>
            <a:r>
              <a:rPr sz="600" spc="-5" dirty="0">
                <a:solidFill>
                  <a:srgbClr val="F2F2F2"/>
                </a:solidFill>
                <a:latin typeface="Times New Roman"/>
                <a:cs typeface="Times New Roman"/>
              </a:rPr>
              <a:t>(</a:t>
            </a:r>
            <a:r>
              <a:rPr lang="en-US" sz="600" spc="-5" dirty="0">
                <a:solidFill>
                  <a:srgbClr val="F2F2F2"/>
                </a:solidFill>
                <a:latin typeface="Times New Roman"/>
                <a:cs typeface="Times New Roman"/>
              </a:rPr>
              <a:t>Zhiqing Yang</a:t>
            </a:r>
            <a:r>
              <a:rPr sz="600" spc="135" dirty="0">
                <a:solidFill>
                  <a:srgbClr val="F2F2F2"/>
                </a:solidFill>
                <a:latin typeface="Times New Roman"/>
                <a:cs typeface="Times New Roman"/>
              </a:rPr>
              <a:t> </a:t>
            </a:r>
            <a:r>
              <a:rPr lang="en-US" altLang="zh-CN" sz="600" spc="-5" dirty="0" err="1">
                <a:solidFill>
                  <a:srgbClr val="F2F2F2"/>
                </a:solidFill>
                <a:latin typeface="Times New Roman"/>
                <a:cs typeface="Times New Roman"/>
              </a:rPr>
              <a:t>yangzhiqing</a:t>
            </a:r>
            <a:r>
              <a:rPr sz="600" spc="-5" dirty="0" err="1">
                <a:solidFill>
                  <a:srgbClr val="F2F2F2"/>
                </a:solidFill>
                <a:latin typeface="Times New Roman"/>
                <a:cs typeface="Times New Roman"/>
              </a:rPr>
              <a:t>@</a:t>
            </a:r>
            <a:r>
              <a:rPr lang="en-US" sz="600" spc="-5" dirty="0" err="1">
                <a:solidFill>
                  <a:srgbClr val="F2F2F2"/>
                </a:solidFill>
                <a:latin typeface="Times New Roman"/>
                <a:cs typeface="Times New Roman"/>
              </a:rPr>
              <a:t>hust.edu.cn</a:t>
            </a:r>
            <a:r>
              <a:rPr sz="600" spc="-5" dirty="0">
                <a:solidFill>
                  <a:srgbClr val="F2F2F2"/>
                </a:solidFill>
                <a:latin typeface="Times New Roman"/>
                <a:cs typeface="Times New Roman"/>
              </a:rPr>
              <a:t>)</a:t>
            </a:r>
            <a:endParaRPr sz="600" dirty="0">
              <a:latin typeface="Times New Roman"/>
              <a:cs typeface="Times New Roman"/>
            </a:endParaRPr>
          </a:p>
        </p:txBody>
      </p:sp>
      <p:sp>
        <p:nvSpPr>
          <p:cNvPr id="103" name="object 101">
            <a:extLst>
              <a:ext uri="{FF2B5EF4-FFF2-40B4-BE49-F238E27FC236}">
                <a16:creationId xmlns:a16="http://schemas.microsoft.com/office/drawing/2014/main" id="{E195572A-0D1D-2C1F-BEBB-03BB2692A651}"/>
              </a:ext>
            </a:extLst>
          </p:cNvPr>
          <p:cNvSpPr txBox="1">
            <a:spLocks noGrp="1"/>
          </p:cNvSpPr>
          <p:nvPr>
            <p:ph type="dt" sz="half" idx="6"/>
          </p:nvPr>
        </p:nvSpPr>
        <p:spPr>
          <a:xfrm>
            <a:off x="2059938" y="3347973"/>
            <a:ext cx="677159" cy="89768"/>
          </a:xfrm>
          <a:prstGeom prst="rect">
            <a:avLst/>
          </a:prstGeom>
        </p:spPr>
        <p:txBody>
          <a:bodyPr vert="horz" wrap="square" lIns="0" tIns="0" rIns="0" bIns="0" rtlCol="0">
            <a:spAutoFit/>
          </a:bodyPr>
          <a:lstStyle/>
          <a:p>
            <a:pPr marL="12700">
              <a:lnSpc>
                <a:spcPts val="700"/>
              </a:lnSpc>
            </a:pPr>
            <a:r>
              <a:rPr lang="en-US" spc="-5" dirty="0"/>
              <a:t>Macroeconomics</a:t>
            </a:r>
            <a:endParaRPr spc="-5" dirty="0"/>
          </a:p>
        </p:txBody>
      </p:sp>
    </p:spTree>
    <p:extLst>
      <p:ext uri="{BB962C8B-B14F-4D97-AF65-F5344CB8AC3E}">
        <p14:creationId xmlns:p14="http://schemas.microsoft.com/office/powerpoint/2010/main" val="3610910616"/>
      </p:ext>
    </p:extLst>
  </p:cSld>
  <p:clrMapOvr>
    <a:masterClrMapping/>
  </p:clrMapOvr>
  <p:transition>
    <p:cut/>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2">
            <a:extLst>
              <a:ext uri="{FF2B5EF4-FFF2-40B4-BE49-F238E27FC236}">
                <a16:creationId xmlns:a16="http://schemas.microsoft.com/office/drawing/2014/main" id="{8125280A-5044-8DE7-470B-C7EBBDCE11C6}"/>
              </a:ext>
            </a:extLst>
          </p:cNvPr>
          <p:cNvSpPr txBox="1">
            <a:spLocks/>
          </p:cNvSpPr>
          <p:nvPr/>
        </p:nvSpPr>
        <p:spPr>
          <a:xfrm>
            <a:off x="135565" y="609721"/>
            <a:ext cx="4332732" cy="2684655"/>
          </a:xfrm>
          <a:prstGeom prst="rect">
            <a:avLst/>
          </a:prstGeom>
        </p:spPr>
        <p:txBody>
          <a:bodyPr wrap="square" lIns="0" tIns="0" rIns="0" bIns="0">
            <a:normAutofit/>
          </a:bodyPr>
          <a:lstStyle>
            <a:lvl1pPr marL="0" eaLnBrk="1" hangingPunct="1">
              <a:defRPr sz="1000" b="0" i="0">
                <a:solidFill>
                  <a:schemeClr val="tx1"/>
                </a:solidFill>
                <a:latin typeface="Times New Roman"/>
                <a:ea typeface="+mn-ea"/>
                <a:cs typeface="Times New Roman"/>
              </a:defRPr>
            </a:lvl1pPr>
            <a:lvl2pPr marL="457200" eaLnBrk="1" hangingPunct="1">
              <a:defRPr>
                <a:latin typeface="+mn-lt"/>
                <a:ea typeface="+mn-ea"/>
                <a:cs typeface="+mn-cs"/>
              </a:defRPr>
            </a:lvl2pPr>
            <a:lvl3pPr marL="914400" eaLnBrk="1" hangingPunct="1">
              <a:defRPr>
                <a:latin typeface="+mn-lt"/>
                <a:ea typeface="+mn-ea"/>
                <a:cs typeface="+mn-cs"/>
              </a:defRPr>
            </a:lvl3pPr>
            <a:lvl4pPr marL="1371600" eaLnBrk="1" hangingPunct="1">
              <a:defRPr>
                <a:latin typeface="+mn-lt"/>
                <a:ea typeface="+mn-ea"/>
                <a:cs typeface="+mn-cs"/>
              </a:defRPr>
            </a:lvl4pPr>
            <a:lvl5pPr marL="1828800" eaLnBrk="1" hangingPunct="1">
              <a:defRPr>
                <a:latin typeface="+mn-lt"/>
                <a:ea typeface="+mn-ea"/>
                <a:cs typeface="+mn-cs"/>
              </a:defRPr>
            </a:lvl5pPr>
            <a:lvl6pPr marL="2286000" eaLnBrk="1" hangingPunct="1">
              <a:defRPr>
                <a:latin typeface="+mn-lt"/>
                <a:ea typeface="+mn-ea"/>
                <a:cs typeface="+mn-cs"/>
              </a:defRPr>
            </a:lvl6pPr>
            <a:lvl7pPr marL="2743200" eaLnBrk="1" hangingPunct="1">
              <a:defRPr>
                <a:latin typeface="+mn-lt"/>
                <a:ea typeface="+mn-ea"/>
                <a:cs typeface="+mn-cs"/>
              </a:defRPr>
            </a:lvl7pPr>
            <a:lvl8pPr marL="3200400" eaLnBrk="1" hangingPunct="1">
              <a:defRPr>
                <a:latin typeface="+mn-lt"/>
                <a:ea typeface="+mn-ea"/>
                <a:cs typeface="+mn-cs"/>
              </a:defRPr>
            </a:lvl8pPr>
            <a:lvl9pPr marL="3657600" eaLnBrk="1" hangingPunct="1">
              <a:defRPr>
                <a:latin typeface="+mn-lt"/>
                <a:ea typeface="+mn-ea"/>
                <a:cs typeface="+mn-cs"/>
              </a:defRPr>
            </a:lvl9pPr>
          </a:lstStyle>
          <a:p>
            <a:pPr marL="285750" indent="-285750">
              <a:lnSpc>
                <a:spcPct val="140000"/>
              </a:lnSpc>
              <a:buClr>
                <a:schemeClr val="tx1"/>
              </a:buClr>
              <a:buFont typeface="Wingdings" pitchFamily="2" charset="2"/>
              <a:buChar char="p"/>
            </a:pPr>
            <a:r>
              <a:rPr lang="zh-CN" altLang="en-US" sz="1400" kern="0" dirty="0">
                <a:latin typeface="Garamond" panose="02020404030301010803" pitchFamily="18" charset="0"/>
                <a:ea typeface="KaiTi" panose="02010609060101010101" pitchFamily="49" charset="-122"/>
              </a:rPr>
              <a:t>什么是消费物价指数 </a:t>
            </a:r>
            <a:r>
              <a:rPr lang="en-US" altLang="zh-CN" sz="1400" kern="0" dirty="0">
                <a:latin typeface="Garamond" panose="02020404030301010803" pitchFamily="18" charset="0"/>
                <a:ea typeface="KaiTi" panose="02010609060101010101" pitchFamily="49" charset="-122"/>
              </a:rPr>
              <a:t>(</a:t>
            </a:r>
            <a:r>
              <a:rPr lang="en" altLang="zh-CN" sz="1400" kern="0" dirty="0">
                <a:latin typeface="Garamond" panose="02020404030301010803" pitchFamily="18" charset="0"/>
                <a:ea typeface="KaiTi" panose="02010609060101010101" pitchFamily="49" charset="-122"/>
              </a:rPr>
              <a:t>CPI)</a:t>
            </a:r>
            <a:r>
              <a:rPr lang="zh-CN" altLang="en" sz="1400" kern="0" dirty="0">
                <a:latin typeface="Garamond" panose="02020404030301010803" pitchFamily="18" charset="0"/>
                <a:ea typeface="KaiTi" panose="02010609060101010101" pitchFamily="49" charset="-122"/>
              </a:rPr>
              <a:t>？</a:t>
            </a:r>
            <a:r>
              <a:rPr lang="zh-CN" altLang="en-US" sz="1400" kern="0" dirty="0">
                <a:latin typeface="Garamond" panose="02020404030301010803" pitchFamily="18" charset="0"/>
                <a:ea typeface="KaiTi" panose="02010609060101010101" pitchFamily="49" charset="-122"/>
              </a:rPr>
              <a:t>怎么计算？它有什么用</a:t>
            </a:r>
            <a:r>
              <a:rPr lang="en-US" altLang="zh-CN" sz="1400" kern="0" dirty="0">
                <a:latin typeface="Garamond" panose="02020404030301010803" pitchFamily="18" charset="0"/>
                <a:ea typeface="KaiTi" panose="02010609060101010101" pitchFamily="49" charset="-122"/>
              </a:rPr>
              <a:t>?</a:t>
            </a:r>
          </a:p>
          <a:p>
            <a:pPr marL="285750" indent="-285750">
              <a:lnSpc>
                <a:spcPct val="140000"/>
              </a:lnSpc>
              <a:buClr>
                <a:schemeClr val="tx1"/>
              </a:buClr>
              <a:buFont typeface="Wingdings" pitchFamily="2" charset="2"/>
              <a:buChar char="p"/>
            </a:pPr>
            <a:r>
              <a:rPr lang="en" altLang="zh-CN" sz="1400" kern="0" dirty="0">
                <a:latin typeface="Garamond" panose="02020404030301010803" pitchFamily="18" charset="0"/>
                <a:ea typeface="KaiTi" panose="02010609060101010101" pitchFamily="49" charset="-122"/>
              </a:rPr>
              <a:t>CPI</a:t>
            </a:r>
            <a:r>
              <a:rPr lang="zh-CN" altLang="en-US" sz="1400" kern="0" dirty="0">
                <a:latin typeface="Garamond" panose="02020404030301010803" pitchFamily="18" charset="0"/>
                <a:ea typeface="KaiTi" panose="02010609060101010101" pitchFamily="49" charset="-122"/>
              </a:rPr>
              <a:t>与</a:t>
            </a:r>
            <a:r>
              <a:rPr lang="en" altLang="zh-CN" sz="1400" kern="0" dirty="0">
                <a:latin typeface="Garamond" panose="02020404030301010803" pitchFamily="18" charset="0"/>
                <a:ea typeface="KaiTi" panose="02010609060101010101" pitchFamily="49" charset="-122"/>
              </a:rPr>
              <a:t>GDP</a:t>
            </a:r>
            <a:r>
              <a:rPr lang="zh-CN" altLang="en-US" sz="1400" kern="0" dirty="0">
                <a:latin typeface="Garamond" panose="02020404030301010803" pitchFamily="18" charset="0"/>
                <a:ea typeface="KaiTi" panose="02010609060101010101" pitchFamily="49" charset="-122"/>
              </a:rPr>
              <a:t>平减指数有何区别</a:t>
            </a:r>
            <a:r>
              <a:rPr lang="en-US" altLang="zh-CN" sz="1400" kern="0" dirty="0">
                <a:latin typeface="Garamond" panose="02020404030301010803" pitchFamily="18" charset="0"/>
                <a:ea typeface="KaiTi" panose="02010609060101010101" pitchFamily="49" charset="-122"/>
              </a:rPr>
              <a:t>?  </a:t>
            </a:r>
          </a:p>
          <a:p>
            <a:pPr marL="285750" indent="-285750">
              <a:lnSpc>
                <a:spcPct val="140000"/>
              </a:lnSpc>
              <a:buClr>
                <a:schemeClr val="tx1"/>
              </a:buClr>
              <a:buFont typeface="Wingdings" pitchFamily="2" charset="2"/>
              <a:buChar char="p"/>
            </a:pPr>
            <a:r>
              <a:rPr lang="en" altLang="zh-CN" sz="1400" kern="0" dirty="0">
                <a:latin typeface="Garamond" panose="02020404030301010803" pitchFamily="18" charset="0"/>
                <a:ea typeface="KaiTi" panose="02010609060101010101" pitchFamily="49" charset="-122"/>
              </a:rPr>
              <a:t>CPI</a:t>
            </a:r>
            <a:r>
              <a:rPr lang="zh-CN" altLang="en-US" sz="1400" kern="0" dirty="0">
                <a:latin typeface="Garamond" panose="02020404030301010803" pitchFamily="18" charset="0"/>
                <a:ea typeface="KaiTi" panose="02010609060101010101" pitchFamily="49" charset="-122"/>
              </a:rPr>
              <a:t>存在怎样的问题</a:t>
            </a:r>
            <a:r>
              <a:rPr lang="en-US" altLang="zh-CN" sz="1400" kern="0" dirty="0">
                <a:latin typeface="Garamond" panose="02020404030301010803" pitchFamily="18" charset="0"/>
                <a:ea typeface="KaiTi" panose="02010609060101010101" pitchFamily="49" charset="-122"/>
              </a:rPr>
              <a:t>?</a:t>
            </a:r>
            <a:r>
              <a:rPr lang="zh-CN" altLang="en-US" sz="1400" kern="0" dirty="0">
                <a:latin typeface="Garamond" panose="02020404030301010803" pitchFamily="18" charset="0"/>
                <a:ea typeface="KaiTi" panose="02010609060101010101" pitchFamily="49" charset="-122"/>
              </a:rPr>
              <a:t>它们有多严重？</a:t>
            </a:r>
          </a:p>
          <a:p>
            <a:pPr marL="285750" indent="-285750">
              <a:lnSpc>
                <a:spcPct val="140000"/>
              </a:lnSpc>
              <a:buClr>
                <a:schemeClr val="tx1"/>
              </a:buClr>
              <a:buFont typeface="Wingdings" pitchFamily="2" charset="2"/>
              <a:buChar char="p"/>
            </a:pPr>
            <a:r>
              <a:rPr lang="zh-CN" altLang="en-US" sz="1400" kern="0" dirty="0">
                <a:latin typeface="Garamond" panose="02020404030301010803" pitchFamily="18" charset="0"/>
                <a:ea typeface="KaiTi" panose="02010609060101010101" pitchFamily="49" charset="-122"/>
              </a:rPr>
              <a:t>我们如何用</a:t>
            </a:r>
            <a:r>
              <a:rPr lang="en" altLang="zh-CN" sz="1400" kern="0" dirty="0">
                <a:latin typeface="Garamond" panose="02020404030301010803" pitchFamily="18" charset="0"/>
                <a:ea typeface="KaiTi" panose="02010609060101010101" pitchFamily="49" charset="-122"/>
              </a:rPr>
              <a:t>CPI</a:t>
            </a:r>
            <a:r>
              <a:rPr lang="zh-CN" altLang="en-US" sz="1400" kern="0" dirty="0">
                <a:latin typeface="Garamond" panose="02020404030301010803" pitchFamily="18" charset="0"/>
                <a:ea typeface="KaiTi" panose="02010609060101010101" pitchFamily="49" charset="-122"/>
              </a:rPr>
              <a:t>来比较不同年份相同数量的货币</a:t>
            </a:r>
            <a:r>
              <a:rPr lang="en-US" altLang="zh-CN" sz="1400" kern="0" dirty="0">
                <a:latin typeface="Garamond" panose="02020404030301010803" pitchFamily="18" charset="0"/>
                <a:ea typeface="KaiTi" panose="02010609060101010101" pitchFamily="49" charset="-122"/>
              </a:rPr>
              <a:t>?</a:t>
            </a:r>
            <a:r>
              <a:rPr lang="zh-CN" altLang="en-US" sz="1400" kern="0" dirty="0">
                <a:latin typeface="Garamond" panose="02020404030301010803" pitchFamily="18" charset="0"/>
                <a:ea typeface="KaiTi" panose="02010609060101010101" pitchFamily="49" charset="-122"/>
              </a:rPr>
              <a:t> </a:t>
            </a:r>
            <a:endParaRPr lang="en-US" altLang="zh-CN" sz="1400" kern="0" dirty="0">
              <a:latin typeface="Garamond" panose="02020404030301010803" pitchFamily="18" charset="0"/>
              <a:ea typeface="KaiTi" panose="02010609060101010101" pitchFamily="49" charset="-122"/>
            </a:endParaRPr>
          </a:p>
          <a:p>
            <a:pPr marL="285750" indent="-285750">
              <a:lnSpc>
                <a:spcPct val="140000"/>
              </a:lnSpc>
              <a:buClr>
                <a:schemeClr val="tx1"/>
              </a:buClr>
              <a:buFont typeface="Wingdings" pitchFamily="2" charset="2"/>
              <a:buChar char="p"/>
            </a:pPr>
            <a:r>
              <a:rPr lang="zh-CN" altLang="en-US" sz="1400" kern="0" dirty="0">
                <a:latin typeface="Garamond" panose="02020404030301010803" pitchFamily="18" charset="0"/>
                <a:ea typeface="KaiTi" panose="02010609060101010101" pitchFamily="49" charset="-122"/>
              </a:rPr>
              <a:t>我们怎样用通货膨胀来校正利率？</a:t>
            </a:r>
          </a:p>
        </p:txBody>
      </p:sp>
      <p:sp>
        <p:nvSpPr>
          <p:cNvPr id="5" name="内容占位符 2">
            <a:extLst>
              <a:ext uri="{FF2B5EF4-FFF2-40B4-BE49-F238E27FC236}">
                <a16:creationId xmlns:a16="http://schemas.microsoft.com/office/drawing/2014/main" id="{52AE4F3F-8DA5-30E2-BF15-00A15F9F6A89}"/>
              </a:ext>
            </a:extLst>
          </p:cNvPr>
          <p:cNvSpPr txBox="1">
            <a:spLocks/>
          </p:cNvSpPr>
          <p:nvPr/>
        </p:nvSpPr>
        <p:spPr>
          <a:xfrm>
            <a:off x="-1" y="144712"/>
            <a:ext cx="4603865" cy="471996"/>
          </a:xfrm>
          <a:prstGeom prst="rect">
            <a:avLst/>
          </a:prstGeom>
          <a:noFill/>
        </p:spPr>
        <p:txBody>
          <a:bodyPr wrap="square" lIns="0" tIns="0" rIns="0" bIns="0">
            <a:normAutofit/>
          </a:bodyPr>
          <a:lstStyle>
            <a:lvl1pPr marL="0" eaLnBrk="1" hangingPunct="1">
              <a:defRPr sz="1000" b="0" i="0">
                <a:solidFill>
                  <a:schemeClr val="tx1"/>
                </a:solidFill>
                <a:latin typeface="Times New Roman"/>
                <a:ea typeface="+mn-ea"/>
                <a:cs typeface="Times New Roman"/>
              </a:defRPr>
            </a:lvl1pPr>
            <a:lvl2pPr marL="457200" eaLnBrk="1" hangingPunct="1">
              <a:defRPr>
                <a:latin typeface="+mn-lt"/>
                <a:ea typeface="+mn-ea"/>
                <a:cs typeface="+mn-cs"/>
              </a:defRPr>
            </a:lvl2pPr>
            <a:lvl3pPr marL="914400" eaLnBrk="1" hangingPunct="1">
              <a:defRPr>
                <a:latin typeface="+mn-lt"/>
                <a:ea typeface="+mn-ea"/>
                <a:cs typeface="+mn-cs"/>
              </a:defRPr>
            </a:lvl3pPr>
            <a:lvl4pPr marL="1371600" eaLnBrk="1" hangingPunct="1">
              <a:defRPr>
                <a:latin typeface="+mn-lt"/>
                <a:ea typeface="+mn-ea"/>
                <a:cs typeface="+mn-cs"/>
              </a:defRPr>
            </a:lvl4pPr>
            <a:lvl5pPr marL="1828800" eaLnBrk="1" hangingPunct="1">
              <a:defRPr>
                <a:latin typeface="+mn-lt"/>
                <a:ea typeface="+mn-ea"/>
                <a:cs typeface="+mn-cs"/>
              </a:defRPr>
            </a:lvl5pPr>
            <a:lvl6pPr marL="2286000" eaLnBrk="1" hangingPunct="1">
              <a:defRPr>
                <a:latin typeface="+mn-lt"/>
                <a:ea typeface="+mn-ea"/>
                <a:cs typeface="+mn-cs"/>
              </a:defRPr>
            </a:lvl6pPr>
            <a:lvl7pPr marL="2743200" eaLnBrk="1" hangingPunct="1">
              <a:defRPr>
                <a:latin typeface="+mn-lt"/>
                <a:ea typeface="+mn-ea"/>
                <a:cs typeface="+mn-cs"/>
              </a:defRPr>
            </a:lvl7pPr>
            <a:lvl8pPr marL="3200400" eaLnBrk="1" hangingPunct="1">
              <a:defRPr>
                <a:latin typeface="+mn-lt"/>
                <a:ea typeface="+mn-ea"/>
                <a:cs typeface="+mn-cs"/>
              </a:defRPr>
            </a:lvl8pPr>
            <a:lvl9pPr marL="3657600" eaLnBrk="1" hangingPunct="1">
              <a:defRPr>
                <a:latin typeface="+mn-lt"/>
                <a:ea typeface="+mn-ea"/>
                <a:cs typeface="+mn-cs"/>
              </a:defRPr>
            </a:lvl9pPr>
          </a:lstStyle>
          <a:p>
            <a:pPr algn="ctr">
              <a:lnSpc>
                <a:spcPct val="140000"/>
              </a:lnSpc>
            </a:pPr>
            <a:r>
              <a:rPr lang="zh-CN" altLang="en-US" sz="1800" kern="0">
                <a:solidFill>
                  <a:srgbClr val="C00000"/>
                </a:solidFill>
                <a:latin typeface="Microsoft YaHei" panose="020B0503020204020204" pitchFamily="34" charset="-122"/>
                <a:ea typeface="Microsoft YaHei" panose="020B0503020204020204" pitchFamily="34" charset="-122"/>
              </a:rPr>
              <a:t>本节要</a:t>
            </a:r>
            <a:r>
              <a:rPr lang="zh-CN" altLang="en-US" sz="1800" kern="0" dirty="0">
                <a:solidFill>
                  <a:srgbClr val="C00000"/>
                </a:solidFill>
                <a:latin typeface="Microsoft YaHei" panose="020B0503020204020204" pitchFamily="34" charset="-122"/>
                <a:ea typeface="Microsoft YaHei" panose="020B0503020204020204" pitchFamily="34" charset="-122"/>
              </a:rPr>
              <a:t>解决以下问题</a:t>
            </a:r>
            <a:endParaRPr lang="en-US" altLang="zh-CN" sz="1800" kern="0" dirty="0">
              <a:solidFill>
                <a:srgbClr val="C00000"/>
              </a:solidFill>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964038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页脚占位符 1">
            <a:extLst>
              <a:ext uri="{FF2B5EF4-FFF2-40B4-BE49-F238E27FC236}">
                <a16:creationId xmlns:a16="http://schemas.microsoft.com/office/drawing/2014/main" id="{187F4220-31F7-E2A2-A992-2B0EFE3A368B}"/>
              </a:ext>
            </a:extLst>
          </p:cNvPr>
          <p:cNvSpPr txBox="1">
            <a:spLocks noGrp="1" noChangeArrowheads="1"/>
          </p:cNvSpPr>
          <p:nvPr/>
        </p:nvSpPr>
        <p:spPr bwMode="auto">
          <a:xfrm>
            <a:off x="144066" y="3224656"/>
            <a:ext cx="3698485" cy="1848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1040" eaLnBrk="1" fontAlgn="base" hangingPunct="1">
              <a:spcBef>
                <a:spcPct val="0"/>
              </a:spcBef>
              <a:spcAft>
                <a:spcPct val="0"/>
              </a:spcAft>
            </a:pPr>
            <a:r>
              <a:rPr lang="zh-CN" altLang="en-US" sz="908" i="1" dirty="0">
                <a:solidFill>
                  <a:srgbClr val="777777"/>
                </a:solidFill>
                <a:ea typeface="宋体" panose="02010600030101010101" pitchFamily="2" charset="-122"/>
              </a:rPr>
              <a:t>价格水平及其衡量</a:t>
            </a:r>
            <a:endParaRPr lang="en-US" altLang="zh-CN" sz="908" i="1" dirty="0">
              <a:solidFill>
                <a:srgbClr val="777777"/>
              </a:solidFill>
              <a:ea typeface="宋体" panose="02010600030101010101" pitchFamily="2" charset="-122"/>
            </a:endParaRPr>
          </a:p>
        </p:txBody>
      </p:sp>
      <p:sp>
        <p:nvSpPr>
          <p:cNvPr id="10243" name="灯片编号占位符 2">
            <a:extLst>
              <a:ext uri="{FF2B5EF4-FFF2-40B4-BE49-F238E27FC236}">
                <a16:creationId xmlns:a16="http://schemas.microsoft.com/office/drawing/2014/main" id="{A68B17D4-A96F-7438-70DE-0BA445AD9B74}"/>
              </a:ext>
            </a:extLst>
          </p:cNvPr>
          <p:cNvSpPr txBox="1">
            <a:spLocks noGrp="1" noChangeArrowheads="1"/>
          </p:cNvSpPr>
          <p:nvPr/>
        </p:nvSpPr>
        <p:spPr bwMode="auto">
          <a:xfrm>
            <a:off x="4185907" y="3215851"/>
            <a:ext cx="344957" cy="1856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defTabSz="461040" eaLnBrk="1" fontAlgn="base" hangingPunct="1">
              <a:spcBef>
                <a:spcPct val="0"/>
              </a:spcBef>
              <a:spcAft>
                <a:spcPct val="0"/>
              </a:spcAft>
            </a:pPr>
            <a:fld id="{D3F099A9-D7EC-A941-AE6C-D70055F2B216}" type="slidenum">
              <a:rPr lang="zh-CN" altLang="zh-CN" sz="857">
                <a:solidFill>
                  <a:srgbClr val="777777"/>
                </a:solidFill>
                <a:ea typeface="宋体" panose="02010600030101010101" pitchFamily="2" charset="-122"/>
              </a:rPr>
              <a:pPr algn="r" defTabSz="461040" eaLnBrk="1" fontAlgn="base" hangingPunct="1">
                <a:spcBef>
                  <a:spcPct val="0"/>
                </a:spcBef>
                <a:spcAft>
                  <a:spcPct val="0"/>
                </a:spcAft>
              </a:pPr>
              <a:t>3</a:t>
            </a:fld>
            <a:endParaRPr lang="zh-CN" altLang="zh-CN" sz="857">
              <a:solidFill>
                <a:srgbClr val="777777"/>
              </a:solidFill>
              <a:ea typeface="宋体" panose="02010600030101010101" pitchFamily="2" charset="-122"/>
            </a:endParaRPr>
          </a:p>
        </p:txBody>
      </p:sp>
      <p:sp>
        <p:nvSpPr>
          <p:cNvPr id="10244" name="Rectangle 2">
            <a:extLst>
              <a:ext uri="{FF2B5EF4-FFF2-40B4-BE49-F238E27FC236}">
                <a16:creationId xmlns:a16="http://schemas.microsoft.com/office/drawing/2014/main" id="{0C091DF2-15E3-6FD3-4BBF-F3FA1A525080}"/>
              </a:ext>
            </a:extLst>
          </p:cNvPr>
          <p:cNvSpPr>
            <a:spLocks noGrp="1" noChangeArrowheads="1"/>
          </p:cNvSpPr>
          <p:nvPr>
            <p:ph type="title" idx="4294967295"/>
          </p:nvPr>
        </p:nvSpPr>
        <p:spPr/>
        <p:txBody>
          <a:bodyPr/>
          <a:lstStyle/>
          <a:p>
            <a:pPr eaLnBrk="1" hangingPunct="1"/>
            <a:r>
              <a:rPr lang="zh-CN" altLang="en-US" sz="1815">
                <a:ea typeface="宋体" panose="02010600030101010101" pitchFamily="2" charset="-122"/>
              </a:rPr>
              <a:t>消费物价指数 </a:t>
            </a:r>
            <a:r>
              <a:rPr lang="en-US" altLang="zh-CN" sz="1815">
                <a:ea typeface="宋体" panose="02010600030101010101" pitchFamily="2" charset="-122"/>
              </a:rPr>
              <a:t>(CPI)</a:t>
            </a:r>
          </a:p>
        </p:txBody>
      </p:sp>
      <p:sp>
        <p:nvSpPr>
          <p:cNvPr id="10245" name="Rectangle 3">
            <a:extLst>
              <a:ext uri="{FF2B5EF4-FFF2-40B4-BE49-F238E27FC236}">
                <a16:creationId xmlns:a16="http://schemas.microsoft.com/office/drawing/2014/main" id="{D7483B0C-7C1E-AD86-DC76-3E741EF9A429}"/>
              </a:ext>
            </a:extLst>
          </p:cNvPr>
          <p:cNvSpPr>
            <a:spLocks noGrp="1" noChangeArrowheads="1"/>
          </p:cNvSpPr>
          <p:nvPr>
            <p:ph type="body" idx="4294967295"/>
          </p:nvPr>
        </p:nvSpPr>
        <p:spPr/>
        <p:txBody>
          <a:bodyPr/>
          <a:lstStyle/>
          <a:p>
            <a:pPr eaLnBrk="1" hangingPunct="1"/>
            <a:r>
              <a:rPr lang="zh-CN" altLang="zh-CN">
                <a:ea typeface="宋体" panose="02010600030101010101" pitchFamily="2" charset="-122"/>
              </a:rPr>
              <a:t>衡量普通消费者的生活成本</a:t>
            </a:r>
          </a:p>
          <a:p>
            <a:pPr eaLnBrk="1" hangingPunct="1"/>
            <a:endParaRPr lang="zh-CN" altLang="zh-CN">
              <a:ea typeface="宋体" panose="02010600030101010101" pitchFamily="2" charset="-122"/>
            </a:endParaRPr>
          </a:p>
          <a:p>
            <a:pPr eaLnBrk="1" hangingPunct="1"/>
            <a:r>
              <a:rPr lang="zh-CN" altLang="zh-CN">
                <a:ea typeface="宋体" panose="02010600030101010101" pitchFamily="2" charset="-122"/>
              </a:rPr>
              <a:t>在许多合同与社会保障中作为生活费用调整的依据</a:t>
            </a:r>
          </a:p>
        </p:txBody>
      </p:sp>
      <p:sp>
        <p:nvSpPr>
          <p:cNvPr id="10246" name="FlagCount" hidden="1">
            <a:hlinkClick r:id="rId2" action="ppaction://hlinkfile"/>
            <a:extLst>
              <a:ext uri="{FF2B5EF4-FFF2-40B4-BE49-F238E27FC236}">
                <a16:creationId xmlns:a16="http://schemas.microsoft.com/office/drawing/2014/main" id="{925F0D43-F245-53CD-30D0-35BD5460AE93}"/>
              </a:ext>
            </a:extLst>
          </p:cNvPr>
          <p:cNvSpPr>
            <a:spLocks noChangeArrowheads="1"/>
          </p:cNvSpPr>
          <p:nvPr/>
        </p:nvSpPr>
        <p:spPr bwMode="auto">
          <a:xfrm>
            <a:off x="4161896" y="129646"/>
            <a:ext cx="192088" cy="160073"/>
          </a:xfrm>
          <a:prstGeom prst="wedgeRoundRectCallout">
            <a:avLst>
              <a:gd name="adj1" fmla="val -43750"/>
              <a:gd name="adj2" fmla="val 70000"/>
              <a:gd name="adj3" fmla="val 16667"/>
            </a:avLst>
          </a:prstGeom>
          <a:solidFill>
            <a:schemeClr val="accent1">
              <a:alpha val="25000"/>
            </a:schemeClr>
          </a:solidFill>
          <a:ln w="19050">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defTabSz="461040" eaLnBrk="1" fontAlgn="base" hangingPunct="1">
              <a:spcBef>
                <a:spcPct val="0"/>
              </a:spcBef>
              <a:spcAft>
                <a:spcPct val="0"/>
              </a:spcAft>
            </a:pPr>
            <a:r>
              <a:rPr lang="en-US" altLang="zh-CN" sz="706" b="1">
                <a:solidFill>
                  <a:srgbClr val="000000"/>
                </a:solidFill>
                <a:latin typeface="Tahoma" panose="020B0604030504040204" pitchFamily="34" charset="0"/>
                <a:ea typeface="宋体" panose="02010600030101010101" pitchFamily="2" charset="-122"/>
              </a:rPr>
              <a:t>0</a:t>
            </a:r>
          </a:p>
        </p:txBody>
      </p:sp>
    </p:spTree>
  </p:cSld>
  <p:clrMapOvr>
    <a:masterClrMapping/>
  </p:clrMapOvr>
  <p:transition>
    <p:wipe dir="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7" name="灯片编号占位符 2">
            <a:extLst>
              <a:ext uri="{FF2B5EF4-FFF2-40B4-BE49-F238E27FC236}">
                <a16:creationId xmlns:a16="http://schemas.microsoft.com/office/drawing/2014/main" id="{FA118F34-EF01-52D8-2C59-EE1D3BC78FA5}"/>
              </a:ext>
            </a:extLst>
          </p:cNvPr>
          <p:cNvSpPr txBox="1">
            <a:spLocks noGrp="1" noChangeArrowheads="1"/>
          </p:cNvSpPr>
          <p:nvPr/>
        </p:nvSpPr>
        <p:spPr bwMode="auto">
          <a:xfrm>
            <a:off x="4185907" y="3215851"/>
            <a:ext cx="344957" cy="1856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defTabSz="461040" eaLnBrk="1" fontAlgn="base" hangingPunct="1">
              <a:spcBef>
                <a:spcPct val="0"/>
              </a:spcBef>
              <a:spcAft>
                <a:spcPct val="0"/>
              </a:spcAft>
            </a:pPr>
            <a:fld id="{40B57475-AFD4-3C48-860A-4FC9F25FD75E}" type="slidenum">
              <a:rPr lang="zh-CN" altLang="zh-CN" sz="857">
                <a:solidFill>
                  <a:srgbClr val="777777"/>
                </a:solidFill>
                <a:ea typeface="宋体" panose="02010600030101010101" pitchFamily="2" charset="-122"/>
              </a:rPr>
              <a:pPr algn="r" defTabSz="461040" eaLnBrk="1" fontAlgn="base" hangingPunct="1">
                <a:spcBef>
                  <a:spcPct val="0"/>
                </a:spcBef>
                <a:spcAft>
                  <a:spcPct val="0"/>
                </a:spcAft>
              </a:pPr>
              <a:t>4</a:t>
            </a:fld>
            <a:endParaRPr lang="zh-CN" altLang="zh-CN" sz="857">
              <a:solidFill>
                <a:srgbClr val="777777"/>
              </a:solidFill>
              <a:ea typeface="宋体" panose="02010600030101010101" pitchFamily="2" charset="-122"/>
            </a:endParaRPr>
          </a:p>
        </p:txBody>
      </p:sp>
      <p:sp>
        <p:nvSpPr>
          <p:cNvPr id="11268" name="Rectangle 2">
            <a:extLst>
              <a:ext uri="{FF2B5EF4-FFF2-40B4-BE49-F238E27FC236}">
                <a16:creationId xmlns:a16="http://schemas.microsoft.com/office/drawing/2014/main" id="{437A4CBF-26AD-05D3-33F4-5C606E2BB6E5}"/>
              </a:ext>
            </a:extLst>
          </p:cNvPr>
          <p:cNvSpPr>
            <a:spLocks noGrp="1" noChangeArrowheads="1"/>
          </p:cNvSpPr>
          <p:nvPr>
            <p:ph type="title" idx="4294967295"/>
          </p:nvPr>
        </p:nvSpPr>
        <p:spPr/>
        <p:txBody>
          <a:bodyPr/>
          <a:lstStyle/>
          <a:p>
            <a:pPr eaLnBrk="1" hangingPunct="1"/>
            <a:r>
              <a:rPr lang="zh-CN" altLang="zh-CN" sz="1815" dirty="0">
                <a:ea typeface="宋体" panose="02010600030101010101" pitchFamily="2" charset="-122"/>
              </a:rPr>
              <a:t>如何计算消费物价指数</a:t>
            </a:r>
          </a:p>
        </p:txBody>
      </p:sp>
      <p:sp>
        <p:nvSpPr>
          <p:cNvPr id="11269" name="Rectangle 3">
            <a:extLst>
              <a:ext uri="{FF2B5EF4-FFF2-40B4-BE49-F238E27FC236}">
                <a16:creationId xmlns:a16="http://schemas.microsoft.com/office/drawing/2014/main" id="{682390F6-8267-98BE-91F5-48320642B532}"/>
              </a:ext>
            </a:extLst>
          </p:cNvPr>
          <p:cNvSpPr>
            <a:spLocks noGrp="1" noChangeArrowheads="1"/>
          </p:cNvSpPr>
          <p:nvPr>
            <p:ph type="body" idx="4294967295"/>
          </p:nvPr>
        </p:nvSpPr>
        <p:spPr/>
        <p:txBody>
          <a:bodyPr/>
          <a:lstStyle/>
          <a:p>
            <a:pPr marL="268940" indent="-268940" eaLnBrk="1" hangingPunct="1">
              <a:buSzTx/>
              <a:buFont typeface="Wingdings" pitchFamily="2" charset="2"/>
              <a:buAutoNum type="arabicPeriod"/>
            </a:pPr>
            <a:r>
              <a:rPr lang="zh-CN" altLang="zh-CN" b="1" dirty="0">
                <a:ea typeface="宋体" panose="02010600030101010101" pitchFamily="2" charset="-122"/>
              </a:rPr>
              <a:t>固定 “篮子”</a:t>
            </a:r>
            <a:br>
              <a:rPr lang="zh-CN" altLang="zh-CN" b="1" dirty="0">
                <a:ea typeface="宋体" panose="02010600030101010101" pitchFamily="2" charset="-122"/>
              </a:rPr>
            </a:br>
            <a:r>
              <a:rPr lang="zh-CN" altLang="zh-CN" dirty="0">
                <a:ea typeface="宋体" panose="02010600030101010101" pitchFamily="2" charset="-122"/>
              </a:rPr>
              <a:t>统计</a:t>
            </a:r>
            <a:r>
              <a:rPr lang="zh-CN" altLang="en-US" dirty="0">
                <a:ea typeface="宋体" panose="02010600030101010101" pitchFamily="2" charset="-122"/>
              </a:rPr>
              <a:t>部门</a:t>
            </a:r>
            <a:r>
              <a:rPr lang="zh-CN" altLang="zh-CN" dirty="0">
                <a:ea typeface="宋体" panose="02010600030101010101" pitchFamily="2" charset="-122"/>
              </a:rPr>
              <a:t>通过调查消费者找出普通消费者 “购物篮”中的物品</a:t>
            </a:r>
          </a:p>
          <a:p>
            <a:pPr marL="268940" indent="-268940" eaLnBrk="1" hangingPunct="1">
              <a:buSzTx/>
              <a:buFont typeface="Wingdings" pitchFamily="2" charset="2"/>
              <a:buAutoNum type="arabicPeriod"/>
            </a:pPr>
            <a:r>
              <a:rPr lang="zh-CN" altLang="zh-CN" b="1" dirty="0">
                <a:ea typeface="宋体" panose="02010600030101010101" pitchFamily="2" charset="-122"/>
              </a:rPr>
              <a:t>找出价格</a:t>
            </a:r>
            <a:br>
              <a:rPr lang="zh-CN" altLang="zh-CN" dirty="0">
                <a:ea typeface="宋体" panose="02010600030101010101" pitchFamily="2" charset="-122"/>
              </a:rPr>
            </a:br>
            <a:r>
              <a:rPr lang="zh-CN" altLang="en-US" dirty="0">
                <a:ea typeface="宋体" panose="02010600030101010101" pitchFamily="2" charset="-122"/>
              </a:rPr>
              <a:t>统计部门</a:t>
            </a:r>
            <a:r>
              <a:rPr lang="zh-CN" altLang="zh-CN" dirty="0">
                <a:ea typeface="宋体" panose="02010600030101010101" pitchFamily="2" charset="-122"/>
              </a:rPr>
              <a:t>收集购物篮中所有物品价格的数据</a:t>
            </a:r>
          </a:p>
          <a:p>
            <a:pPr marL="268940" indent="-268940" eaLnBrk="1" hangingPunct="1">
              <a:buSzTx/>
              <a:buFont typeface="Wingdings" pitchFamily="2" charset="2"/>
              <a:buAutoNum type="arabicPeriod"/>
            </a:pPr>
            <a:r>
              <a:rPr lang="zh-CN" altLang="zh-CN" b="1" dirty="0">
                <a:ea typeface="宋体" panose="02010600030101010101" pitchFamily="2" charset="-122"/>
              </a:rPr>
              <a:t>计算这一篮子东西的费用</a:t>
            </a:r>
          </a:p>
          <a:p>
            <a:pPr marL="268940" indent="-268940" eaLnBrk="1" hangingPunct="1">
              <a:buSzTx/>
              <a:buNone/>
            </a:pPr>
            <a:r>
              <a:rPr lang="zh-CN" altLang="zh-CN" dirty="0">
                <a:ea typeface="宋体" panose="02010600030101010101" pitchFamily="2" charset="-122"/>
              </a:rPr>
              <a:t>     用价格数据计算出这一篮子物品的费用</a:t>
            </a:r>
          </a:p>
        </p:txBody>
      </p:sp>
      <p:sp>
        <p:nvSpPr>
          <p:cNvPr id="11270" name="FlagCount" hidden="1">
            <a:hlinkClick r:id="rId2" action="ppaction://hlinkfile"/>
            <a:extLst>
              <a:ext uri="{FF2B5EF4-FFF2-40B4-BE49-F238E27FC236}">
                <a16:creationId xmlns:a16="http://schemas.microsoft.com/office/drawing/2014/main" id="{BC246DC8-7EFB-3FDB-FC96-C2F0A8490CEC}"/>
              </a:ext>
            </a:extLst>
          </p:cNvPr>
          <p:cNvSpPr>
            <a:spLocks noChangeArrowheads="1"/>
          </p:cNvSpPr>
          <p:nvPr/>
        </p:nvSpPr>
        <p:spPr bwMode="auto">
          <a:xfrm>
            <a:off x="4161896" y="129646"/>
            <a:ext cx="192088" cy="160073"/>
          </a:xfrm>
          <a:prstGeom prst="wedgeRoundRectCallout">
            <a:avLst>
              <a:gd name="adj1" fmla="val -43750"/>
              <a:gd name="adj2" fmla="val 70000"/>
              <a:gd name="adj3" fmla="val 16667"/>
            </a:avLst>
          </a:prstGeom>
          <a:solidFill>
            <a:schemeClr val="accent1">
              <a:alpha val="25000"/>
            </a:schemeClr>
          </a:solidFill>
          <a:ln w="19050">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defTabSz="461040" eaLnBrk="1" fontAlgn="base" hangingPunct="1">
              <a:spcBef>
                <a:spcPct val="0"/>
              </a:spcBef>
              <a:spcAft>
                <a:spcPct val="0"/>
              </a:spcAft>
            </a:pPr>
            <a:r>
              <a:rPr lang="en-US" altLang="zh-CN" sz="706" b="1">
                <a:solidFill>
                  <a:srgbClr val="000000"/>
                </a:solidFill>
                <a:latin typeface="Tahoma" panose="020B0604030504040204" pitchFamily="34" charset="0"/>
                <a:ea typeface="宋体" panose="02010600030101010101" pitchFamily="2" charset="-122"/>
              </a:rPr>
              <a:t>0</a:t>
            </a:r>
          </a:p>
        </p:txBody>
      </p:sp>
      <p:sp>
        <p:nvSpPr>
          <p:cNvPr id="2" name="页脚占位符 1">
            <a:extLst>
              <a:ext uri="{FF2B5EF4-FFF2-40B4-BE49-F238E27FC236}">
                <a16:creationId xmlns:a16="http://schemas.microsoft.com/office/drawing/2014/main" id="{BF3A450A-E0EB-10C1-50DF-5B851CF0361D}"/>
              </a:ext>
            </a:extLst>
          </p:cNvPr>
          <p:cNvSpPr txBox="1">
            <a:spLocks noGrp="1" noChangeArrowheads="1"/>
          </p:cNvSpPr>
          <p:nvPr/>
        </p:nvSpPr>
        <p:spPr bwMode="auto">
          <a:xfrm>
            <a:off x="144066" y="3224656"/>
            <a:ext cx="3698485" cy="1848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1040" eaLnBrk="1" fontAlgn="base" hangingPunct="1">
              <a:spcBef>
                <a:spcPct val="0"/>
              </a:spcBef>
              <a:spcAft>
                <a:spcPct val="0"/>
              </a:spcAft>
            </a:pPr>
            <a:r>
              <a:rPr lang="zh-CN" altLang="en-US" sz="908" i="1" dirty="0">
                <a:solidFill>
                  <a:srgbClr val="777777"/>
                </a:solidFill>
                <a:ea typeface="宋体" panose="02010600030101010101" pitchFamily="2" charset="-122"/>
              </a:rPr>
              <a:t>价格水平及其衡量</a:t>
            </a:r>
            <a:endParaRPr lang="en-US" altLang="zh-CN" sz="908" i="1" dirty="0">
              <a:solidFill>
                <a:srgbClr val="777777"/>
              </a:solidFill>
              <a:ea typeface="宋体" panose="02010600030101010101" pitchFamily="2" charset="-122"/>
            </a:endParaRPr>
          </a:p>
        </p:txBody>
      </p:sp>
    </p:spTree>
  </p:cSld>
  <p:clrMapOvr>
    <a:masterClrMapping/>
  </p:clrMapOvr>
  <p:transition>
    <p:wipe dir="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1" name="灯片编号占位符 2">
            <a:extLst>
              <a:ext uri="{FF2B5EF4-FFF2-40B4-BE49-F238E27FC236}">
                <a16:creationId xmlns:a16="http://schemas.microsoft.com/office/drawing/2014/main" id="{DED21DD6-42F6-A839-F230-3A9E3367F219}"/>
              </a:ext>
            </a:extLst>
          </p:cNvPr>
          <p:cNvSpPr txBox="1">
            <a:spLocks noGrp="1" noChangeArrowheads="1"/>
          </p:cNvSpPr>
          <p:nvPr/>
        </p:nvSpPr>
        <p:spPr bwMode="auto">
          <a:xfrm>
            <a:off x="4185907" y="3215851"/>
            <a:ext cx="344957" cy="1856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defTabSz="461040" eaLnBrk="1" fontAlgn="base" hangingPunct="1">
              <a:spcBef>
                <a:spcPct val="0"/>
              </a:spcBef>
              <a:spcAft>
                <a:spcPct val="0"/>
              </a:spcAft>
            </a:pPr>
            <a:fld id="{79A91C18-65C6-B947-9894-3F9B5D3F42AB}" type="slidenum">
              <a:rPr lang="zh-CN" altLang="zh-CN" sz="857">
                <a:solidFill>
                  <a:srgbClr val="777777"/>
                </a:solidFill>
                <a:ea typeface="宋体" panose="02010600030101010101" pitchFamily="2" charset="-122"/>
              </a:rPr>
              <a:pPr algn="r" defTabSz="461040" eaLnBrk="1" fontAlgn="base" hangingPunct="1">
                <a:spcBef>
                  <a:spcPct val="0"/>
                </a:spcBef>
                <a:spcAft>
                  <a:spcPct val="0"/>
                </a:spcAft>
              </a:pPr>
              <a:t>5</a:t>
            </a:fld>
            <a:endParaRPr lang="zh-CN" altLang="zh-CN" sz="857">
              <a:solidFill>
                <a:srgbClr val="777777"/>
              </a:solidFill>
              <a:ea typeface="宋体" panose="02010600030101010101" pitchFamily="2" charset="-122"/>
            </a:endParaRPr>
          </a:p>
        </p:txBody>
      </p:sp>
      <p:sp>
        <p:nvSpPr>
          <p:cNvPr id="12292" name="Rectangle 2">
            <a:extLst>
              <a:ext uri="{FF2B5EF4-FFF2-40B4-BE49-F238E27FC236}">
                <a16:creationId xmlns:a16="http://schemas.microsoft.com/office/drawing/2014/main" id="{60968BD4-9B37-9E97-C1E0-C55EEE3A3F7F}"/>
              </a:ext>
            </a:extLst>
          </p:cNvPr>
          <p:cNvSpPr>
            <a:spLocks noGrp="1" noChangeArrowheads="1"/>
          </p:cNvSpPr>
          <p:nvPr>
            <p:ph type="title" idx="4294967295"/>
          </p:nvPr>
        </p:nvSpPr>
        <p:spPr/>
        <p:txBody>
          <a:bodyPr/>
          <a:lstStyle/>
          <a:p>
            <a:pPr eaLnBrk="1" hangingPunct="1"/>
            <a:r>
              <a:rPr lang="zh-CN" altLang="zh-CN" sz="1815">
                <a:ea typeface="宋体" panose="02010600030101010101" pitchFamily="2" charset="-122"/>
              </a:rPr>
              <a:t>如何计算消费物价指数</a:t>
            </a:r>
          </a:p>
        </p:txBody>
      </p:sp>
      <p:sp>
        <p:nvSpPr>
          <p:cNvPr id="12293" name="Rectangle 3">
            <a:extLst>
              <a:ext uri="{FF2B5EF4-FFF2-40B4-BE49-F238E27FC236}">
                <a16:creationId xmlns:a16="http://schemas.microsoft.com/office/drawing/2014/main" id="{3F828BB6-12E7-FAC1-FE9E-9CF948C46C04}"/>
              </a:ext>
            </a:extLst>
          </p:cNvPr>
          <p:cNvSpPr>
            <a:spLocks noGrp="1" noChangeArrowheads="1"/>
          </p:cNvSpPr>
          <p:nvPr>
            <p:ph type="body" idx="4294967295"/>
          </p:nvPr>
        </p:nvSpPr>
        <p:spPr>
          <a:xfrm>
            <a:off x="188086" y="509819"/>
            <a:ext cx="4191509" cy="560255"/>
          </a:xfrm>
        </p:spPr>
        <p:txBody>
          <a:bodyPr/>
          <a:lstStyle/>
          <a:p>
            <a:pPr marL="268940" indent="-268940" eaLnBrk="1" hangingPunct="1">
              <a:buSzTx/>
              <a:buFont typeface="Wingdings" pitchFamily="2" charset="2"/>
              <a:buAutoNum type="arabicPeriod" startAt="4"/>
            </a:pPr>
            <a:r>
              <a:rPr lang="zh-CN" altLang="zh-CN" b="1">
                <a:ea typeface="宋体" panose="02010600030101010101" pitchFamily="2" charset="-122"/>
              </a:rPr>
              <a:t>选择基年并计算指数</a:t>
            </a:r>
            <a:br>
              <a:rPr lang="zh-CN" altLang="zh-CN" b="1">
                <a:ea typeface="宋体" panose="02010600030101010101" pitchFamily="2" charset="-122"/>
              </a:rPr>
            </a:br>
            <a:r>
              <a:rPr lang="zh-CN" altLang="zh-CN">
                <a:ea typeface="宋体" panose="02010600030101010101" pitchFamily="2" charset="-122"/>
              </a:rPr>
              <a:t>任一年的CPI等于</a:t>
            </a:r>
          </a:p>
        </p:txBody>
      </p:sp>
      <p:sp>
        <p:nvSpPr>
          <p:cNvPr id="12294" name="Rectangle 4">
            <a:extLst>
              <a:ext uri="{FF2B5EF4-FFF2-40B4-BE49-F238E27FC236}">
                <a16:creationId xmlns:a16="http://schemas.microsoft.com/office/drawing/2014/main" id="{310FEDF1-101C-78ED-295A-1C01095DBA80}"/>
              </a:ext>
            </a:extLst>
          </p:cNvPr>
          <p:cNvSpPr>
            <a:spLocks noChangeArrowheads="1"/>
          </p:cNvSpPr>
          <p:nvPr/>
        </p:nvSpPr>
        <p:spPr bwMode="auto">
          <a:xfrm>
            <a:off x="230505" y="1776796"/>
            <a:ext cx="4149090" cy="8035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533400" indent="-533400"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268940" indent="-268940" defTabSz="461040" eaLnBrk="1" fontAlgn="base" hangingPunct="1">
              <a:lnSpc>
                <a:spcPct val="105000"/>
              </a:lnSpc>
              <a:spcBef>
                <a:spcPct val="45000"/>
              </a:spcBef>
              <a:spcAft>
                <a:spcPct val="0"/>
              </a:spcAft>
              <a:buClr>
                <a:srgbClr val="339966"/>
              </a:buClr>
              <a:buFont typeface="Wingdings" pitchFamily="2" charset="2"/>
              <a:buAutoNum type="arabicPeriod" startAt="5"/>
            </a:pPr>
            <a:r>
              <a:rPr lang="zh-CN" altLang="zh-CN" sz="1412" b="1">
                <a:solidFill>
                  <a:srgbClr val="000000"/>
                </a:solidFill>
                <a:ea typeface="宋体" panose="02010600030101010101" pitchFamily="2" charset="-122"/>
              </a:rPr>
              <a:t>计算通货膨胀率</a:t>
            </a:r>
          </a:p>
          <a:p>
            <a:pPr marL="268940" indent="-268940" defTabSz="461040" eaLnBrk="1" fontAlgn="base" hangingPunct="1">
              <a:lnSpc>
                <a:spcPct val="105000"/>
              </a:lnSpc>
              <a:spcBef>
                <a:spcPct val="45000"/>
              </a:spcBef>
              <a:spcAft>
                <a:spcPct val="0"/>
              </a:spcAft>
              <a:buClr>
                <a:srgbClr val="339966"/>
              </a:buClr>
            </a:pPr>
            <a:r>
              <a:rPr lang="zh-CN" altLang="zh-CN" sz="1412">
                <a:solidFill>
                  <a:srgbClr val="000000"/>
                </a:solidFill>
                <a:ea typeface="宋体" panose="02010600030101010101" pitchFamily="2" charset="-122"/>
              </a:rPr>
              <a:t>    从上一年以来物价指数变动的百分比</a:t>
            </a:r>
          </a:p>
        </p:txBody>
      </p:sp>
      <p:grpSp>
        <p:nvGrpSpPr>
          <p:cNvPr id="12295" name="Group 7">
            <a:extLst>
              <a:ext uri="{FF2B5EF4-FFF2-40B4-BE49-F238E27FC236}">
                <a16:creationId xmlns:a16="http://schemas.microsoft.com/office/drawing/2014/main" id="{755162C9-98CE-60DD-D39B-9D4F5479ADDE}"/>
              </a:ext>
            </a:extLst>
          </p:cNvPr>
          <p:cNvGrpSpPr>
            <a:grpSpLocks/>
          </p:cNvGrpSpPr>
          <p:nvPr/>
        </p:nvGrpSpPr>
        <p:grpSpPr bwMode="auto">
          <a:xfrm>
            <a:off x="869196" y="978833"/>
            <a:ext cx="3568825" cy="955597"/>
            <a:chOff x="0" y="0"/>
            <a:chExt cx="3763" cy="787"/>
          </a:xfrm>
        </p:grpSpPr>
        <p:sp>
          <p:nvSpPr>
            <p:cNvPr id="12296" name="Text Box 11">
              <a:extLst>
                <a:ext uri="{FF2B5EF4-FFF2-40B4-BE49-F238E27FC236}">
                  <a16:creationId xmlns:a16="http://schemas.microsoft.com/office/drawing/2014/main" id="{76DA3009-8F7F-E4FD-D038-60A6A13FD21A}"/>
                </a:ext>
              </a:extLst>
            </p:cNvPr>
            <p:cNvSpPr txBox="1">
              <a:spLocks noChangeArrowheads="1"/>
            </p:cNvSpPr>
            <p:nvPr/>
          </p:nvSpPr>
          <p:spPr bwMode="auto">
            <a:xfrm>
              <a:off x="0" y="0"/>
              <a:ext cx="3763" cy="702"/>
            </a:xfrm>
            <a:prstGeom prst="rect">
              <a:avLst/>
            </a:prstGeom>
            <a:solidFill>
              <a:srgbClr val="FFFFCC"/>
            </a:solidFill>
            <a:ln>
              <a:noFill/>
            </a:ln>
            <a:extLst>
              <a:ext uri="{91240B29-F687-4F45-9708-019B960494DF}">
                <a14:hiddenLine xmlns:a14="http://schemas.microsoft.com/office/drawing/2010/main" w="9525">
                  <a:solidFill>
                    <a:srgbClr val="000000"/>
                  </a:solidFill>
                  <a:miter lim="800000"/>
                  <a:headEnd/>
                  <a:tailEnd/>
                </a14:hiddenLine>
              </a:ext>
            </a:extLst>
          </p:spPr>
          <p:txBody>
            <a:bodyPr lIns="92202"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1040" eaLnBrk="1" fontAlgn="base" hangingPunct="1">
                <a:spcBef>
                  <a:spcPct val="50000"/>
                </a:spcBef>
                <a:spcAft>
                  <a:spcPct val="0"/>
                </a:spcAft>
              </a:pPr>
              <a:r>
                <a:rPr lang="en-US" altLang="zh-CN" sz="1412">
                  <a:solidFill>
                    <a:srgbClr val="000000"/>
                  </a:solidFill>
                  <a:ea typeface="宋体" panose="02010600030101010101" pitchFamily="2" charset="-122"/>
                </a:rPr>
                <a:t>100 </a:t>
              </a:r>
              <a:r>
                <a:rPr lang="en-US" altLang="zh-CN" sz="1261">
                  <a:solidFill>
                    <a:srgbClr val="000000"/>
                  </a:solidFill>
                  <a:ea typeface="宋体" panose="02010600030101010101" pitchFamily="2" charset="-122"/>
                </a:rPr>
                <a:t>x</a:t>
              </a:r>
            </a:p>
          </p:txBody>
        </p:sp>
        <p:grpSp>
          <p:nvGrpSpPr>
            <p:cNvPr id="12297" name="Group 9">
              <a:extLst>
                <a:ext uri="{FF2B5EF4-FFF2-40B4-BE49-F238E27FC236}">
                  <a16:creationId xmlns:a16="http://schemas.microsoft.com/office/drawing/2014/main" id="{56DA41DE-4BB4-0F9C-A643-9C88293D9111}"/>
                </a:ext>
              </a:extLst>
            </p:cNvPr>
            <p:cNvGrpSpPr>
              <a:grpSpLocks/>
            </p:cNvGrpSpPr>
            <p:nvPr/>
          </p:nvGrpSpPr>
          <p:grpSpPr bwMode="auto">
            <a:xfrm>
              <a:off x="658" y="17"/>
              <a:ext cx="3000" cy="770"/>
              <a:chOff x="0" y="0"/>
              <a:chExt cx="3000" cy="770"/>
            </a:xfrm>
          </p:grpSpPr>
          <p:sp>
            <p:nvSpPr>
              <p:cNvPr id="12298" name="Text Box 7">
                <a:extLst>
                  <a:ext uri="{FF2B5EF4-FFF2-40B4-BE49-F238E27FC236}">
                    <a16:creationId xmlns:a16="http://schemas.microsoft.com/office/drawing/2014/main" id="{3CF27304-7FCB-79D2-0B6C-BA56AC71E4C1}"/>
                  </a:ext>
                </a:extLst>
              </p:cNvPr>
              <p:cNvSpPr txBox="1">
                <a:spLocks noChangeArrowheads="1"/>
              </p:cNvSpPr>
              <p:nvPr/>
            </p:nvSpPr>
            <p:spPr bwMode="auto">
              <a:xfrm>
                <a:off x="0" y="0"/>
                <a:ext cx="3000" cy="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defTabSz="461040" eaLnBrk="1" fontAlgn="base" hangingPunct="1">
                  <a:spcBef>
                    <a:spcPct val="50000"/>
                  </a:spcBef>
                  <a:spcAft>
                    <a:spcPct val="0"/>
                  </a:spcAft>
                </a:pPr>
                <a:r>
                  <a:rPr lang="zh-CN" altLang="zh-CN" sz="1412" dirty="0">
                    <a:solidFill>
                      <a:srgbClr val="000000"/>
                    </a:solidFill>
                    <a:ea typeface="宋体" panose="02010600030101010101" pitchFamily="2" charset="-122"/>
                  </a:rPr>
                  <a:t>当年一篮子物品与劳务的费用</a:t>
                </a:r>
              </a:p>
            </p:txBody>
          </p:sp>
          <p:sp>
            <p:nvSpPr>
              <p:cNvPr id="12299" name="Text Box 8">
                <a:extLst>
                  <a:ext uri="{FF2B5EF4-FFF2-40B4-BE49-F238E27FC236}">
                    <a16:creationId xmlns:a16="http://schemas.microsoft.com/office/drawing/2014/main" id="{9DB784D9-C16A-276E-397C-3D5B2AB1E3EF}"/>
                  </a:ext>
                </a:extLst>
              </p:cNvPr>
              <p:cNvSpPr txBox="1">
                <a:spLocks noChangeArrowheads="1"/>
              </p:cNvSpPr>
              <p:nvPr/>
            </p:nvSpPr>
            <p:spPr bwMode="auto">
              <a:xfrm>
                <a:off x="45" y="336"/>
                <a:ext cx="2927" cy="4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defTabSz="461040" eaLnBrk="1" fontAlgn="base" hangingPunct="1">
                  <a:spcBef>
                    <a:spcPct val="50000"/>
                  </a:spcBef>
                  <a:spcAft>
                    <a:spcPct val="0"/>
                  </a:spcAft>
                </a:pPr>
                <a:r>
                  <a:rPr lang="zh-CN" altLang="zh-CN" sz="1412" dirty="0">
                    <a:solidFill>
                      <a:srgbClr val="000000"/>
                    </a:solidFill>
                    <a:ea typeface="宋体" panose="02010600030101010101" pitchFamily="2" charset="-122"/>
                  </a:rPr>
                  <a:t>基年一篮子物品与劳务的费用</a:t>
                </a:r>
              </a:p>
            </p:txBody>
          </p:sp>
          <p:sp>
            <p:nvSpPr>
              <p:cNvPr id="12300" name="Line 9">
                <a:extLst>
                  <a:ext uri="{FF2B5EF4-FFF2-40B4-BE49-F238E27FC236}">
                    <a16:creationId xmlns:a16="http://schemas.microsoft.com/office/drawing/2014/main" id="{FDB95A58-47EA-3094-4F49-8F54A10F0752}"/>
                  </a:ext>
                </a:extLst>
              </p:cNvPr>
              <p:cNvSpPr>
                <a:spLocks noChangeShapeType="1"/>
              </p:cNvSpPr>
              <p:nvPr/>
            </p:nvSpPr>
            <p:spPr bwMode="auto">
              <a:xfrm>
                <a:off x="53" y="351"/>
                <a:ext cx="2903"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defTabSz="461040" fontAlgn="base">
                  <a:spcBef>
                    <a:spcPct val="0"/>
                  </a:spcBef>
                  <a:spcAft>
                    <a:spcPct val="0"/>
                  </a:spcAft>
                </a:pPr>
                <a:endParaRPr lang="zh-CN" altLang="en-US" sz="908">
                  <a:solidFill>
                    <a:srgbClr val="000000"/>
                  </a:solidFill>
                  <a:latin typeface="Arial" panose="020B0604020202020204" pitchFamily="34" charset="0"/>
                </a:endParaRPr>
              </a:p>
            </p:txBody>
          </p:sp>
        </p:grpSp>
      </p:grpSp>
      <p:grpSp>
        <p:nvGrpSpPr>
          <p:cNvPr id="12301" name="Group 13">
            <a:extLst>
              <a:ext uri="{FF2B5EF4-FFF2-40B4-BE49-F238E27FC236}">
                <a16:creationId xmlns:a16="http://schemas.microsoft.com/office/drawing/2014/main" id="{CA96EB71-8DB1-AB18-5F83-F3EFB60024F9}"/>
              </a:ext>
            </a:extLst>
          </p:cNvPr>
          <p:cNvGrpSpPr>
            <a:grpSpLocks/>
          </p:cNvGrpSpPr>
          <p:nvPr/>
        </p:nvGrpSpPr>
        <p:grpSpPr bwMode="auto">
          <a:xfrm>
            <a:off x="172079" y="2549948"/>
            <a:ext cx="4296357" cy="595472"/>
            <a:chOff x="0" y="0"/>
            <a:chExt cx="5221" cy="744"/>
          </a:xfrm>
        </p:grpSpPr>
        <p:sp>
          <p:nvSpPr>
            <p:cNvPr id="12302" name="Rectangle 24">
              <a:extLst>
                <a:ext uri="{FF2B5EF4-FFF2-40B4-BE49-F238E27FC236}">
                  <a16:creationId xmlns:a16="http://schemas.microsoft.com/office/drawing/2014/main" id="{6691FD51-2812-6C1A-FF0A-051A47C29EB5}"/>
                </a:ext>
              </a:extLst>
            </p:cNvPr>
            <p:cNvSpPr>
              <a:spLocks noChangeArrowheads="1"/>
            </p:cNvSpPr>
            <p:nvPr/>
          </p:nvSpPr>
          <p:spPr bwMode="auto">
            <a:xfrm>
              <a:off x="0" y="0"/>
              <a:ext cx="5221" cy="696"/>
            </a:xfrm>
            <a:prstGeom prst="rect">
              <a:avLst/>
            </a:prstGeom>
            <a:solidFill>
              <a:srgbClr val="CCFF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1040" eaLnBrk="1" fontAlgn="base" hangingPunct="1">
                <a:spcBef>
                  <a:spcPct val="0"/>
                </a:spcBef>
                <a:spcAft>
                  <a:spcPct val="0"/>
                </a:spcAft>
              </a:pPr>
              <a:endParaRPr lang="zh-CN" altLang="zh-CN" sz="908">
                <a:solidFill>
                  <a:srgbClr val="000000"/>
                </a:solidFill>
                <a:ea typeface="宋体" panose="02010600030101010101" pitchFamily="2" charset="-122"/>
              </a:endParaRPr>
            </a:p>
          </p:txBody>
        </p:sp>
        <p:grpSp>
          <p:nvGrpSpPr>
            <p:cNvPr id="12303" name="Group 15">
              <a:extLst>
                <a:ext uri="{FF2B5EF4-FFF2-40B4-BE49-F238E27FC236}">
                  <a16:creationId xmlns:a16="http://schemas.microsoft.com/office/drawing/2014/main" id="{B67A3793-AEC8-68E2-7B64-0DE4C3D99CCC}"/>
                </a:ext>
              </a:extLst>
            </p:cNvPr>
            <p:cNvGrpSpPr>
              <a:grpSpLocks/>
            </p:cNvGrpSpPr>
            <p:nvPr/>
          </p:nvGrpSpPr>
          <p:grpSpPr bwMode="auto">
            <a:xfrm>
              <a:off x="75" y="21"/>
              <a:ext cx="5113" cy="723"/>
              <a:chOff x="0" y="0"/>
              <a:chExt cx="5113" cy="723"/>
            </a:xfrm>
          </p:grpSpPr>
          <p:grpSp>
            <p:nvGrpSpPr>
              <p:cNvPr id="12304" name="Group 16">
                <a:extLst>
                  <a:ext uri="{FF2B5EF4-FFF2-40B4-BE49-F238E27FC236}">
                    <a16:creationId xmlns:a16="http://schemas.microsoft.com/office/drawing/2014/main" id="{A3120829-83A9-DE1D-4E19-09808F2F07A0}"/>
                  </a:ext>
                </a:extLst>
              </p:cNvPr>
              <p:cNvGrpSpPr>
                <a:grpSpLocks/>
              </p:cNvGrpSpPr>
              <p:nvPr/>
            </p:nvGrpSpPr>
            <p:grpSpPr bwMode="auto">
              <a:xfrm>
                <a:off x="1166" y="0"/>
                <a:ext cx="3052" cy="723"/>
                <a:chOff x="0" y="0"/>
                <a:chExt cx="3000" cy="723"/>
              </a:xfrm>
            </p:grpSpPr>
            <p:sp>
              <p:nvSpPr>
                <p:cNvPr id="12305" name="Text Box 17">
                  <a:extLst>
                    <a:ext uri="{FF2B5EF4-FFF2-40B4-BE49-F238E27FC236}">
                      <a16:creationId xmlns:a16="http://schemas.microsoft.com/office/drawing/2014/main" id="{2AB13591-23FB-0C5E-BE26-B48E3FB317AA}"/>
                    </a:ext>
                  </a:extLst>
                </p:cNvPr>
                <p:cNvSpPr txBox="1">
                  <a:spLocks noChangeArrowheads="1"/>
                </p:cNvSpPr>
                <p:nvPr/>
              </p:nvSpPr>
              <p:spPr bwMode="auto">
                <a:xfrm>
                  <a:off x="0" y="0"/>
                  <a:ext cx="3000" cy="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defTabSz="461040" eaLnBrk="1" fontAlgn="base" hangingPunct="1">
                    <a:spcBef>
                      <a:spcPct val="50000"/>
                    </a:spcBef>
                    <a:spcAft>
                      <a:spcPct val="0"/>
                    </a:spcAft>
                  </a:pPr>
                  <a:r>
                    <a:rPr lang="zh-CN" altLang="zh-CN" sz="1412" dirty="0">
                      <a:solidFill>
                        <a:srgbClr val="000000"/>
                      </a:solidFill>
                      <a:ea typeface="宋体" panose="02010600030101010101" pitchFamily="2" charset="-122"/>
                    </a:rPr>
                    <a:t>今年CPI –</a:t>
                  </a:r>
                  <a:r>
                    <a:rPr lang="zh-CN" altLang="zh-CN" sz="756" dirty="0">
                      <a:solidFill>
                        <a:srgbClr val="000000"/>
                      </a:solidFill>
                      <a:ea typeface="宋体" panose="02010600030101010101" pitchFamily="2" charset="-122"/>
                    </a:rPr>
                    <a:t> </a:t>
                  </a:r>
                  <a:r>
                    <a:rPr lang="zh-CN" altLang="zh-CN" sz="1412" dirty="0">
                      <a:solidFill>
                        <a:srgbClr val="000000"/>
                      </a:solidFill>
                      <a:ea typeface="宋体" panose="02010600030101010101" pitchFamily="2" charset="-122"/>
                    </a:rPr>
                    <a:t> 去年CPI</a:t>
                  </a:r>
                </a:p>
              </p:txBody>
            </p:sp>
            <p:sp>
              <p:nvSpPr>
                <p:cNvPr id="12306" name="Text Box 18">
                  <a:extLst>
                    <a:ext uri="{FF2B5EF4-FFF2-40B4-BE49-F238E27FC236}">
                      <a16:creationId xmlns:a16="http://schemas.microsoft.com/office/drawing/2014/main" id="{BE6F004E-66F8-272A-69D4-57AAF7CD9CBA}"/>
                    </a:ext>
                  </a:extLst>
                </p:cNvPr>
                <p:cNvSpPr txBox="1">
                  <a:spLocks noChangeArrowheads="1"/>
                </p:cNvSpPr>
                <p:nvPr/>
              </p:nvSpPr>
              <p:spPr bwMode="auto">
                <a:xfrm>
                  <a:off x="45" y="336"/>
                  <a:ext cx="2927" cy="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defTabSz="461040" eaLnBrk="1" fontAlgn="base" hangingPunct="1">
                    <a:spcBef>
                      <a:spcPct val="50000"/>
                    </a:spcBef>
                    <a:spcAft>
                      <a:spcPct val="0"/>
                    </a:spcAft>
                  </a:pPr>
                  <a:r>
                    <a:rPr lang="zh-CN" altLang="zh-CN" sz="1412">
                      <a:solidFill>
                        <a:srgbClr val="000000"/>
                      </a:solidFill>
                      <a:ea typeface="宋体" panose="02010600030101010101" pitchFamily="2" charset="-122"/>
                    </a:rPr>
                    <a:t>去年CPI</a:t>
                  </a:r>
                </a:p>
              </p:txBody>
            </p:sp>
            <p:sp>
              <p:nvSpPr>
                <p:cNvPr id="12307" name="Line 19">
                  <a:extLst>
                    <a:ext uri="{FF2B5EF4-FFF2-40B4-BE49-F238E27FC236}">
                      <a16:creationId xmlns:a16="http://schemas.microsoft.com/office/drawing/2014/main" id="{EE16D156-EE5B-5E72-F1CD-72BFC53EDE50}"/>
                    </a:ext>
                  </a:extLst>
                </p:cNvPr>
                <p:cNvSpPr>
                  <a:spLocks noChangeShapeType="1"/>
                </p:cNvSpPr>
                <p:nvPr/>
              </p:nvSpPr>
              <p:spPr bwMode="auto">
                <a:xfrm>
                  <a:off x="53" y="351"/>
                  <a:ext cx="2903"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defTabSz="461040" fontAlgn="base">
                    <a:spcBef>
                      <a:spcPct val="0"/>
                    </a:spcBef>
                    <a:spcAft>
                      <a:spcPct val="0"/>
                    </a:spcAft>
                  </a:pPr>
                  <a:endParaRPr lang="zh-CN" altLang="en-US" sz="908">
                    <a:solidFill>
                      <a:srgbClr val="000000"/>
                    </a:solidFill>
                    <a:latin typeface="Arial" panose="020B0604020202020204" pitchFamily="34" charset="0"/>
                  </a:endParaRPr>
                </a:p>
              </p:txBody>
            </p:sp>
          </p:grpSp>
          <p:sp>
            <p:nvSpPr>
              <p:cNvPr id="12308" name="Text Box 20">
                <a:extLst>
                  <a:ext uri="{FF2B5EF4-FFF2-40B4-BE49-F238E27FC236}">
                    <a16:creationId xmlns:a16="http://schemas.microsoft.com/office/drawing/2014/main" id="{6462FBC6-A5B6-219C-31BF-1D53E4C38901}"/>
                  </a:ext>
                </a:extLst>
              </p:cNvPr>
              <p:cNvSpPr txBox="1">
                <a:spLocks noChangeArrowheads="1"/>
              </p:cNvSpPr>
              <p:nvPr/>
            </p:nvSpPr>
            <p:spPr bwMode="auto">
              <a:xfrm>
                <a:off x="0" y="25"/>
                <a:ext cx="891" cy="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defTabSz="461040" eaLnBrk="1" fontAlgn="base" hangingPunct="1">
                  <a:lnSpc>
                    <a:spcPct val="105000"/>
                  </a:lnSpc>
                  <a:spcBef>
                    <a:spcPct val="50000"/>
                  </a:spcBef>
                  <a:spcAft>
                    <a:spcPct val="0"/>
                  </a:spcAft>
                </a:pPr>
                <a:r>
                  <a:rPr lang="zh-CN" altLang="zh-CN" sz="1412">
                    <a:solidFill>
                      <a:srgbClr val="000000"/>
                    </a:solidFill>
                    <a:ea typeface="宋体" panose="02010600030101010101" pitchFamily="2" charset="-122"/>
                  </a:rPr>
                  <a:t>通货膨胀率</a:t>
                </a:r>
              </a:p>
            </p:txBody>
          </p:sp>
          <p:sp>
            <p:nvSpPr>
              <p:cNvPr id="12309" name="Text Box 21">
                <a:extLst>
                  <a:ext uri="{FF2B5EF4-FFF2-40B4-BE49-F238E27FC236}">
                    <a16:creationId xmlns:a16="http://schemas.microsoft.com/office/drawing/2014/main" id="{40D0D170-AC2C-ED38-0F0E-69CAE9CDA867}"/>
                  </a:ext>
                </a:extLst>
              </p:cNvPr>
              <p:cNvSpPr txBox="1">
                <a:spLocks noChangeArrowheads="1"/>
              </p:cNvSpPr>
              <p:nvPr/>
            </p:nvSpPr>
            <p:spPr bwMode="auto">
              <a:xfrm>
                <a:off x="4170" y="159"/>
                <a:ext cx="943" cy="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defTabSz="461040" eaLnBrk="1" fontAlgn="base" hangingPunct="1">
                  <a:spcBef>
                    <a:spcPct val="50000"/>
                  </a:spcBef>
                  <a:spcAft>
                    <a:spcPct val="0"/>
                  </a:spcAft>
                </a:pPr>
                <a:r>
                  <a:rPr lang="en-US" altLang="zh-CN" sz="1311">
                    <a:solidFill>
                      <a:srgbClr val="000000"/>
                    </a:solidFill>
                    <a:latin typeface="Tahoma" panose="020B0604030504040204" pitchFamily="34" charset="0"/>
                    <a:ea typeface="宋体" panose="02010600030101010101" pitchFamily="2" charset="-122"/>
                  </a:rPr>
                  <a:t>x</a:t>
                </a:r>
                <a:r>
                  <a:rPr lang="en-US" altLang="zh-CN" sz="1412">
                    <a:solidFill>
                      <a:srgbClr val="000000"/>
                    </a:solidFill>
                    <a:ea typeface="宋体" panose="02010600030101010101" pitchFamily="2" charset="-122"/>
                  </a:rPr>
                  <a:t> 100%</a:t>
                </a:r>
              </a:p>
            </p:txBody>
          </p:sp>
          <p:sp>
            <p:nvSpPr>
              <p:cNvPr id="12310" name="Text Box 22">
                <a:extLst>
                  <a:ext uri="{FF2B5EF4-FFF2-40B4-BE49-F238E27FC236}">
                    <a16:creationId xmlns:a16="http://schemas.microsoft.com/office/drawing/2014/main" id="{AC3AECF5-AEFF-2FA9-88DF-BED4120F48E4}"/>
                  </a:ext>
                </a:extLst>
              </p:cNvPr>
              <p:cNvSpPr txBox="1">
                <a:spLocks noChangeArrowheads="1"/>
              </p:cNvSpPr>
              <p:nvPr/>
            </p:nvSpPr>
            <p:spPr bwMode="auto">
              <a:xfrm>
                <a:off x="866" y="180"/>
                <a:ext cx="269" cy="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defTabSz="461040" eaLnBrk="1" fontAlgn="base" hangingPunct="1">
                  <a:spcBef>
                    <a:spcPct val="50000"/>
                  </a:spcBef>
                  <a:spcAft>
                    <a:spcPct val="0"/>
                  </a:spcAft>
                </a:pPr>
                <a:r>
                  <a:rPr lang="en-US" altLang="zh-CN" sz="1412">
                    <a:solidFill>
                      <a:srgbClr val="000000"/>
                    </a:solidFill>
                    <a:ea typeface="宋体" panose="02010600030101010101" pitchFamily="2" charset="-122"/>
                  </a:rPr>
                  <a:t>=</a:t>
                </a:r>
              </a:p>
            </p:txBody>
          </p:sp>
        </p:grpSp>
      </p:grpSp>
      <p:sp>
        <p:nvSpPr>
          <p:cNvPr id="12311" name="FlagCount" hidden="1">
            <a:hlinkClick r:id="rId2" action="ppaction://hlinkfile"/>
            <a:extLst>
              <a:ext uri="{FF2B5EF4-FFF2-40B4-BE49-F238E27FC236}">
                <a16:creationId xmlns:a16="http://schemas.microsoft.com/office/drawing/2014/main" id="{5E25D2CC-7E55-7408-B297-0978051DFF24}"/>
              </a:ext>
            </a:extLst>
          </p:cNvPr>
          <p:cNvSpPr>
            <a:spLocks noChangeArrowheads="1"/>
          </p:cNvSpPr>
          <p:nvPr/>
        </p:nvSpPr>
        <p:spPr bwMode="auto">
          <a:xfrm>
            <a:off x="4161896" y="129646"/>
            <a:ext cx="192088" cy="160073"/>
          </a:xfrm>
          <a:prstGeom prst="wedgeRoundRectCallout">
            <a:avLst>
              <a:gd name="adj1" fmla="val -43750"/>
              <a:gd name="adj2" fmla="val 70000"/>
              <a:gd name="adj3" fmla="val 16667"/>
            </a:avLst>
          </a:prstGeom>
          <a:solidFill>
            <a:schemeClr val="accent1">
              <a:alpha val="25000"/>
            </a:schemeClr>
          </a:solidFill>
          <a:ln w="19050">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defTabSz="461040" eaLnBrk="1" fontAlgn="base" hangingPunct="1">
              <a:spcBef>
                <a:spcPct val="0"/>
              </a:spcBef>
              <a:spcAft>
                <a:spcPct val="0"/>
              </a:spcAft>
            </a:pPr>
            <a:r>
              <a:rPr lang="en-US" altLang="zh-CN" sz="706" b="1">
                <a:solidFill>
                  <a:srgbClr val="000000"/>
                </a:solidFill>
                <a:latin typeface="Tahoma" panose="020B0604030504040204" pitchFamily="34" charset="0"/>
                <a:ea typeface="宋体" panose="02010600030101010101" pitchFamily="2" charset="-122"/>
              </a:rPr>
              <a:t>0</a:t>
            </a:r>
          </a:p>
        </p:txBody>
      </p:sp>
      <p:sp>
        <p:nvSpPr>
          <p:cNvPr id="2" name="页脚占位符 1">
            <a:extLst>
              <a:ext uri="{FF2B5EF4-FFF2-40B4-BE49-F238E27FC236}">
                <a16:creationId xmlns:a16="http://schemas.microsoft.com/office/drawing/2014/main" id="{E8228D2C-750E-1E95-2256-0EE0FE9AC1AC}"/>
              </a:ext>
            </a:extLst>
          </p:cNvPr>
          <p:cNvSpPr txBox="1">
            <a:spLocks noGrp="1" noChangeArrowheads="1"/>
          </p:cNvSpPr>
          <p:nvPr/>
        </p:nvSpPr>
        <p:spPr bwMode="auto">
          <a:xfrm>
            <a:off x="144066" y="3224656"/>
            <a:ext cx="3698485" cy="1848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1040" eaLnBrk="1" fontAlgn="base" hangingPunct="1">
              <a:spcBef>
                <a:spcPct val="0"/>
              </a:spcBef>
              <a:spcAft>
                <a:spcPct val="0"/>
              </a:spcAft>
            </a:pPr>
            <a:r>
              <a:rPr lang="zh-CN" altLang="en-US" sz="908" i="1" dirty="0">
                <a:solidFill>
                  <a:srgbClr val="777777"/>
                </a:solidFill>
                <a:ea typeface="宋体" panose="02010600030101010101" pitchFamily="2" charset="-122"/>
              </a:rPr>
              <a:t>价格水平及其衡量</a:t>
            </a:r>
            <a:endParaRPr lang="en-US" altLang="zh-CN" sz="908" i="1" dirty="0">
              <a:solidFill>
                <a:srgbClr val="777777"/>
              </a:solidFill>
              <a:ea typeface="宋体" panose="02010600030101010101" pitchFamily="2" charset="-122"/>
            </a:endParaRP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9" presetClass="entr" presetSubtype="0" fill="hold" nodeType="afterEffect">
                                  <p:stCondLst>
                                    <p:cond delay="0"/>
                                  </p:stCondLst>
                                  <p:childTnLst>
                                    <p:set>
                                      <p:cBhvr>
                                        <p:cTn id="6" dur="1" fill="hold">
                                          <p:stCondLst>
                                            <p:cond delay="0"/>
                                          </p:stCondLst>
                                        </p:cTn>
                                        <p:tgtEl>
                                          <p:spTgt spid="12295"/>
                                        </p:tgtEl>
                                        <p:attrNameLst>
                                          <p:attrName>style.visibility</p:attrName>
                                        </p:attrNameLst>
                                      </p:cBhvr>
                                      <p:to>
                                        <p:strVal val="visible"/>
                                      </p:to>
                                    </p:set>
                                    <p:animEffect transition="in" filter="dissolve">
                                      <p:cBhvr>
                                        <p:cTn id="7" dur="500"/>
                                        <p:tgtEl>
                                          <p:spTgt spid="1229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12294"/>
                                        </p:tgtEl>
                                        <p:attrNameLst>
                                          <p:attrName>style.visibility</p:attrName>
                                        </p:attrNameLst>
                                      </p:cBhvr>
                                      <p:to>
                                        <p:strVal val="visible"/>
                                      </p:to>
                                    </p:set>
                                    <p:animEffect transition="in" filter="wipe(left)">
                                      <p:cBhvr>
                                        <p:cTn id="12" dur="500"/>
                                        <p:tgtEl>
                                          <p:spTgt spid="12294"/>
                                        </p:tgtEl>
                                      </p:cBhvr>
                                    </p:animEffect>
                                  </p:childTnLst>
                                </p:cTn>
                              </p:par>
                            </p:childTnLst>
                          </p:cTn>
                        </p:par>
                        <p:par>
                          <p:cTn id="13" fill="hold" nodeType="afterGroup">
                            <p:stCondLst>
                              <p:cond delay="500"/>
                            </p:stCondLst>
                            <p:childTnLst>
                              <p:par>
                                <p:cTn id="14" presetID="9" presetClass="entr" presetSubtype="0" fill="hold" nodeType="afterEffect">
                                  <p:stCondLst>
                                    <p:cond delay="0"/>
                                  </p:stCondLst>
                                  <p:childTnLst>
                                    <p:set>
                                      <p:cBhvr>
                                        <p:cTn id="15" dur="1" fill="hold">
                                          <p:stCondLst>
                                            <p:cond delay="0"/>
                                          </p:stCondLst>
                                        </p:cTn>
                                        <p:tgtEl>
                                          <p:spTgt spid="12301"/>
                                        </p:tgtEl>
                                        <p:attrNameLst>
                                          <p:attrName>style.visibility</p:attrName>
                                        </p:attrNameLst>
                                      </p:cBhvr>
                                      <p:to>
                                        <p:strVal val="visible"/>
                                      </p:to>
                                    </p:set>
                                    <p:animEffect transition="in" filter="dissolve">
                                      <p:cBhvr>
                                        <p:cTn id="16" dur="500"/>
                                        <p:tgtEl>
                                          <p:spTgt spid="1230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294" grpId="0" autoUpdateAnimBg="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5" name="灯片编号占位符 2">
            <a:extLst>
              <a:ext uri="{FF2B5EF4-FFF2-40B4-BE49-F238E27FC236}">
                <a16:creationId xmlns:a16="http://schemas.microsoft.com/office/drawing/2014/main" id="{D4362E06-98A4-38C5-0B82-3068EB9DE0F3}"/>
              </a:ext>
            </a:extLst>
          </p:cNvPr>
          <p:cNvSpPr txBox="1">
            <a:spLocks noGrp="1" noChangeArrowheads="1"/>
          </p:cNvSpPr>
          <p:nvPr/>
        </p:nvSpPr>
        <p:spPr bwMode="auto">
          <a:xfrm>
            <a:off x="4185907" y="3215851"/>
            <a:ext cx="344957" cy="1856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defTabSz="461040" eaLnBrk="1" fontAlgn="base" hangingPunct="1">
              <a:spcBef>
                <a:spcPct val="0"/>
              </a:spcBef>
              <a:spcAft>
                <a:spcPct val="0"/>
              </a:spcAft>
            </a:pPr>
            <a:fld id="{6843A17C-9BDD-5144-9EED-3C9FD01AD356}" type="slidenum">
              <a:rPr lang="zh-CN" altLang="zh-CN" sz="857">
                <a:solidFill>
                  <a:srgbClr val="777777"/>
                </a:solidFill>
                <a:ea typeface="宋体" panose="02010600030101010101" pitchFamily="2" charset="-122"/>
              </a:rPr>
              <a:pPr algn="r" defTabSz="461040" eaLnBrk="1" fontAlgn="base" hangingPunct="1">
                <a:spcBef>
                  <a:spcPct val="0"/>
                </a:spcBef>
                <a:spcAft>
                  <a:spcPct val="0"/>
                </a:spcAft>
              </a:pPr>
              <a:t>6</a:t>
            </a:fld>
            <a:endParaRPr lang="zh-CN" altLang="zh-CN" sz="857">
              <a:solidFill>
                <a:srgbClr val="777777"/>
              </a:solidFill>
              <a:ea typeface="宋体" panose="02010600030101010101" pitchFamily="2" charset="-122"/>
            </a:endParaRPr>
          </a:p>
        </p:txBody>
      </p:sp>
      <p:sp>
        <p:nvSpPr>
          <p:cNvPr id="13316" name="Rectangle 2">
            <a:extLst>
              <a:ext uri="{FF2B5EF4-FFF2-40B4-BE49-F238E27FC236}">
                <a16:creationId xmlns:a16="http://schemas.microsoft.com/office/drawing/2014/main" id="{98F8120C-431A-DCFC-FE3E-75810177E599}"/>
              </a:ext>
            </a:extLst>
          </p:cNvPr>
          <p:cNvSpPr>
            <a:spLocks noGrp="1" noChangeArrowheads="1"/>
          </p:cNvSpPr>
          <p:nvPr>
            <p:ph type="title" idx="4294967295"/>
          </p:nvPr>
        </p:nvSpPr>
        <p:spPr>
          <a:xfrm>
            <a:off x="185685" y="106436"/>
            <a:ext cx="1185340" cy="307340"/>
          </a:xfrm>
        </p:spPr>
        <p:txBody>
          <a:bodyPr/>
          <a:lstStyle/>
          <a:p>
            <a:pPr algn="l" eaLnBrk="1" hangingPunct="1"/>
            <a:r>
              <a:rPr lang="zh-CN" altLang="zh-CN" sz="1613">
                <a:ea typeface="宋体" panose="02010600030101010101" pitchFamily="2" charset="-122"/>
              </a:rPr>
              <a:t>例：</a:t>
            </a:r>
          </a:p>
        </p:txBody>
      </p:sp>
      <p:sp>
        <p:nvSpPr>
          <p:cNvPr id="13317" name="Rectangle 3">
            <a:extLst>
              <a:ext uri="{FF2B5EF4-FFF2-40B4-BE49-F238E27FC236}">
                <a16:creationId xmlns:a16="http://schemas.microsoft.com/office/drawing/2014/main" id="{CFBCC692-53E5-8E65-7BE2-7FCB86417836}"/>
              </a:ext>
            </a:extLst>
          </p:cNvPr>
          <p:cNvSpPr>
            <a:spLocks noGrp="1" noChangeArrowheads="1"/>
          </p:cNvSpPr>
          <p:nvPr>
            <p:ph type="body" idx="4294967295"/>
          </p:nvPr>
        </p:nvSpPr>
        <p:spPr>
          <a:xfrm>
            <a:off x="1868852" y="180869"/>
            <a:ext cx="2406696" cy="276126"/>
          </a:xfrm>
        </p:spPr>
        <p:txBody>
          <a:bodyPr/>
          <a:lstStyle/>
          <a:p>
            <a:pPr marL="203306" indent="-203306" algn="ctr" eaLnBrk="1" hangingPunct="1">
              <a:buSzTx/>
              <a:buNone/>
            </a:pPr>
            <a:r>
              <a:rPr lang="zh-CN" altLang="zh-CN" sz="1109">
                <a:ea typeface="宋体" panose="02010600030101010101" pitchFamily="2" charset="-122"/>
              </a:rPr>
              <a:t>篮子： {4 个皮萨, 10杯拿铁咖啡}</a:t>
            </a:r>
          </a:p>
        </p:txBody>
      </p:sp>
      <p:sp>
        <p:nvSpPr>
          <p:cNvPr id="13318" name="Rectangle 4">
            <a:extLst>
              <a:ext uri="{FF2B5EF4-FFF2-40B4-BE49-F238E27FC236}">
                <a16:creationId xmlns:a16="http://schemas.microsoft.com/office/drawing/2014/main" id="{715551FD-D4A0-B8DE-5F78-21E8BC601C9D}"/>
              </a:ext>
            </a:extLst>
          </p:cNvPr>
          <p:cNvSpPr>
            <a:spLocks noChangeArrowheads="1"/>
          </p:cNvSpPr>
          <p:nvPr/>
        </p:nvSpPr>
        <p:spPr bwMode="auto">
          <a:xfrm>
            <a:off x="2232217" y="1489466"/>
            <a:ext cx="2155382" cy="248913"/>
          </a:xfrm>
          <a:prstGeom prst="rect">
            <a:avLst/>
          </a:prstGeom>
          <a:solidFill>
            <a:srgbClr val="CC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marL="119063"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60032" defTabSz="461040" eaLnBrk="1" fontAlgn="base" hangingPunct="1">
              <a:lnSpc>
                <a:spcPct val="105000"/>
              </a:lnSpc>
              <a:spcBef>
                <a:spcPct val="45000"/>
              </a:spcBef>
              <a:spcAft>
                <a:spcPct val="0"/>
              </a:spcAft>
              <a:buClr>
                <a:srgbClr val="00B85C"/>
              </a:buClr>
              <a:buSzPct val="120000"/>
            </a:pPr>
            <a:r>
              <a:rPr lang="en-US" altLang="zh-CN" sz="1210">
                <a:solidFill>
                  <a:srgbClr val="000000"/>
                </a:solidFill>
                <a:ea typeface="宋体" panose="02010600030101010101" pitchFamily="2" charset="-122"/>
              </a:rPr>
              <a:t>$12 x 4  +  $3 x 10    =  </a:t>
            </a:r>
            <a:r>
              <a:rPr lang="en-US" altLang="zh-CN" sz="1210">
                <a:solidFill>
                  <a:srgbClr val="CC0000"/>
                </a:solidFill>
                <a:ea typeface="宋体" panose="02010600030101010101" pitchFamily="2" charset="-122"/>
              </a:rPr>
              <a:t>$78</a:t>
            </a:r>
          </a:p>
        </p:txBody>
      </p:sp>
      <p:sp>
        <p:nvSpPr>
          <p:cNvPr id="13319" name="Rectangle 5">
            <a:extLst>
              <a:ext uri="{FF2B5EF4-FFF2-40B4-BE49-F238E27FC236}">
                <a16:creationId xmlns:a16="http://schemas.microsoft.com/office/drawing/2014/main" id="{0D781310-0763-680E-2326-D3EBBFB4205F}"/>
              </a:ext>
            </a:extLst>
          </p:cNvPr>
          <p:cNvSpPr>
            <a:spLocks noChangeArrowheads="1"/>
          </p:cNvSpPr>
          <p:nvPr/>
        </p:nvSpPr>
        <p:spPr bwMode="auto">
          <a:xfrm>
            <a:off x="2232217" y="1241353"/>
            <a:ext cx="2155382" cy="248113"/>
          </a:xfrm>
          <a:prstGeom prst="rect">
            <a:avLst/>
          </a:prstGeom>
          <a:solidFill>
            <a:srgbClr val="CC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marL="119063"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60032" defTabSz="461040" eaLnBrk="1" fontAlgn="base" hangingPunct="1">
              <a:lnSpc>
                <a:spcPct val="105000"/>
              </a:lnSpc>
              <a:spcBef>
                <a:spcPct val="45000"/>
              </a:spcBef>
              <a:spcAft>
                <a:spcPct val="0"/>
              </a:spcAft>
              <a:buClr>
                <a:srgbClr val="00B85C"/>
              </a:buClr>
              <a:buSzPct val="120000"/>
            </a:pPr>
            <a:r>
              <a:rPr lang="en-US" altLang="zh-CN" sz="1210">
                <a:solidFill>
                  <a:srgbClr val="000000"/>
                </a:solidFill>
                <a:ea typeface="宋体" panose="02010600030101010101" pitchFamily="2" charset="-122"/>
              </a:rPr>
              <a:t>$11 x 4  + $2.5 x 10  =  </a:t>
            </a:r>
            <a:r>
              <a:rPr lang="en-US" altLang="zh-CN" sz="1210">
                <a:solidFill>
                  <a:srgbClr val="CC0000"/>
                </a:solidFill>
                <a:ea typeface="宋体" panose="02010600030101010101" pitchFamily="2" charset="-122"/>
              </a:rPr>
              <a:t>$69</a:t>
            </a:r>
          </a:p>
        </p:txBody>
      </p:sp>
      <p:sp>
        <p:nvSpPr>
          <p:cNvPr id="13320" name="Rectangle 6">
            <a:extLst>
              <a:ext uri="{FF2B5EF4-FFF2-40B4-BE49-F238E27FC236}">
                <a16:creationId xmlns:a16="http://schemas.microsoft.com/office/drawing/2014/main" id="{6BF4E3EC-7DE5-4624-AA61-CE17A2527760}"/>
              </a:ext>
            </a:extLst>
          </p:cNvPr>
          <p:cNvSpPr>
            <a:spLocks noChangeArrowheads="1"/>
          </p:cNvSpPr>
          <p:nvPr/>
        </p:nvSpPr>
        <p:spPr bwMode="auto">
          <a:xfrm>
            <a:off x="2232217" y="992439"/>
            <a:ext cx="2155382" cy="248914"/>
          </a:xfrm>
          <a:prstGeom prst="rect">
            <a:avLst/>
          </a:prstGeom>
          <a:solidFill>
            <a:srgbClr val="CC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marL="119063"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60032" defTabSz="461040" eaLnBrk="1" fontAlgn="base" hangingPunct="1">
              <a:lnSpc>
                <a:spcPct val="105000"/>
              </a:lnSpc>
              <a:spcBef>
                <a:spcPct val="45000"/>
              </a:spcBef>
              <a:spcAft>
                <a:spcPct val="0"/>
              </a:spcAft>
              <a:buClr>
                <a:srgbClr val="00B85C"/>
              </a:buClr>
              <a:buSzPct val="120000"/>
            </a:pPr>
            <a:r>
              <a:rPr lang="en-US" altLang="zh-CN" sz="1210">
                <a:solidFill>
                  <a:srgbClr val="000000"/>
                </a:solidFill>
                <a:ea typeface="宋体" panose="02010600030101010101" pitchFamily="2" charset="-122"/>
              </a:rPr>
              <a:t>$10 x 4  +  $2 x 10    =  </a:t>
            </a:r>
            <a:r>
              <a:rPr lang="en-US" altLang="zh-CN" sz="1210">
                <a:solidFill>
                  <a:srgbClr val="CC0000"/>
                </a:solidFill>
                <a:ea typeface="宋体" panose="02010600030101010101" pitchFamily="2" charset="-122"/>
              </a:rPr>
              <a:t>$60</a:t>
            </a:r>
          </a:p>
        </p:txBody>
      </p:sp>
      <p:sp>
        <p:nvSpPr>
          <p:cNvPr id="13321" name="Rectangle 7">
            <a:extLst>
              <a:ext uri="{FF2B5EF4-FFF2-40B4-BE49-F238E27FC236}">
                <a16:creationId xmlns:a16="http://schemas.microsoft.com/office/drawing/2014/main" id="{2C4F9BF4-F926-6282-7B51-D0F2416AD8BF}"/>
              </a:ext>
            </a:extLst>
          </p:cNvPr>
          <p:cNvSpPr>
            <a:spLocks noChangeArrowheads="1"/>
          </p:cNvSpPr>
          <p:nvPr/>
        </p:nvSpPr>
        <p:spPr bwMode="auto">
          <a:xfrm>
            <a:off x="2232217" y="526627"/>
            <a:ext cx="2155382" cy="465812"/>
          </a:xfrm>
          <a:prstGeom prst="rect">
            <a:avLst/>
          </a:prstGeom>
          <a:solidFill>
            <a:srgbClr val="CC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nchorCtr="1"/>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defTabSz="461040" eaLnBrk="1" fontAlgn="base" hangingPunct="1">
              <a:lnSpc>
                <a:spcPct val="105000"/>
              </a:lnSpc>
              <a:spcBef>
                <a:spcPct val="45000"/>
              </a:spcBef>
              <a:spcAft>
                <a:spcPct val="0"/>
              </a:spcAft>
              <a:buClr>
                <a:srgbClr val="00B85C"/>
              </a:buClr>
              <a:buSzPct val="120000"/>
            </a:pPr>
            <a:r>
              <a:rPr lang="zh-CN" altLang="zh-CN" sz="1210">
                <a:solidFill>
                  <a:srgbClr val="000000"/>
                </a:solidFill>
                <a:ea typeface="宋体" panose="02010600030101010101" pitchFamily="2" charset="-122"/>
              </a:rPr>
              <a:t>篮子费用</a:t>
            </a:r>
          </a:p>
        </p:txBody>
      </p:sp>
      <p:grpSp>
        <p:nvGrpSpPr>
          <p:cNvPr id="13322" name="Group 10">
            <a:extLst>
              <a:ext uri="{FF2B5EF4-FFF2-40B4-BE49-F238E27FC236}">
                <a16:creationId xmlns:a16="http://schemas.microsoft.com/office/drawing/2014/main" id="{CDCA7168-C39B-F006-BFA6-E5751DF0F0FA}"/>
              </a:ext>
            </a:extLst>
          </p:cNvPr>
          <p:cNvGrpSpPr>
            <a:grpSpLocks/>
          </p:cNvGrpSpPr>
          <p:nvPr/>
        </p:nvGrpSpPr>
        <p:grpSpPr bwMode="auto">
          <a:xfrm>
            <a:off x="232106" y="526627"/>
            <a:ext cx="4155493" cy="1211752"/>
            <a:chOff x="0" y="0"/>
            <a:chExt cx="5192" cy="1514"/>
          </a:xfrm>
        </p:grpSpPr>
        <p:grpSp>
          <p:nvGrpSpPr>
            <p:cNvPr id="13323" name="Group 11">
              <a:extLst>
                <a:ext uri="{FF2B5EF4-FFF2-40B4-BE49-F238E27FC236}">
                  <a16:creationId xmlns:a16="http://schemas.microsoft.com/office/drawing/2014/main" id="{A37D40B1-1CC4-3BF1-3BAA-E3ABB29AC2BC}"/>
                </a:ext>
              </a:extLst>
            </p:cNvPr>
            <p:cNvGrpSpPr>
              <a:grpSpLocks/>
            </p:cNvGrpSpPr>
            <p:nvPr/>
          </p:nvGrpSpPr>
          <p:grpSpPr bwMode="auto">
            <a:xfrm>
              <a:off x="0" y="0"/>
              <a:ext cx="2499" cy="1514"/>
              <a:chOff x="0" y="0"/>
              <a:chExt cx="2499" cy="1514"/>
            </a:xfrm>
          </p:grpSpPr>
          <p:sp>
            <p:nvSpPr>
              <p:cNvPr id="13324" name="Rectangle 10">
                <a:extLst>
                  <a:ext uri="{FF2B5EF4-FFF2-40B4-BE49-F238E27FC236}">
                    <a16:creationId xmlns:a16="http://schemas.microsoft.com/office/drawing/2014/main" id="{6FF40D08-6284-4387-583F-38E03625BFBC}"/>
                  </a:ext>
                </a:extLst>
              </p:cNvPr>
              <p:cNvSpPr>
                <a:spLocks noChangeArrowheads="1"/>
              </p:cNvSpPr>
              <p:nvPr/>
            </p:nvSpPr>
            <p:spPr bwMode="auto">
              <a:xfrm>
                <a:off x="1549" y="1203"/>
                <a:ext cx="950" cy="311"/>
              </a:xfrm>
              <a:prstGeom prst="rect">
                <a:avLst/>
              </a:prstGeom>
              <a:solidFill>
                <a:srgbClr val="CC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nchorCtr="1"/>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1040" eaLnBrk="1" fontAlgn="base" hangingPunct="1">
                  <a:lnSpc>
                    <a:spcPct val="105000"/>
                  </a:lnSpc>
                  <a:spcBef>
                    <a:spcPct val="45000"/>
                  </a:spcBef>
                  <a:spcAft>
                    <a:spcPct val="0"/>
                  </a:spcAft>
                  <a:buClr>
                    <a:srgbClr val="00B85C"/>
                  </a:buClr>
                  <a:buSzPct val="120000"/>
                </a:pPr>
                <a:r>
                  <a:rPr lang="en-US" altLang="zh-CN" sz="1210">
                    <a:solidFill>
                      <a:srgbClr val="000000"/>
                    </a:solidFill>
                    <a:ea typeface="宋体" panose="02010600030101010101" pitchFamily="2" charset="-122"/>
                  </a:rPr>
                  <a:t>$3.00</a:t>
                </a:r>
              </a:p>
            </p:txBody>
          </p:sp>
          <p:sp>
            <p:nvSpPr>
              <p:cNvPr id="13325" name="Rectangle 11">
                <a:extLst>
                  <a:ext uri="{FF2B5EF4-FFF2-40B4-BE49-F238E27FC236}">
                    <a16:creationId xmlns:a16="http://schemas.microsoft.com/office/drawing/2014/main" id="{4B19F4CF-F51A-C3EB-6BBC-E0A48607BFC0}"/>
                  </a:ext>
                </a:extLst>
              </p:cNvPr>
              <p:cNvSpPr>
                <a:spLocks noChangeArrowheads="1"/>
              </p:cNvSpPr>
              <p:nvPr/>
            </p:nvSpPr>
            <p:spPr bwMode="auto">
              <a:xfrm>
                <a:off x="1549" y="893"/>
                <a:ext cx="950" cy="310"/>
              </a:xfrm>
              <a:prstGeom prst="rect">
                <a:avLst/>
              </a:prstGeom>
              <a:solidFill>
                <a:srgbClr val="CC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nchorCtr="1"/>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1040" eaLnBrk="1" fontAlgn="base" hangingPunct="1">
                  <a:lnSpc>
                    <a:spcPct val="105000"/>
                  </a:lnSpc>
                  <a:spcBef>
                    <a:spcPct val="45000"/>
                  </a:spcBef>
                  <a:spcAft>
                    <a:spcPct val="0"/>
                  </a:spcAft>
                  <a:buClr>
                    <a:srgbClr val="00B85C"/>
                  </a:buClr>
                  <a:buSzPct val="120000"/>
                </a:pPr>
                <a:r>
                  <a:rPr lang="en-US" altLang="zh-CN" sz="1210">
                    <a:solidFill>
                      <a:srgbClr val="000000"/>
                    </a:solidFill>
                    <a:ea typeface="宋体" panose="02010600030101010101" pitchFamily="2" charset="-122"/>
                  </a:rPr>
                  <a:t>$2.50</a:t>
                </a:r>
              </a:p>
            </p:txBody>
          </p:sp>
          <p:sp>
            <p:nvSpPr>
              <p:cNvPr id="13326" name="Rectangle 12">
                <a:extLst>
                  <a:ext uri="{FF2B5EF4-FFF2-40B4-BE49-F238E27FC236}">
                    <a16:creationId xmlns:a16="http://schemas.microsoft.com/office/drawing/2014/main" id="{56B02CC8-19E2-6E00-A4CF-A86CAD977E47}"/>
                  </a:ext>
                </a:extLst>
              </p:cNvPr>
              <p:cNvSpPr>
                <a:spLocks noChangeArrowheads="1"/>
              </p:cNvSpPr>
              <p:nvPr/>
            </p:nvSpPr>
            <p:spPr bwMode="auto">
              <a:xfrm>
                <a:off x="1549" y="582"/>
                <a:ext cx="950" cy="311"/>
              </a:xfrm>
              <a:prstGeom prst="rect">
                <a:avLst/>
              </a:prstGeom>
              <a:solidFill>
                <a:srgbClr val="CC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nchorCtr="1"/>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1040" eaLnBrk="1" fontAlgn="base" hangingPunct="1">
                  <a:lnSpc>
                    <a:spcPct val="105000"/>
                  </a:lnSpc>
                  <a:spcBef>
                    <a:spcPct val="45000"/>
                  </a:spcBef>
                  <a:spcAft>
                    <a:spcPct val="0"/>
                  </a:spcAft>
                  <a:buClr>
                    <a:srgbClr val="00B85C"/>
                  </a:buClr>
                  <a:buSzPct val="120000"/>
                </a:pPr>
                <a:r>
                  <a:rPr lang="en-US" altLang="zh-CN" sz="1210">
                    <a:solidFill>
                      <a:srgbClr val="000000"/>
                    </a:solidFill>
                    <a:ea typeface="宋体" panose="02010600030101010101" pitchFamily="2" charset="-122"/>
                  </a:rPr>
                  <a:t>$2.00</a:t>
                </a:r>
              </a:p>
            </p:txBody>
          </p:sp>
          <p:sp>
            <p:nvSpPr>
              <p:cNvPr id="13327" name="Rectangle 13">
                <a:extLst>
                  <a:ext uri="{FF2B5EF4-FFF2-40B4-BE49-F238E27FC236}">
                    <a16:creationId xmlns:a16="http://schemas.microsoft.com/office/drawing/2014/main" id="{122FFA4B-E8F0-13D1-40A7-A9B057FC1298}"/>
                  </a:ext>
                </a:extLst>
              </p:cNvPr>
              <p:cNvSpPr>
                <a:spLocks noChangeArrowheads="1"/>
              </p:cNvSpPr>
              <p:nvPr/>
            </p:nvSpPr>
            <p:spPr bwMode="auto">
              <a:xfrm>
                <a:off x="1549" y="0"/>
                <a:ext cx="950" cy="582"/>
              </a:xfrm>
              <a:prstGeom prst="rect">
                <a:avLst/>
              </a:prstGeom>
              <a:solidFill>
                <a:srgbClr val="CC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nchorCtr="1"/>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defTabSz="461040" eaLnBrk="1" fontAlgn="base" hangingPunct="1">
                  <a:lnSpc>
                    <a:spcPct val="105000"/>
                  </a:lnSpc>
                  <a:spcBef>
                    <a:spcPct val="45000"/>
                  </a:spcBef>
                  <a:spcAft>
                    <a:spcPct val="0"/>
                  </a:spcAft>
                  <a:buClr>
                    <a:srgbClr val="00B85C"/>
                  </a:buClr>
                  <a:buSzPct val="120000"/>
                </a:pPr>
                <a:r>
                  <a:rPr lang="zh-CN" altLang="zh-CN" sz="1210">
                    <a:solidFill>
                      <a:srgbClr val="000000"/>
                    </a:solidFill>
                    <a:ea typeface="宋体" panose="02010600030101010101" pitchFamily="2" charset="-122"/>
                  </a:rPr>
                  <a:t>拿铁咖啡价格</a:t>
                </a:r>
              </a:p>
            </p:txBody>
          </p:sp>
          <p:sp>
            <p:nvSpPr>
              <p:cNvPr id="13328" name="Rectangle 14">
                <a:extLst>
                  <a:ext uri="{FF2B5EF4-FFF2-40B4-BE49-F238E27FC236}">
                    <a16:creationId xmlns:a16="http://schemas.microsoft.com/office/drawing/2014/main" id="{53E7AD21-350F-26C4-7854-5DFBA87455FE}"/>
                  </a:ext>
                </a:extLst>
              </p:cNvPr>
              <p:cNvSpPr>
                <a:spLocks noChangeArrowheads="1"/>
              </p:cNvSpPr>
              <p:nvPr/>
            </p:nvSpPr>
            <p:spPr bwMode="auto">
              <a:xfrm>
                <a:off x="674" y="1203"/>
                <a:ext cx="875" cy="311"/>
              </a:xfrm>
              <a:prstGeom prst="rect">
                <a:avLst/>
              </a:prstGeom>
              <a:solidFill>
                <a:srgbClr val="CC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nchorCtr="1"/>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1040" eaLnBrk="1" fontAlgn="base" hangingPunct="1">
                  <a:lnSpc>
                    <a:spcPct val="105000"/>
                  </a:lnSpc>
                  <a:spcBef>
                    <a:spcPct val="45000"/>
                  </a:spcBef>
                  <a:spcAft>
                    <a:spcPct val="0"/>
                  </a:spcAft>
                  <a:buClr>
                    <a:srgbClr val="00B85C"/>
                  </a:buClr>
                  <a:buSzPct val="120000"/>
                </a:pPr>
                <a:r>
                  <a:rPr lang="en-US" altLang="zh-CN" sz="1210">
                    <a:solidFill>
                      <a:srgbClr val="000000"/>
                    </a:solidFill>
                    <a:ea typeface="宋体" panose="02010600030101010101" pitchFamily="2" charset="-122"/>
                  </a:rPr>
                  <a:t>$12</a:t>
                </a:r>
              </a:p>
            </p:txBody>
          </p:sp>
          <p:sp>
            <p:nvSpPr>
              <p:cNvPr id="13329" name="Rectangle 15">
                <a:extLst>
                  <a:ext uri="{FF2B5EF4-FFF2-40B4-BE49-F238E27FC236}">
                    <a16:creationId xmlns:a16="http://schemas.microsoft.com/office/drawing/2014/main" id="{7EDBF804-5316-B9A6-1931-C34926B47D47}"/>
                  </a:ext>
                </a:extLst>
              </p:cNvPr>
              <p:cNvSpPr>
                <a:spLocks noChangeArrowheads="1"/>
              </p:cNvSpPr>
              <p:nvPr/>
            </p:nvSpPr>
            <p:spPr bwMode="auto">
              <a:xfrm>
                <a:off x="0" y="1203"/>
                <a:ext cx="674" cy="311"/>
              </a:xfrm>
              <a:prstGeom prst="rect">
                <a:avLst/>
              </a:prstGeom>
              <a:solidFill>
                <a:srgbClr val="CC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nchorCtr="1"/>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1040" eaLnBrk="1" fontAlgn="base" hangingPunct="1">
                  <a:lnSpc>
                    <a:spcPct val="105000"/>
                  </a:lnSpc>
                  <a:spcBef>
                    <a:spcPct val="45000"/>
                  </a:spcBef>
                  <a:spcAft>
                    <a:spcPct val="0"/>
                  </a:spcAft>
                  <a:buClr>
                    <a:srgbClr val="00B85C"/>
                  </a:buClr>
                  <a:buSzPct val="120000"/>
                </a:pPr>
                <a:r>
                  <a:rPr lang="en-US" altLang="zh-CN" sz="1210">
                    <a:solidFill>
                      <a:srgbClr val="000000"/>
                    </a:solidFill>
                    <a:ea typeface="宋体" panose="02010600030101010101" pitchFamily="2" charset="-122"/>
                  </a:rPr>
                  <a:t>2009</a:t>
                </a:r>
              </a:p>
            </p:txBody>
          </p:sp>
          <p:sp>
            <p:nvSpPr>
              <p:cNvPr id="13330" name="Rectangle 16">
                <a:extLst>
                  <a:ext uri="{FF2B5EF4-FFF2-40B4-BE49-F238E27FC236}">
                    <a16:creationId xmlns:a16="http://schemas.microsoft.com/office/drawing/2014/main" id="{3DA28F10-1695-1993-7803-6A93AA1D48EC}"/>
                  </a:ext>
                </a:extLst>
              </p:cNvPr>
              <p:cNvSpPr>
                <a:spLocks noChangeArrowheads="1"/>
              </p:cNvSpPr>
              <p:nvPr/>
            </p:nvSpPr>
            <p:spPr bwMode="auto">
              <a:xfrm>
                <a:off x="674" y="893"/>
                <a:ext cx="875" cy="310"/>
              </a:xfrm>
              <a:prstGeom prst="rect">
                <a:avLst/>
              </a:prstGeom>
              <a:solidFill>
                <a:srgbClr val="CC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nchorCtr="1"/>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1040" eaLnBrk="1" fontAlgn="base" hangingPunct="1">
                  <a:lnSpc>
                    <a:spcPct val="105000"/>
                  </a:lnSpc>
                  <a:spcBef>
                    <a:spcPct val="45000"/>
                  </a:spcBef>
                  <a:spcAft>
                    <a:spcPct val="0"/>
                  </a:spcAft>
                  <a:buClr>
                    <a:srgbClr val="00B85C"/>
                  </a:buClr>
                  <a:buSzPct val="120000"/>
                </a:pPr>
                <a:r>
                  <a:rPr lang="en-US" altLang="zh-CN" sz="1210">
                    <a:solidFill>
                      <a:srgbClr val="000000"/>
                    </a:solidFill>
                    <a:ea typeface="宋体" panose="02010600030101010101" pitchFamily="2" charset="-122"/>
                  </a:rPr>
                  <a:t>$11</a:t>
                </a:r>
              </a:p>
            </p:txBody>
          </p:sp>
          <p:sp>
            <p:nvSpPr>
              <p:cNvPr id="13331" name="Rectangle 17">
                <a:extLst>
                  <a:ext uri="{FF2B5EF4-FFF2-40B4-BE49-F238E27FC236}">
                    <a16:creationId xmlns:a16="http://schemas.microsoft.com/office/drawing/2014/main" id="{DDCC7791-7B1E-D23A-4577-0B3BCF3F36D8}"/>
                  </a:ext>
                </a:extLst>
              </p:cNvPr>
              <p:cNvSpPr>
                <a:spLocks noChangeArrowheads="1"/>
              </p:cNvSpPr>
              <p:nvPr/>
            </p:nvSpPr>
            <p:spPr bwMode="auto">
              <a:xfrm>
                <a:off x="0" y="893"/>
                <a:ext cx="674" cy="310"/>
              </a:xfrm>
              <a:prstGeom prst="rect">
                <a:avLst/>
              </a:prstGeom>
              <a:solidFill>
                <a:srgbClr val="CC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nchorCtr="1"/>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1040" eaLnBrk="1" fontAlgn="base" hangingPunct="1">
                  <a:lnSpc>
                    <a:spcPct val="105000"/>
                  </a:lnSpc>
                  <a:spcBef>
                    <a:spcPct val="45000"/>
                  </a:spcBef>
                  <a:spcAft>
                    <a:spcPct val="0"/>
                  </a:spcAft>
                  <a:buClr>
                    <a:srgbClr val="00B85C"/>
                  </a:buClr>
                  <a:buSzPct val="120000"/>
                </a:pPr>
                <a:r>
                  <a:rPr lang="en-US" altLang="zh-CN" sz="1210">
                    <a:solidFill>
                      <a:srgbClr val="000000"/>
                    </a:solidFill>
                    <a:ea typeface="宋体" panose="02010600030101010101" pitchFamily="2" charset="-122"/>
                  </a:rPr>
                  <a:t>2008</a:t>
                </a:r>
              </a:p>
            </p:txBody>
          </p:sp>
          <p:sp>
            <p:nvSpPr>
              <p:cNvPr id="13332" name="Rectangle 18">
                <a:extLst>
                  <a:ext uri="{FF2B5EF4-FFF2-40B4-BE49-F238E27FC236}">
                    <a16:creationId xmlns:a16="http://schemas.microsoft.com/office/drawing/2014/main" id="{AED81920-C25A-B25C-74C3-F0E950920DCC}"/>
                  </a:ext>
                </a:extLst>
              </p:cNvPr>
              <p:cNvSpPr>
                <a:spLocks noChangeArrowheads="1"/>
              </p:cNvSpPr>
              <p:nvPr/>
            </p:nvSpPr>
            <p:spPr bwMode="auto">
              <a:xfrm>
                <a:off x="674" y="582"/>
                <a:ext cx="875" cy="311"/>
              </a:xfrm>
              <a:prstGeom prst="rect">
                <a:avLst/>
              </a:prstGeom>
              <a:solidFill>
                <a:srgbClr val="CC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nchorCtr="1"/>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1040" eaLnBrk="1" fontAlgn="base" hangingPunct="1">
                  <a:lnSpc>
                    <a:spcPct val="105000"/>
                  </a:lnSpc>
                  <a:spcBef>
                    <a:spcPct val="45000"/>
                  </a:spcBef>
                  <a:spcAft>
                    <a:spcPct val="0"/>
                  </a:spcAft>
                  <a:buClr>
                    <a:srgbClr val="00B85C"/>
                  </a:buClr>
                  <a:buSzPct val="120000"/>
                </a:pPr>
                <a:r>
                  <a:rPr lang="en-US" altLang="zh-CN" sz="1210">
                    <a:solidFill>
                      <a:srgbClr val="000000"/>
                    </a:solidFill>
                    <a:ea typeface="宋体" panose="02010600030101010101" pitchFamily="2" charset="-122"/>
                  </a:rPr>
                  <a:t>$10</a:t>
                </a:r>
              </a:p>
            </p:txBody>
          </p:sp>
          <p:sp>
            <p:nvSpPr>
              <p:cNvPr id="13333" name="Rectangle 19">
                <a:extLst>
                  <a:ext uri="{FF2B5EF4-FFF2-40B4-BE49-F238E27FC236}">
                    <a16:creationId xmlns:a16="http://schemas.microsoft.com/office/drawing/2014/main" id="{7267A784-91FB-FEBA-A307-F9314296F4F1}"/>
                  </a:ext>
                </a:extLst>
              </p:cNvPr>
              <p:cNvSpPr>
                <a:spLocks noChangeArrowheads="1"/>
              </p:cNvSpPr>
              <p:nvPr/>
            </p:nvSpPr>
            <p:spPr bwMode="auto">
              <a:xfrm>
                <a:off x="0" y="582"/>
                <a:ext cx="674" cy="311"/>
              </a:xfrm>
              <a:prstGeom prst="rect">
                <a:avLst/>
              </a:prstGeom>
              <a:solidFill>
                <a:srgbClr val="CC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nchorCtr="1"/>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1040" eaLnBrk="1" fontAlgn="base" hangingPunct="1">
                  <a:lnSpc>
                    <a:spcPct val="105000"/>
                  </a:lnSpc>
                  <a:spcBef>
                    <a:spcPct val="45000"/>
                  </a:spcBef>
                  <a:spcAft>
                    <a:spcPct val="0"/>
                  </a:spcAft>
                  <a:buClr>
                    <a:srgbClr val="00B85C"/>
                  </a:buClr>
                  <a:buSzPct val="120000"/>
                </a:pPr>
                <a:r>
                  <a:rPr lang="en-US" altLang="zh-CN" sz="1210">
                    <a:solidFill>
                      <a:srgbClr val="000000"/>
                    </a:solidFill>
                    <a:ea typeface="宋体" panose="02010600030101010101" pitchFamily="2" charset="-122"/>
                  </a:rPr>
                  <a:t>2007</a:t>
                </a:r>
              </a:p>
            </p:txBody>
          </p:sp>
          <p:sp>
            <p:nvSpPr>
              <p:cNvPr id="13334" name="Rectangle 20">
                <a:extLst>
                  <a:ext uri="{FF2B5EF4-FFF2-40B4-BE49-F238E27FC236}">
                    <a16:creationId xmlns:a16="http://schemas.microsoft.com/office/drawing/2014/main" id="{EF63FBF1-DDE2-928B-4CEB-D352CF91750D}"/>
                  </a:ext>
                </a:extLst>
              </p:cNvPr>
              <p:cNvSpPr>
                <a:spLocks noChangeArrowheads="1"/>
              </p:cNvSpPr>
              <p:nvPr/>
            </p:nvSpPr>
            <p:spPr bwMode="auto">
              <a:xfrm>
                <a:off x="674" y="0"/>
                <a:ext cx="875" cy="582"/>
              </a:xfrm>
              <a:prstGeom prst="rect">
                <a:avLst/>
              </a:prstGeom>
              <a:solidFill>
                <a:srgbClr val="CC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nchorCtr="1"/>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defTabSz="461040" eaLnBrk="1" fontAlgn="base" hangingPunct="1">
                  <a:lnSpc>
                    <a:spcPct val="105000"/>
                  </a:lnSpc>
                  <a:spcBef>
                    <a:spcPct val="45000"/>
                  </a:spcBef>
                  <a:spcAft>
                    <a:spcPct val="0"/>
                  </a:spcAft>
                  <a:buClr>
                    <a:srgbClr val="00B85C"/>
                  </a:buClr>
                  <a:buSzPct val="120000"/>
                </a:pPr>
                <a:r>
                  <a:rPr lang="zh-CN" altLang="zh-CN" sz="1210">
                    <a:solidFill>
                      <a:srgbClr val="000000"/>
                    </a:solidFill>
                    <a:ea typeface="宋体" panose="02010600030101010101" pitchFamily="2" charset="-122"/>
                  </a:rPr>
                  <a:t>皮萨价格</a:t>
                </a:r>
              </a:p>
            </p:txBody>
          </p:sp>
          <p:sp>
            <p:nvSpPr>
              <p:cNvPr id="13335" name="Rectangle 21">
                <a:extLst>
                  <a:ext uri="{FF2B5EF4-FFF2-40B4-BE49-F238E27FC236}">
                    <a16:creationId xmlns:a16="http://schemas.microsoft.com/office/drawing/2014/main" id="{035AC214-9C33-8AF4-1CC0-8864924FF37A}"/>
                  </a:ext>
                </a:extLst>
              </p:cNvPr>
              <p:cNvSpPr>
                <a:spLocks noChangeArrowheads="1"/>
              </p:cNvSpPr>
              <p:nvPr/>
            </p:nvSpPr>
            <p:spPr bwMode="auto">
              <a:xfrm>
                <a:off x="0" y="0"/>
                <a:ext cx="674" cy="582"/>
              </a:xfrm>
              <a:prstGeom prst="rect">
                <a:avLst/>
              </a:prstGeom>
              <a:solidFill>
                <a:srgbClr val="CC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nchorCtr="1"/>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defTabSz="461040" eaLnBrk="1" fontAlgn="base" hangingPunct="1">
                  <a:lnSpc>
                    <a:spcPct val="105000"/>
                  </a:lnSpc>
                  <a:spcBef>
                    <a:spcPct val="45000"/>
                  </a:spcBef>
                  <a:spcAft>
                    <a:spcPct val="0"/>
                  </a:spcAft>
                  <a:buClr>
                    <a:srgbClr val="00B85C"/>
                  </a:buClr>
                  <a:buSzPct val="120000"/>
                </a:pPr>
                <a:r>
                  <a:rPr lang="zh-CN" altLang="zh-CN" sz="1210">
                    <a:solidFill>
                      <a:srgbClr val="000000"/>
                    </a:solidFill>
                    <a:ea typeface="宋体" panose="02010600030101010101" pitchFamily="2" charset="-122"/>
                  </a:rPr>
                  <a:t>年份</a:t>
                </a:r>
              </a:p>
            </p:txBody>
          </p:sp>
        </p:grpSp>
        <p:grpSp>
          <p:nvGrpSpPr>
            <p:cNvPr id="13336" name="Group 24">
              <a:extLst>
                <a:ext uri="{FF2B5EF4-FFF2-40B4-BE49-F238E27FC236}">
                  <a16:creationId xmlns:a16="http://schemas.microsoft.com/office/drawing/2014/main" id="{77E47E76-20D0-9364-6E1A-7DF0E1F3E03C}"/>
                </a:ext>
              </a:extLst>
            </p:cNvPr>
            <p:cNvGrpSpPr>
              <a:grpSpLocks/>
            </p:cNvGrpSpPr>
            <p:nvPr/>
          </p:nvGrpSpPr>
          <p:grpSpPr bwMode="auto">
            <a:xfrm>
              <a:off x="0" y="0"/>
              <a:ext cx="5192" cy="1514"/>
              <a:chOff x="0" y="0"/>
              <a:chExt cx="5192" cy="1514"/>
            </a:xfrm>
          </p:grpSpPr>
          <p:sp>
            <p:nvSpPr>
              <p:cNvPr id="13337" name="Line 23">
                <a:extLst>
                  <a:ext uri="{FF2B5EF4-FFF2-40B4-BE49-F238E27FC236}">
                    <a16:creationId xmlns:a16="http://schemas.microsoft.com/office/drawing/2014/main" id="{C7D55A9D-B542-092F-91F0-058A72C8C849}"/>
                  </a:ext>
                </a:extLst>
              </p:cNvPr>
              <p:cNvSpPr>
                <a:spLocks noChangeShapeType="1"/>
              </p:cNvSpPr>
              <p:nvPr/>
            </p:nvSpPr>
            <p:spPr bwMode="auto">
              <a:xfrm>
                <a:off x="0" y="0"/>
                <a:ext cx="5192" cy="0"/>
              </a:xfrm>
              <a:prstGeom prst="line">
                <a:avLst/>
              </a:prstGeom>
              <a:noFill/>
              <a:ln w="28575" cap="sq">
                <a:solidFill>
                  <a:schemeClr val="tx1"/>
                </a:solidFill>
                <a:round/>
                <a:headEnd/>
                <a:tailEnd/>
              </a:ln>
              <a:extLst>
                <a:ext uri="{909E8E84-426E-40DD-AFC4-6F175D3DCCD1}">
                  <a14:hiddenFill xmlns:a14="http://schemas.microsoft.com/office/drawing/2010/main">
                    <a:noFill/>
                  </a14:hiddenFill>
                </a:ext>
              </a:extLst>
            </p:spPr>
            <p:txBody>
              <a:bodyPr anchor="ctr" anchorCtr="1"/>
              <a:lstStyle/>
              <a:p>
                <a:pPr defTabSz="461040" fontAlgn="base">
                  <a:spcBef>
                    <a:spcPct val="0"/>
                  </a:spcBef>
                  <a:spcAft>
                    <a:spcPct val="0"/>
                  </a:spcAft>
                </a:pPr>
                <a:endParaRPr lang="zh-CN" altLang="en-US" sz="908">
                  <a:solidFill>
                    <a:srgbClr val="000000"/>
                  </a:solidFill>
                  <a:latin typeface="Arial" panose="020B0604020202020204" pitchFamily="34" charset="0"/>
                </a:endParaRPr>
              </a:p>
            </p:txBody>
          </p:sp>
          <p:sp>
            <p:nvSpPr>
              <p:cNvPr id="13338" name="Line 24">
                <a:extLst>
                  <a:ext uri="{FF2B5EF4-FFF2-40B4-BE49-F238E27FC236}">
                    <a16:creationId xmlns:a16="http://schemas.microsoft.com/office/drawing/2014/main" id="{F033D925-0914-18AA-B39C-EDA2C110427A}"/>
                  </a:ext>
                </a:extLst>
              </p:cNvPr>
              <p:cNvSpPr>
                <a:spLocks noChangeShapeType="1"/>
              </p:cNvSpPr>
              <p:nvPr/>
            </p:nvSpPr>
            <p:spPr bwMode="auto">
              <a:xfrm>
                <a:off x="0" y="582"/>
                <a:ext cx="5192"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nchor="ctr" anchorCtr="1"/>
              <a:lstStyle/>
              <a:p>
                <a:pPr defTabSz="461040" fontAlgn="base">
                  <a:spcBef>
                    <a:spcPct val="0"/>
                  </a:spcBef>
                  <a:spcAft>
                    <a:spcPct val="0"/>
                  </a:spcAft>
                </a:pPr>
                <a:endParaRPr lang="zh-CN" altLang="en-US" sz="908">
                  <a:solidFill>
                    <a:srgbClr val="000000"/>
                  </a:solidFill>
                  <a:latin typeface="Arial" panose="020B0604020202020204" pitchFamily="34" charset="0"/>
                </a:endParaRPr>
              </a:p>
            </p:txBody>
          </p:sp>
          <p:sp>
            <p:nvSpPr>
              <p:cNvPr id="13339" name="Line 25">
                <a:extLst>
                  <a:ext uri="{FF2B5EF4-FFF2-40B4-BE49-F238E27FC236}">
                    <a16:creationId xmlns:a16="http://schemas.microsoft.com/office/drawing/2014/main" id="{3769EDC4-5AC1-8755-0EF6-C2B88867A703}"/>
                  </a:ext>
                </a:extLst>
              </p:cNvPr>
              <p:cNvSpPr>
                <a:spLocks noChangeShapeType="1"/>
              </p:cNvSpPr>
              <p:nvPr/>
            </p:nvSpPr>
            <p:spPr bwMode="auto">
              <a:xfrm>
                <a:off x="0" y="893"/>
                <a:ext cx="5192"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nchor="ctr" anchorCtr="1"/>
              <a:lstStyle/>
              <a:p>
                <a:pPr defTabSz="461040" fontAlgn="base">
                  <a:spcBef>
                    <a:spcPct val="0"/>
                  </a:spcBef>
                  <a:spcAft>
                    <a:spcPct val="0"/>
                  </a:spcAft>
                </a:pPr>
                <a:endParaRPr lang="zh-CN" altLang="en-US" sz="908">
                  <a:solidFill>
                    <a:srgbClr val="000000"/>
                  </a:solidFill>
                  <a:latin typeface="Arial" panose="020B0604020202020204" pitchFamily="34" charset="0"/>
                </a:endParaRPr>
              </a:p>
            </p:txBody>
          </p:sp>
          <p:sp>
            <p:nvSpPr>
              <p:cNvPr id="13340" name="Line 26">
                <a:extLst>
                  <a:ext uri="{FF2B5EF4-FFF2-40B4-BE49-F238E27FC236}">
                    <a16:creationId xmlns:a16="http://schemas.microsoft.com/office/drawing/2014/main" id="{E5374B59-984D-B6E5-202F-2FE07DE8C742}"/>
                  </a:ext>
                </a:extLst>
              </p:cNvPr>
              <p:cNvSpPr>
                <a:spLocks noChangeShapeType="1"/>
              </p:cNvSpPr>
              <p:nvPr/>
            </p:nvSpPr>
            <p:spPr bwMode="auto">
              <a:xfrm>
                <a:off x="0" y="1203"/>
                <a:ext cx="5192" cy="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nchor="ctr" anchorCtr="1"/>
              <a:lstStyle/>
              <a:p>
                <a:pPr defTabSz="461040" fontAlgn="base">
                  <a:spcBef>
                    <a:spcPct val="0"/>
                  </a:spcBef>
                  <a:spcAft>
                    <a:spcPct val="0"/>
                  </a:spcAft>
                </a:pPr>
                <a:endParaRPr lang="zh-CN" altLang="en-US" sz="908">
                  <a:solidFill>
                    <a:srgbClr val="000000"/>
                  </a:solidFill>
                  <a:latin typeface="Arial" panose="020B0604020202020204" pitchFamily="34" charset="0"/>
                </a:endParaRPr>
              </a:p>
            </p:txBody>
          </p:sp>
          <p:sp>
            <p:nvSpPr>
              <p:cNvPr id="13341" name="Line 27">
                <a:extLst>
                  <a:ext uri="{FF2B5EF4-FFF2-40B4-BE49-F238E27FC236}">
                    <a16:creationId xmlns:a16="http://schemas.microsoft.com/office/drawing/2014/main" id="{6AD28F20-818B-CA66-5A28-881538238C95}"/>
                  </a:ext>
                </a:extLst>
              </p:cNvPr>
              <p:cNvSpPr>
                <a:spLocks noChangeShapeType="1"/>
              </p:cNvSpPr>
              <p:nvPr/>
            </p:nvSpPr>
            <p:spPr bwMode="auto">
              <a:xfrm>
                <a:off x="0" y="1514"/>
                <a:ext cx="5192" cy="0"/>
              </a:xfrm>
              <a:prstGeom prst="line">
                <a:avLst/>
              </a:prstGeom>
              <a:noFill/>
              <a:ln w="28575" cap="sq">
                <a:solidFill>
                  <a:schemeClr val="tx1"/>
                </a:solidFill>
                <a:round/>
                <a:headEnd/>
                <a:tailEnd/>
              </a:ln>
              <a:extLst>
                <a:ext uri="{909E8E84-426E-40DD-AFC4-6F175D3DCCD1}">
                  <a14:hiddenFill xmlns:a14="http://schemas.microsoft.com/office/drawing/2010/main">
                    <a:noFill/>
                  </a14:hiddenFill>
                </a:ext>
              </a:extLst>
            </p:spPr>
            <p:txBody>
              <a:bodyPr anchor="ctr" anchorCtr="1"/>
              <a:lstStyle/>
              <a:p>
                <a:pPr defTabSz="461040" fontAlgn="base">
                  <a:spcBef>
                    <a:spcPct val="0"/>
                  </a:spcBef>
                  <a:spcAft>
                    <a:spcPct val="0"/>
                  </a:spcAft>
                </a:pPr>
                <a:endParaRPr lang="zh-CN" altLang="en-US" sz="908">
                  <a:solidFill>
                    <a:srgbClr val="000000"/>
                  </a:solidFill>
                  <a:latin typeface="Arial" panose="020B0604020202020204" pitchFamily="34" charset="0"/>
                </a:endParaRPr>
              </a:p>
            </p:txBody>
          </p:sp>
          <p:sp>
            <p:nvSpPr>
              <p:cNvPr id="13342" name="Line 28">
                <a:extLst>
                  <a:ext uri="{FF2B5EF4-FFF2-40B4-BE49-F238E27FC236}">
                    <a16:creationId xmlns:a16="http://schemas.microsoft.com/office/drawing/2014/main" id="{59692714-4BDE-118E-F31B-FB1926E643AA}"/>
                  </a:ext>
                </a:extLst>
              </p:cNvPr>
              <p:cNvSpPr>
                <a:spLocks noChangeShapeType="1"/>
              </p:cNvSpPr>
              <p:nvPr/>
            </p:nvSpPr>
            <p:spPr bwMode="auto">
              <a:xfrm>
                <a:off x="0" y="0"/>
                <a:ext cx="0" cy="1514"/>
              </a:xfrm>
              <a:prstGeom prst="line">
                <a:avLst/>
              </a:prstGeom>
              <a:noFill/>
              <a:ln w="28575" cap="sq">
                <a:solidFill>
                  <a:schemeClr val="tx1"/>
                </a:solidFill>
                <a:round/>
                <a:headEnd/>
                <a:tailEnd/>
              </a:ln>
              <a:extLst>
                <a:ext uri="{909E8E84-426E-40DD-AFC4-6F175D3DCCD1}">
                  <a14:hiddenFill xmlns:a14="http://schemas.microsoft.com/office/drawing/2010/main">
                    <a:noFill/>
                  </a14:hiddenFill>
                </a:ext>
              </a:extLst>
            </p:spPr>
            <p:txBody>
              <a:bodyPr anchor="ctr" anchorCtr="1"/>
              <a:lstStyle/>
              <a:p>
                <a:pPr defTabSz="461040" fontAlgn="base">
                  <a:spcBef>
                    <a:spcPct val="0"/>
                  </a:spcBef>
                  <a:spcAft>
                    <a:spcPct val="0"/>
                  </a:spcAft>
                </a:pPr>
                <a:endParaRPr lang="zh-CN" altLang="en-US" sz="908">
                  <a:solidFill>
                    <a:srgbClr val="000000"/>
                  </a:solidFill>
                  <a:latin typeface="Arial" panose="020B0604020202020204" pitchFamily="34" charset="0"/>
                </a:endParaRPr>
              </a:p>
            </p:txBody>
          </p:sp>
          <p:sp>
            <p:nvSpPr>
              <p:cNvPr id="13343" name="Line 29">
                <a:extLst>
                  <a:ext uri="{FF2B5EF4-FFF2-40B4-BE49-F238E27FC236}">
                    <a16:creationId xmlns:a16="http://schemas.microsoft.com/office/drawing/2014/main" id="{5B0B08F9-4572-6A3C-44B6-6918540D429A}"/>
                  </a:ext>
                </a:extLst>
              </p:cNvPr>
              <p:cNvSpPr>
                <a:spLocks noChangeShapeType="1"/>
              </p:cNvSpPr>
              <p:nvPr/>
            </p:nvSpPr>
            <p:spPr bwMode="auto">
              <a:xfrm>
                <a:off x="674" y="0"/>
                <a:ext cx="0" cy="1514"/>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nchor="ctr" anchorCtr="1"/>
              <a:lstStyle/>
              <a:p>
                <a:pPr defTabSz="461040" fontAlgn="base">
                  <a:spcBef>
                    <a:spcPct val="0"/>
                  </a:spcBef>
                  <a:spcAft>
                    <a:spcPct val="0"/>
                  </a:spcAft>
                </a:pPr>
                <a:endParaRPr lang="zh-CN" altLang="en-US" sz="908">
                  <a:solidFill>
                    <a:srgbClr val="000000"/>
                  </a:solidFill>
                  <a:latin typeface="Arial" panose="020B0604020202020204" pitchFamily="34" charset="0"/>
                </a:endParaRPr>
              </a:p>
            </p:txBody>
          </p:sp>
          <p:sp>
            <p:nvSpPr>
              <p:cNvPr id="13344" name="Line 30">
                <a:extLst>
                  <a:ext uri="{FF2B5EF4-FFF2-40B4-BE49-F238E27FC236}">
                    <a16:creationId xmlns:a16="http://schemas.microsoft.com/office/drawing/2014/main" id="{F7340EA1-680D-7E57-79F6-CA90D9A2E81D}"/>
                  </a:ext>
                </a:extLst>
              </p:cNvPr>
              <p:cNvSpPr>
                <a:spLocks noChangeShapeType="1"/>
              </p:cNvSpPr>
              <p:nvPr/>
            </p:nvSpPr>
            <p:spPr bwMode="auto">
              <a:xfrm>
                <a:off x="1549" y="0"/>
                <a:ext cx="0" cy="1514"/>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nchor="ctr" anchorCtr="1"/>
              <a:lstStyle/>
              <a:p>
                <a:pPr defTabSz="461040" fontAlgn="base">
                  <a:spcBef>
                    <a:spcPct val="0"/>
                  </a:spcBef>
                  <a:spcAft>
                    <a:spcPct val="0"/>
                  </a:spcAft>
                </a:pPr>
                <a:endParaRPr lang="zh-CN" altLang="en-US" sz="908">
                  <a:solidFill>
                    <a:srgbClr val="000000"/>
                  </a:solidFill>
                  <a:latin typeface="Arial" panose="020B0604020202020204" pitchFamily="34" charset="0"/>
                </a:endParaRPr>
              </a:p>
            </p:txBody>
          </p:sp>
          <p:sp>
            <p:nvSpPr>
              <p:cNvPr id="13345" name="Line 31">
                <a:extLst>
                  <a:ext uri="{FF2B5EF4-FFF2-40B4-BE49-F238E27FC236}">
                    <a16:creationId xmlns:a16="http://schemas.microsoft.com/office/drawing/2014/main" id="{38709E15-BC74-8134-DE46-09796AC8330B}"/>
                  </a:ext>
                </a:extLst>
              </p:cNvPr>
              <p:cNvSpPr>
                <a:spLocks noChangeShapeType="1"/>
              </p:cNvSpPr>
              <p:nvPr/>
            </p:nvSpPr>
            <p:spPr bwMode="auto">
              <a:xfrm>
                <a:off x="5192" y="0"/>
                <a:ext cx="0" cy="1514"/>
              </a:xfrm>
              <a:prstGeom prst="line">
                <a:avLst/>
              </a:prstGeom>
              <a:noFill/>
              <a:ln w="28575" cap="sq">
                <a:solidFill>
                  <a:schemeClr val="tx1"/>
                </a:solidFill>
                <a:round/>
                <a:headEnd/>
                <a:tailEnd/>
              </a:ln>
              <a:extLst>
                <a:ext uri="{909E8E84-426E-40DD-AFC4-6F175D3DCCD1}">
                  <a14:hiddenFill xmlns:a14="http://schemas.microsoft.com/office/drawing/2010/main">
                    <a:noFill/>
                  </a14:hiddenFill>
                </a:ext>
              </a:extLst>
            </p:spPr>
            <p:txBody>
              <a:bodyPr anchor="ctr" anchorCtr="1"/>
              <a:lstStyle/>
              <a:p>
                <a:pPr defTabSz="461040" fontAlgn="base">
                  <a:spcBef>
                    <a:spcPct val="0"/>
                  </a:spcBef>
                  <a:spcAft>
                    <a:spcPct val="0"/>
                  </a:spcAft>
                </a:pPr>
                <a:endParaRPr lang="zh-CN" altLang="en-US" sz="908">
                  <a:solidFill>
                    <a:srgbClr val="000000"/>
                  </a:solidFill>
                  <a:latin typeface="Arial" panose="020B0604020202020204" pitchFamily="34" charset="0"/>
                </a:endParaRPr>
              </a:p>
            </p:txBody>
          </p:sp>
          <p:sp>
            <p:nvSpPr>
              <p:cNvPr id="13346" name="Line 32">
                <a:extLst>
                  <a:ext uri="{FF2B5EF4-FFF2-40B4-BE49-F238E27FC236}">
                    <a16:creationId xmlns:a16="http://schemas.microsoft.com/office/drawing/2014/main" id="{A2008F52-1BE9-4F8D-C80E-9D9FD2FDB8B5}"/>
                  </a:ext>
                </a:extLst>
              </p:cNvPr>
              <p:cNvSpPr>
                <a:spLocks noChangeShapeType="1"/>
              </p:cNvSpPr>
              <p:nvPr/>
            </p:nvSpPr>
            <p:spPr bwMode="auto">
              <a:xfrm>
                <a:off x="2499" y="0"/>
                <a:ext cx="0" cy="1514"/>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a:lstStyle/>
              <a:p>
                <a:pPr defTabSz="461040" fontAlgn="base">
                  <a:spcBef>
                    <a:spcPct val="0"/>
                  </a:spcBef>
                  <a:spcAft>
                    <a:spcPct val="0"/>
                  </a:spcAft>
                </a:pPr>
                <a:endParaRPr lang="zh-CN" altLang="en-US" sz="908">
                  <a:solidFill>
                    <a:srgbClr val="000000"/>
                  </a:solidFill>
                  <a:latin typeface="Arial" panose="020B0604020202020204" pitchFamily="34" charset="0"/>
                </a:endParaRPr>
              </a:p>
            </p:txBody>
          </p:sp>
        </p:grpSp>
      </p:grpSp>
      <p:sp>
        <p:nvSpPr>
          <p:cNvPr id="13347" name="Rectangle 33">
            <a:extLst>
              <a:ext uri="{FF2B5EF4-FFF2-40B4-BE49-F238E27FC236}">
                <a16:creationId xmlns:a16="http://schemas.microsoft.com/office/drawing/2014/main" id="{C998BDDA-69F6-D9EB-0500-E42669E80AF3}"/>
              </a:ext>
            </a:extLst>
          </p:cNvPr>
          <p:cNvSpPr>
            <a:spLocks noChangeArrowheads="1"/>
          </p:cNvSpPr>
          <p:nvPr/>
        </p:nvSpPr>
        <p:spPr bwMode="auto">
          <a:xfrm>
            <a:off x="144866" y="1824818"/>
            <a:ext cx="2585176" cy="13646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1040" eaLnBrk="1" fontAlgn="base" hangingPunct="1">
              <a:lnSpc>
                <a:spcPct val="105000"/>
              </a:lnSpc>
              <a:spcBef>
                <a:spcPct val="55000"/>
              </a:spcBef>
              <a:spcAft>
                <a:spcPct val="0"/>
              </a:spcAft>
              <a:buClr>
                <a:srgbClr val="00B85C"/>
              </a:buClr>
            </a:pPr>
            <a:r>
              <a:rPr lang="zh-CN" altLang="zh-CN" sz="1311" dirty="0">
                <a:solidFill>
                  <a:srgbClr val="000000"/>
                </a:solidFill>
                <a:ea typeface="宋体" panose="02010600030101010101" pitchFamily="2" charset="-122"/>
              </a:rPr>
              <a:t>计算每年的CPI</a:t>
            </a:r>
          </a:p>
          <a:p>
            <a:pPr defTabSz="461040" eaLnBrk="1" fontAlgn="base" hangingPunct="1">
              <a:lnSpc>
                <a:spcPct val="105000"/>
              </a:lnSpc>
              <a:spcBef>
                <a:spcPct val="55000"/>
              </a:spcBef>
              <a:spcAft>
                <a:spcPct val="0"/>
              </a:spcAft>
              <a:buClr>
                <a:srgbClr val="00B85C"/>
              </a:buClr>
            </a:pPr>
            <a:r>
              <a:rPr lang="zh-CN" altLang="zh-CN" sz="1311" dirty="0">
                <a:solidFill>
                  <a:srgbClr val="000000"/>
                </a:solidFill>
                <a:ea typeface="宋体" panose="02010600030101010101" pitchFamily="2" charset="-122"/>
              </a:rPr>
              <a:t>2007:   100 x ($60/$60) = </a:t>
            </a:r>
            <a:r>
              <a:rPr lang="zh-CN" altLang="zh-CN" sz="1311" dirty="0">
                <a:solidFill>
                  <a:srgbClr val="CC0000"/>
                </a:solidFill>
                <a:ea typeface="宋体" panose="02010600030101010101" pitchFamily="2" charset="-122"/>
              </a:rPr>
              <a:t>100</a:t>
            </a:r>
          </a:p>
          <a:p>
            <a:pPr defTabSz="461040" eaLnBrk="1" fontAlgn="base" hangingPunct="1">
              <a:lnSpc>
                <a:spcPct val="105000"/>
              </a:lnSpc>
              <a:spcBef>
                <a:spcPct val="55000"/>
              </a:spcBef>
              <a:spcAft>
                <a:spcPct val="0"/>
              </a:spcAft>
              <a:buClr>
                <a:srgbClr val="00B85C"/>
              </a:buClr>
            </a:pPr>
            <a:r>
              <a:rPr lang="zh-CN" altLang="zh-CN" sz="1311" dirty="0">
                <a:solidFill>
                  <a:srgbClr val="000000"/>
                </a:solidFill>
                <a:ea typeface="宋体" panose="02010600030101010101" pitchFamily="2" charset="-122"/>
              </a:rPr>
              <a:t>2008:   100 x ($69/$60) = </a:t>
            </a:r>
            <a:r>
              <a:rPr lang="zh-CN" altLang="zh-CN" sz="1311" dirty="0">
                <a:solidFill>
                  <a:srgbClr val="CC0000"/>
                </a:solidFill>
                <a:ea typeface="宋体" panose="02010600030101010101" pitchFamily="2" charset="-122"/>
              </a:rPr>
              <a:t>115</a:t>
            </a:r>
          </a:p>
          <a:p>
            <a:pPr defTabSz="461040" eaLnBrk="1" fontAlgn="base" hangingPunct="1">
              <a:lnSpc>
                <a:spcPct val="105000"/>
              </a:lnSpc>
              <a:spcBef>
                <a:spcPct val="55000"/>
              </a:spcBef>
              <a:spcAft>
                <a:spcPct val="0"/>
              </a:spcAft>
              <a:buClr>
                <a:srgbClr val="00B85C"/>
              </a:buClr>
            </a:pPr>
            <a:r>
              <a:rPr lang="zh-CN" altLang="zh-CN" sz="1311" dirty="0">
                <a:solidFill>
                  <a:srgbClr val="000000"/>
                </a:solidFill>
                <a:ea typeface="宋体" panose="02010600030101010101" pitchFamily="2" charset="-122"/>
              </a:rPr>
              <a:t>2009:   100 x ($78/$60) = </a:t>
            </a:r>
            <a:r>
              <a:rPr lang="zh-CN" altLang="zh-CN" sz="1311" dirty="0">
                <a:solidFill>
                  <a:srgbClr val="CC0000"/>
                </a:solidFill>
                <a:ea typeface="宋体" panose="02010600030101010101" pitchFamily="2" charset="-122"/>
              </a:rPr>
              <a:t>130</a:t>
            </a:r>
          </a:p>
        </p:txBody>
      </p:sp>
      <p:sp>
        <p:nvSpPr>
          <p:cNvPr id="13348" name="Text Box 40">
            <a:extLst>
              <a:ext uri="{FF2B5EF4-FFF2-40B4-BE49-F238E27FC236}">
                <a16:creationId xmlns:a16="http://schemas.microsoft.com/office/drawing/2014/main" id="{CFBE2AA0-4DE4-2592-AFB6-4971B5BA1923}"/>
              </a:ext>
            </a:extLst>
          </p:cNvPr>
          <p:cNvSpPr txBox="1">
            <a:spLocks noChangeArrowheads="1"/>
          </p:cNvSpPr>
          <p:nvPr/>
        </p:nvSpPr>
        <p:spPr bwMode="auto">
          <a:xfrm>
            <a:off x="2674819" y="1878443"/>
            <a:ext cx="1150124" cy="244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1040" eaLnBrk="1" fontAlgn="base" hangingPunct="1">
              <a:spcBef>
                <a:spcPct val="0"/>
              </a:spcBef>
              <a:spcAft>
                <a:spcPct val="0"/>
              </a:spcAft>
            </a:pPr>
            <a:r>
              <a:rPr lang="zh-CN" altLang="zh-CN" sz="1311">
                <a:solidFill>
                  <a:srgbClr val="000000"/>
                </a:solidFill>
                <a:ea typeface="宋体" panose="02010600030101010101" pitchFamily="2" charset="-122"/>
              </a:rPr>
              <a:t>通货膨胀率:</a:t>
            </a:r>
            <a:endParaRPr lang="zh-CN" altLang="zh-CN" sz="1311" b="1">
              <a:solidFill>
                <a:srgbClr val="000000"/>
              </a:solidFill>
              <a:ea typeface="宋体" panose="02010600030101010101" pitchFamily="2" charset="-122"/>
            </a:endParaRPr>
          </a:p>
        </p:txBody>
      </p:sp>
      <p:sp>
        <p:nvSpPr>
          <p:cNvPr id="13349" name="FlagCount" hidden="1">
            <a:hlinkClick r:id="rId3" action="ppaction://hlinkfile"/>
            <a:extLst>
              <a:ext uri="{FF2B5EF4-FFF2-40B4-BE49-F238E27FC236}">
                <a16:creationId xmlns:a16="http://schemas.microsoft.com/office/drawing/2014/main" id="{D2DFDD65-2D95-F37C-ABFD-4B21D3EAA760}"/>
              </a:ext>
            </a:extLst>
          </p:cNvPr>
          <p:cNvSpPr>
            <a:spLocks noChangeArrowheads="1"/>
          </p:cNvSpPr>
          <p:nvPr/>
        </p:nvSpPr>
        <p:spPr bwMode="auto">
          <a:xfrm>
            <a:off x="4161896" y="129646"/>
            <a:ext cx="192088" cy="160073"/>
          </a:xfrm>
          <a:prstGeom prst="wedgeRoundRectCallout">
            <a:avLst>
              <a:gd name="adj1" fmla="val -43750"/>
              <a:gd name="adj2" fmla="val 70000"/>
              <a:gd name="adj3" fmla="val 16667"/>
            </a:avLst>
          </a:prstGeom>
          <a:solidFill>
            <a:schemeClr val="accent1">
              <a:alpha val="25000"/>
            </a:schemeClr>
          </a:solidFill>
          <a:ln w="19050">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defTabSz="461040" eaLnBrk="1" fontAlgn="base" hangingPunct="1">
              <a:spcBef>
                <a:spcPct val="0"/>
              </a:spcBef>
              <a:spcAft>
                <a:spcPct val="0"/>
              </a:spcAft>
            </a:pPr>
            <a:r>
              <a:rPr lang="en-US" altLang="zh-CN" sz="706" b="1">
                <a:solidFill>
                  <a:srgbClr val="000000"/>
                </a:solidFill>
                <a:latin typeface="Tahoma" panose="020B0604030504040204" pitchFamily="34" charset="0"/>
                <a:ea typeface="宋体" panose="02010600030101010101" pitchFamily="2" charset="-122"/>
              </a:rPr>
              <a:t>0</a:t>
            </a:r>
          </a:p>
        </p:txBody>
      </p:sp>
      <p:grpSp>
        <p:nvGrpSpPr>
          <p:cNvPr id="13350" name="Group 38">
            <a:extLst>
              <a:ext uri="{FF2B5EF4-FFF2-40B4-BE49-F238E27FC236}">
                <a16:creationId xmlns:a16="http://schemas.microsoft.com/office/drawing/2014/main" id="{7F504E5F-3508-605A-D510-7198CC8EA86B}"/>
              </a:ext>
            </a:extLst>
          </p:cNvPr>
          <p:cNvGrpSpPr>
            <a:grpSpLocks/>
          </p:cNvGrpSpPr>
          <p:nvPr/>
        </p:nvGrpSpPr>
        <p:grpSpPr bwMode="auto">
          <a:xfrm>
            <a:off x="2408297" y="2167374"/>
            <a:ext cx="2016919" cy="429796"/>
            <a:chOff x="0" y="-2"/>
            <a:chExt cx="2520" cy="537"/>
          </a:xfrm>
        </p:grpSpPr>
        <p:sp>
          <p:nvSpPr>
            <p:cNvPr id="13351" name="Text Box 35">
              <a:extLst>
                <a:ext uri="{FF2B5EF4-FFF2-40B4-BE49-F238E27FC236}">
                  <a16:creationId xmlns:a16="http://schemas.microsoft.com/office/drawing/2014/main" id="{7F2F1EAC-4AAD-82F1-97F9-60A1E34E28D6}"/>
                </a:ext>
              </a:extLst>
            </p:cNvPr>
            <p:cNvSpPr txBox="1">
              <a:spLocks noChangeArrowheads="1"/>
            </p:cNvSpPr>
            <p:nvPr/>
          </p:nvSpPr>
          <p:spPr bwMode="auto">
            <a:xfrm>
              <a:off x="193" y="99"/>
              <a:ext cx="492" cy="367"/>
            </a:xfrm>
            <a:prstGeom prst="rect">
              <a:avLst/>
            </a:prstGeom>
            <a:solidFill>
              <a:srgbClr val="FFCCCC"/>
            </a:solidFill>
            <a:ln>
              <a:noFill/>
            </a:ln>
            <a:extLst>
              <a:ext uri="{91240B29-F687-4F45-9708-019B960494DF}">
                <a14:hiddenLine xmlns:a14="http://schemas.microsoft.com/office/drawing/2010/main" w="9525">
                  <a:solidFill>
                    <a:srgbClr val="000000"/>
                  </a:solidFill>
                  <a:miter lim="800000"/>
                  <a:headEnd/>
                  <a:tailEnd/>
                </a14:hiddenLine>
              </a:ext>
            </a:extLst>
          </p:spPr>
          <p:txBody>
            <a:bodyPr lIns="23051" rIns="23051">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1040" eaLnBrk="1" fontAlgn="base" hangingPunct="1">
                <a:spcBef>
                  <a:spcPct val="50000"/>
                </a:spcBef>
                <a:spcAft>
                  <a:spcPct val="0"/>
                </a:spcAft>
              </a:pPr>
              <a:r>
                <a:rPr lang="en-US" altLang="zh-CN" sz="1311">
                  <a:solidFill>
                    <a:srgbClr val="000000"/>
                  </a:solidFill>
                  <a:ea typeface="宋体" panose="02010600030101010101" pitchFamily="2" charset="-122"/>
                </a:rPr>
                <a:t>15%</a:t>
              </a:r>
            </a:p>
          </p:txBody>
        </p:sp>
        <p:sp>
          <p:nvSpPr>
            <p:cNvPr id="13352" name="AutoShape 36">
              <a:extLst>
                <a:ext uri="{FF2B5EF4-FFF2-40B4-BE49-F238E27FC236}">
                  <a16:creationId xmlns:a16="http://schemas.microsoft.com/office/drawing/2014/main" id="{2282CA55-A282-8629-7A2C-335836C2F0B5}"/>
                </a:ext>
              </a:extLst>
            </p:cNvPr>
            <p:cNvSpPr>
              <a:spLocks/>
            </p:cNvSpPr>
            <p:nvPr/>
          </p:nvSpPr>
          <p:spPr bwMode="auto">
            <a:xfrm>
              <a:off x="0" y="121"/>
              <a:ext cx="156" cy="414"/>
            </a:xfrm>
            <a:prstGeom prst="rightBrace">
              <a:avLst>
                <a:gd name="adj1" fmla="val 32055"/>
                <a:gd name="adj2" fmla="val 42755"/>
              </a:avLst>
            </a:prstGeom>
            <a:noFill/>
            <a:ln w="19050">
              <a:solidFill>
                <a:srgbClr val="8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1040" eaLnBrk="1" fontAlgn="base" hangingPunct="1">
                <a:spcBef>
                  <a:spcPct val="0"/>
                </a:spcBef>
                <a:spcAft>
                  <a:spcPct val="0"/>
                </a:spcAft>
              </a:pPr>
              <a:endParaRPr lang="zh-CN" altLang="zh-CN" sz="908">
                <a:solidFill>
                  <a:srgbClr val="000000"/>
                </a:solidFill>
                <a:ea typeface="宋体" panose="02010600030101010101" pitchFamily="2" charset="-122"/>
              </a:endParaRPr>
            </a:p>
          </p:txBody>
        </p:sp>
        <p:grpSp>
          <p:nvGrpSpPr>
            <p:cNvPr id="13353" name="Group 41">
              <a:extLst>
                <a:ext uri="{FF2B5EF4-FFF2-40B4-BE49-F238E27FC236}">
                  <a16:creationId xmlns:a16="http://schemas.microsoft.com/office/drawing/2014/main" id="{E2DE0453-D1EC-82E8-735F-407518BA88CD}"/>
                </a:ext>
              </a:extLst>
            </p:cNvPr>
            <p:cNvGrpSpPr>
              <a:grpSpLocks/>
            </p:cNvGrpSpPr>
            <p:nvPr/>
          </p:nvGrpSpPr>
          <p:grpSpPr bwMode="auto">
            <a:xfrm>
              <a:off x="742" y="-2"/>
              <a:ext cx="1778" cy="502"/>
              <a:chOff x="0" y="-2"/>
              <a:chExt cx="1778" cy="502"/>
            </a:xfrm>
          </p:grpSpPr>
          <p:sp>
            <p:nvSpPr>
              <p:cNvPr id="13354" name="Rectangle 43">
                <a:extLst>
                  <a:ext uri="{FF2B5EF4-FFF2-40B4-BE49-F238E27FC236}">
                    <a16:creationId xmlns:a16="http://schemas.microsoft.com/office/drawing/2014/main" id="{109CDBD5-2D14-96D8-7150-1DCE1238F5CF}"/>
                  </a:ext>
                </a:extLst>
              </p:cNvPr>
              <p:cNvSpPr>
                <a:spLocks noChangeArrowheads="1"/>
              </p:cNvSpPr>
              <p:nvPr/>
            </p:nvSpPr>
            <p:spPr bwMode="auto">
              <a:xfrm>
                <a:off x="148" y="-2"/>
                <a:ext cx="870"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nchorCtr="1">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1040" eaLnBrk="1" fontAlgn="base" hangingPunct="1">
                  <a:spcBef>
                    <a:spcPct val="0"/>
                  </a:spcBef>
                  <a:spcAft>
                    <a:spcPct val="0"/>
                  </a:spcAft>
                </a:pPr>
                <a:r>
                  <a:rPr lang="en-US" altLang="zh-CN" sz="1311">
                    <a:solidFill>
                      <a:srgbClr val="000000"/>
                    </a:solidFill>
                    <a:ea typeface="宋体" panose="02010600030101010101" pitchFamily="2" charset="-122"/>
                  </a:rPr>
                  <a:t>115</a:t>
                </a:r>
                <a:r>
                  <a:rPr lang="en-US" altLang="zh-CN" sz="706">
                    <a:solidFill>
                      <a:srgbClr val="000000"/>
                    </a:solidFill>
                    <a:ea typeface="宋体" panose="02010600030101010101" pitchFamily="2" charset="-122"/>
                  </a:rPr>
                  <a:t> </a:t>
                </a:r>
                <a:r>
                  <a:rPr lang="en-US" altLang="zh-CN" sz="1311">
                    <a:solidFill>
                      <a:srgbClr val="000000"/>
                    </a:solidFill>
                    <a:ea typeface="宋体" panose="02010600030101010101" pitchFamily="2" charset="-122"/>
                  </a:rPr>
                  <a:t>–</a:t>
                </a:r>
                <a:r>
                  <a:rPr lang="en-US" altLang="zh-CN" sz="908">
                    <a:solidFill>
                      <a:srgbClr val="000000"/>
                    </a:solidFill>
                    <a:ea typeface="宋体" panose="02010600030101010101" pitchFamily="2" charset="-122"/>
                  </a:rPr>
                  <a:t> </a:t>
                </a:r>
                <a:r>
                  <a:rPr lang="en-US" altLang="zh-CN" sz="1311">
                    <a:solidFill>
                      <a:srgbClr val="000000"/>
                    </a:solidFill>
                    <a:ea typeface="宋体" panose="02010600030101010101" pitchFamily="2" charset="-122"/>
                  </a:rPr>
                  <a:t>100</a:t>
                </a:r>
              </a:p>
            </p:txBody>
          </p:sp>
          <p:sp>
            <p:nvSpPr>
              <p:cNvPr id="13355" name="Rectangle 44">
                <a:extLst>
                  <a:ext uri="{FF2B5EF4-FFF2-40B4-BE49-F238E27FC236}">
                    <a16:creationId xmlns:a16="http://schemas.microsoft.com/office/drawing/2014/main" id="{D4EE1020-89AD-F814-5159-866C77ED71B6}"/>
                  </a:ext>
                </a:extLst>
              </p:cNvPr>
              <p:cNvSpPr>
                <a:spLocks noChangeArrowheads="1"/>
              </p:cNvSpPr>
              <p:nvPr/>
            </p:nvSpPr>
            <p:spPr bwMode="auto">
              <a:xfrm>
                <a:off x="435" y="248"/>
                <a:ext cx="348"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nchorCtr="1">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1040" eaLnBrk="1" fontAlgn="base" hangingPunct="1">
                  <a:spcBef>
                    <a:spcPct val="0"/>
                  </a:spcBef>
                  <a:spcAft>
                    <a:spcPct val="0"/>
                  </a:spcAft>
                </a:pPr>
                <a:r>
                  <a:rPr lang="en-US" altLang="zh-CN" sz="1311">
                    <a:solidFill>
                      <a:srgbClr val="000000"/>
                    </a:solidFill>
                    <a:ea typeface="宋体" panose="02010600030101010101" pitchFamily="2" charset="-122"/>
                  </a:rPr>
                  <a:t>100</a:t>
                </a:r>
              </a:p>
            </p:txBody>
          </p:sp>
          <p:sp>
            <p:nvSpPr>
              <p:cNvPr id="13356" name="Rectangle 45">
                <a:extLst>
                  <a:ext uri="{FF2B5EF4-FFF2-40B4-BE49-F238E27FC236}">
                    <a16:creationId xmlns:a16="http://schemas.microsoft.com/office/drawing/2014/main" id="{3BB1012A-DB3B-73AB-FDDC-5952509F2FBE}"/>
                  </a:ext>
                </a:extLst>
              </p:cNvPr>
              <p:cNvSpPr>
                <a:spLocks noChangeArrowheads="1"/>
              </p:cNvSpPr>
              <p:nvPr/>
            </p:nvSpPr>
            <p:spPr bwMode="auto">
              <a:xfrm>
                <a:off x="1103" y="103"/>
                <a:ext cx="675"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nchorCtr="1">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1040" eaLnBrk="1" fontAlgn="base" hangingPunct="1">
                  <a:spcBef>
                    <a:spcPct val="0"/>
                  </a:spcBef>
                  <a:spcAft>
                    <a:spcPct val="0"/>
                  </a:spcAft>
                </a:pPr>
                <a:r>
                  <a:rPr lang="en-US" altLang="zh-CN" sz="1311">
                    <a:solidFill>
                      <a:srgbClr val="000000"/>
                    </a:solidFill>
                    <a:ea typeface="宋体" panose="02010600030101010101" pitchFamily="2" charset="-122"/>
                  </a:rPr>
                  <a:t>x</a:t>
                </a:r>
                <a:r>
                  <a:rPr lang="en-US" altLang="zh-CN" sz="807">
                    <a:solidFill>
                      <a:srgbClr val="000000"/>
                    </a:solidFill>
                    <a:ea typeface="宋体" panose="02010600030101010101" pitchFamily="2" charset="-122"/>
                  </a:rPr>
                  <a:t> </a:t>
                </a:r>
                <a:r>
                  <a:rPr lang="en-US" altLang="zh-CN" sz="1311">
                    <a:solidFill>
                      <a:srgbClr val="000000"/>
                    </a:solidFill>
                    <a:ea typeface="宋体" panose="02010600030101010101" pitchFamily="2" charset="-122"/>
                  </a:rPr>
                  <a:t>100%</a:t>
                </a:r>
              </a:p>
            </p:txBody>
          </p:sp>
          <p:sp>
            <p:nvSpPr>
              <p:cNvPr id="13357" name="Rectangle 46">
                <a:extLst>
                  <a:ext uri="{FF2B5EF4-FFF2-40B4-BE49-F238E27FC236}">
                    <a16:creationId xmlns:a16="http://schemas.microsoft.com/office/drawing/2014/main" id="{158B3FB7-6BF1-B91C-43A7-C6A07B72C903}"/>
                  </a:ext>
                </a:extLst>
              </p:cNvPr>
              <p:cNvSpPr>
                <a:spLocks noChangeArrowheads="1"/>
              </p:cNvSpPr>
              <p:nvPr/>
            </p:nvSpPr>
            <p:spPr bwMode="auto">
              <a:xfrm>
                <a:off x="0" y="120"/>
                <a:ext cx="122"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nchorCtr="1">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1040" eaLnBrk="1" fontAlgn="base" hangingPunct="1">
                  <a:spcBef>
                    <a:spcPct val="0"/>
                  </a:spcBef>
                  <a:spcAft>
                    <a:spcPct val="0"/>
                  </a:spcAft>
                </a:pPr>
                <a:r>
                  <a:rPr lang="en-US" altLang="zh-CN" sz="1311">
                    <a:solidFill>
                      <a:srgbClr val="000000"/>
                    </a:solidFill>
                    <a:ea typeface="宋体" panose="02010600030101010101" pitchFamily="2" charset="-122"/>
                  </a:rPr>
                  <a:t>=</a:t>
                </a:r>
              </a:p>
            </p:txBody>
          </p:sp>
          <p:sp>
            <p:nvSpPr>
              <p:cNvPr id="13358" name="Line 47">
                <a:extLst>
                  <a:ext uri="{FF2B5EF4-FFF2-40B4-BE49-F238E27FC236}">
                    <a16:creationId xmlns:a16="http://schemas.microsoft.com/office/drawing/2014/main" id="{F261A111-3C2F-C586-7E7C-835AA38FA9B7}"/>
                  </a:ext>
                </a:extLst>
              </p:cNvPr>
              <p:cNvSpPr>
                <a:spLocks noChangeShapeType="1"/>
              </p:cNvSpPr>
              <p:nvPr/>
            </p:nvSpPr>
            <p:spPr bwMode="auto">
              <a:xfrm>
                <a:off x="171" y="246"/>
                <a:ext cx="86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defTabSz="461040" fontAlgn="base">
                  <a:spcBef>
                    <a:spcPct val="0"/>
                  </a:spcBef>
                  <a:spcAft>
                    <a:spcPct val="0"/>
                  </a:spcAft>
                </a:pPr>
                <a:endParaRPr lang="zh-CN" altLang="en-US" sz="908">
                  <a:solidFill>
                    <a:srgbClr val="000000"/>
                  </a:solidFill>
                  <a:latin typeface="Arial" panose="020B0604020202020204" pitchFamily="34" charset="0"/>
                </a:endParaRPr>
              </a:p>
            </p:txBody>
          </p:sp>
        </p:grpSp>
      </p:grpSp>
      <p:grpSp>
        <p:nvGrpSpPr>
          <p:cNvPr id="13359" name="Group 47">
            <a:extLst>
              <a:ext uri="{FF2B5EF4-FFF2-40B4-BE49-F238E27FC236}">
                <a16:creationId xmlns:a16="http://schemas.microsoft.com/office/drawing/2014/main" id="{A228DF22-2730-AA46-1EEA-892421647A2D}"/>
              </a:ext>
            </a:extLst>
          </p:cNvPr>
          <p:cNvGrpSpPr>
            <a:grpSpLocks/>
          </p:cNvGrpSpPr>
          <p:nvPr/>
        </p:nvGrpSpPr>
        <p:grpSpPr bwMode="auto">
          <a:xfrm>
            <a:off x="2410698" y="2608376"/>
            <a:ext cx="2014518" cy="408986"/>
            <a:chOff x="0" y="0"/>
            <a:chExt cx="2517" cy="511"/>
          </a:xfrm>
        </p:grpSpPr>
        <p:sp>
          <p:nvSpPr>
            <p:cNvPr id="13360" name="Text Box 38">
              <a:extLst>
                <a:ext uri="{FF2B5EF4-FFF2-40B4-BE49-F238E27FC236}">
                  <a16:creationId xmlns:a16="http://schemas.microsoft.com/office/drawing/2014/main" id="{72225A9F-9147-4A47-CE88-23A13D04437B}"/>
                </a:ext>
              </a:extLst>
            </p:cNvPr>
            <p:cNvSpPr txBox="1">
              <a:spLocks noChangeArrowheads="1"/>
            </p:cNvSpPr>
            <p:nvPr/>
          </p:nvSpPr>
          <p:spPr bwMode="auto">
            <a:xfrm>
              <a:off x="193" y="103"/>
              <a:ext cx="500" cy="367"/>
            </a:xfrm>
            <a:prstGeom prst="rect">
              <a:avLst/>
            </a:prstGeom>
            <a:solidFill>
              <a:srgbClr val="FFCCCC"/>
            </a:solidFill>
            <a:ln>
              <a:noFill/>
            </a:ln>
            <a:extLst>
              <a:ext uri="{91240B29-F687-4F45-9708-019B960494DF}">
                <a14:hiddenLine xmlns:a14="http://schemas.microsoft.com/office/drawing/2010/main" w="9525">
                  <a:solidFill>
                    <a:srgbClr val="000000"/>
                  </a:solidFill>
                  <a:miter lim="800000"/>
                  <a:headEnd/>
                  <a:tailEnd/>
                </a14:hiddenLine>
              </a:ext>
            </a:extLst>
          </p:spPr>
          <p:txBody>
            <a:bodyPr lIns="23051" rIns="23051">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1040" eaLnBrk="1" fontAlgn="base" hangingPunct="1">
                <a:spcBef>
                  <a:spcPct val="50000"/>
                </a:spcBef>
                <a:spcAft>
                  <a:spcPct val="0"/>
                </a:spcAft>
              </a:pPr>
              <a:r>
                <a:rPr lang="en-US" altLang="zh-CN" sz="1311">
                  <a:solidFill>
                    <a:srgbClr val="000000"/>
                  </a:solidFill>
                  <a:ea typeface="宋体" panose="02010600030101010101" pitchFamily="2" charset="-122"/>
                </a:rPr>
                <a:t>13%</a:t>
              </a:r>
            </a:p>
          </p:txBody>
        </p:sp>
        <p:sp>
          <p:nvSpPr>
            <p:cNvPr id="13361" name="AutoShape 39">
              <a:extLst>
                <a:ext uri="{FF2B5EF4-FFF2-40B4-BE49-F238E27FC236}">
                  <a16:creationId xmlns:a16="http://schemas.microsoft.com/office/drawing/2014/main" id="{AFBB20FC-63AC-4293-F6A4-53808D86FCA5}"/>
                </a:ext>
              </a:extLst>
            </p:cNvPr>
            <p:cNvSpPr>
              <a:spLocks/>
            </p:cNvSpPr>
            <p:nvPr/>
          </p:nvSpPr>
          <p:spPr bwMode="auto">
            <a:xfrm>
              <a:off x="0" y="0"/>
              <a:ext cx="156" cy="414"/>
            </a:xfrm>
            <a:prstGeom prst="rightBrace">
              <a:avLst>
                <a:gd name="adj1" fmla="val 39107"/>
                <a:gd name="adj2" fmla="val 57245"/>
              </a:avLst>
            </a:prstGeom>
            <a:noFill/>
            <a:ln w="19050">
              <a:solidFill>
                <a:srgbClr val="800000"/>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1040" eaLnBrk="1" fontAlgn="base" hangingPunct="1">
                <a:spcBef>
                  <a:spcPct val="0"/>
                </a:spcBef>
                <a:spcAft>
                  <a:spcPct val="0"/>
                </a:spcAft>
              </a:pPr>
              <a:endParaRPr lang="zh-CN" altLang="zh-CN" sz="908">
                <a:solidFill>
                  <a:srgbClr val="000000"/>
                </a:solidFill>
                <a:ea typeface="宋体" panose="02010600030101010101" pitchFamily="2" charset="-122"/>
              </a:endParaRPr>
            </a:p>
          </p:txBody>
        </p:sp>
        <p:grpSp>
          <p:nvGrpSpPr>
            <p:cNvPr id="13362" name="Group 50">
              <a:extLst>
                <a:ext uri="{FF2B5EF4-FFF2-40B4-BE49-F238E27FC236}">
                  <a16:creationId xmlns:a16="http://schemas.microsoft.com/office/drawing/2014/main" id="{41BD4CAE-62DF-C6D0-8A50-5444897C9E21}"/>
                </a:ext>
              </a:extLst>
            </p:cNvPr>
            <p:cNvGrpSpPr>
              <a:grpSpLocks/>
            </p:cNvGrpSpPr>
            <p:nvPr/>
          </p:nvGrpSpPr>
          <p:grpSpPr bwMode="auto">
            <a:xfrm>
              <a:off x="739" y="9"/>
              <a:ext cx="1778" cy="502"/>
              <a:chOff x="0" y="-2"/>
              <a:chExt cx="1778" cy="502"/>
            </a:xfrm>
          </p:grpSpPr>
          <p:sp>
            <p:nvSpPr>
              <p:cNvPr id="13363" name="Rectangle 50">
                <a:extLst>
                  <a:ext uri="{FF2B5EF4-FFF2-40B4-BE49-F238E27FC236}">
                    <a16:creationId xmlns:a16="http://schemas.microsoft.com/office/drawing/2014/main" id="{15BDEB2D-843A-8E24-E9AE-A142F08F9F48}"/>
                  </a:ext>
                </a:extLst>
              </p:cNvPr>
              <p:cNvSpPr>
                <a:spLocks noChangeArrowheads="1"/>
              </p:cNvSpPr>
              <p:nvPr/>
            </p:nvSpPr>
            <p:spPr bwMode="auto">
              <a:xfrm>
                <a:off x="148" y="-2"/>
                <a:ext cx="870"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nchorCtr="1">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1040" eaLnBrk="1" fontAlgn="base" hangingPunct="1">
                  <a:spcBef>
                    <a:spcPct val="0"/>
                  </a:spcBef>
                  <a:spcAft>
                    <a:spcPct val="0"/>
                  </a:spcAft>
                </a:pPr>
                <a:r>
                  <a:rPr lang="en-US" altLang="zh-CN" sz="1311">
                    <a:solidFill>
                      <a:srgbClr val="000000"/>
                    </a:solidFill>
                    <a:ea typeface="宋体" panose="02010600030101010101" pitchFamily="2" charset="-122"/>
                  </a:rPr>
                  <a:t>130</a:t>
                </a:r>
                <a:r>
                  <a:rPr lang="en-US" altLang="zh-CN" sz="706">
                    <a:solidFill>
                      <a:srgbClr val="000000"/>
                    </a:solidFill>
                    <a:ea typeface="宋体" panose="02010600030101010101" pitchFamily="2" charset="-122"/>
                  </a:rPr>
                  <a:t> </a:t>
                </a:r>
                <a:r>
                  <a:rPr lang="en-US" altLang="zh-CN" sz="1311">
                    <a:solidFill>
                      <a:srgbClr val="000000"/>
                    </a:solidFill>
                    <a:ea typeface="宋体" panose="02010600030101010101" pitchFamily="2" charset="-122"/>
                  </a:rPr>
                  <a:t>–</a:t>
                </a:r>
                <a:r>
                  <a:rPr lang="en-US" altLang="zh-CN" sz="908">
                    <a:solidFill>
                      <a:srgbClr val="000000"/>
                    </a:solidFill>
                    <a:ea typeface="宋体" panose="02010600030101010101" pitchFamily="2" charset="-122"/>
                  </a:rPr>
                  <a:t> </a:t>
                </a:r>
                <a:r>
                  <a:rPr lang="en-US" altLang="zh-CN" sz="1311">
                    <a:solidFill>
                      <a:srgbClr val="000000"/>
                    </a:solidFill>
                    <a:ea typeface="宋体" panose="02010600030101010101" pitchFamily="2" charset="-122"/>
                  </a:rPr>
                  <a:t>115</a:t>
                </a:r>
              </a:p>
            </p:txBody>
          </p:sp>
          <p:sp>
            <p:nvSpPr>
              <p:cNvPr id="13364" name="Rectangle 51">
                <a:extLst>
                  <a:ext uri="{FF2B5EF4-FFF2-40B4-BE49-F238E27FC236}">
                    <a16:creationId xmlns:a16="http://schemas.microsoft.com/office/drawing/2014/main" id="{78C5943B-50F2-234F-43D9-FCF211244C66}"/>
                  </a:ext>
                </a:extLst>
              </p:cNvPr>
              <p:cNvSpPr>
                <a:spLocks noChangeArrowheads="1"/>
              </p:cNvSpPr>
              <p:nvPr/>
            </p:nvSpPr>
            <p:spPr bwMode="auto">
              <a:xfrm>
                <a:off x="435" y="248"/>
                <a:ext cx="334"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nchorCtr="1">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1040" eaLnBrk="1" fontAlgn="base" hangingPunct="1">
                  <a:spcBef>
                    <a:spcPct val="0"/>
                  </a:spcBef>
                  <a:spcAft>
                    <a:spcPct val="0"/>
                  </a:spcAft>
                </a:pPr>
                <a:r>
                  <a:rPr lang="en-US" altLang="zh-CN" sz="1311">
                    <a:solidFill>
                      <a:srgbClr val="000000"/>
                    </a:solidFill>
                    <a:ea typeface="宋体" panose="02010600030101010101" pitchFamily="2" charset="-122"/>
                  </a:rPr>
                  <a:t>115</a:t>
                </a:r>
              </a:p>
            </p:txBody>
          </p:sp>
          <p:sp>
            <p:nvSpPr>
              <p:cNvPr id="13365" name="Rectangle 52">
                <a:extLst>
                  <a:ext uri="{FF2B5EF4-FFF2-40B4-BE49-F238E27FC236}">
                    <a16:creationId xmlns:a16="http://schemas.microsoft.com/office/drawing/2014/main" id="{5C955B8C-FAC1-54B2-374B-6ED187DEAE3D}"/>
                  </a:ext>
                </a:extLst>
              </p:cNvPr>
              <p:cNvSpPr>
                <a:spLocks noChangeArrowheads="1"/>
              </p:cNvSpPr>
              <p:nvPr/>
            </p:nvSpPr>
            <p:spPr bwMode="auto">
              <a:xfrm>
                <a:off x="1103" y="103"/>
                <a:ext cx="675"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nchorCtr="1">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1040" eaLnBrk="1" fontAlgn="base" hangingPunct="1">
                  <a:spcBef>
                    <a:spcPct val="0"/>
                  </a:spcBef>
                  <a:spcAft>
                    <a:spcPct val="0"/>
                  </a:spcAft>
                </a:pPr>
                <a:r>
                  <a:rPr lang="en-US" altLang="zh-CN" sz="1311">
                    <a:solidFill>
                      <a:srgbClr val="000000"/>
                    </a:solidFill>
                    <a:ea typeface="宋体" panose="02010600030101010101" pitchFamily="2" charset="-122"/>
                  </a:rPr>
                  <a:t>x</a:t>
                </a:r>
                <a:r>
                  <a:rPr lang="en-US" altLang="zh-CN" sz="807">
                    <a:solidFill>
                      <a:srgbClr val="000000"/>
                    </a:solidFill>
                    <a:ea typeface="宋体" panose="02010600030101010101" pitchFamily="2" charset="-122"/>
                  </a:rPr>
                  <a:t> </a:t>
                </a:r>
                <a:r>
                  <a:rPr lang="en-US" altLang="zh-CN" sz="1311">
                    <a:solidFill>
                      <a:srgbClr val="000000"/>
                    </a:solidFill>
                    <a:ea typeface="宋体" panose="02010600030101010101" pitchFamily="2" charset="-122"/>
                  </a:rPr>
                  <a:t>100%</a:t>
                </a:r>
              </a:p>
            </p:txBody>
          </p:sp>
          <p:sp>
            <p:nvSpPr>
              <p:cNvPr id="13366" name="Rectangle 53">
                <a:extLst>
                  <a:ext uri="{FF2B5EF4-FFF2-40B4-BE49-F238E27FC236}">
                    <a16:creationId xmlns:a16="http://schemas.microsoft.com/office/drawing/2014/main" id="{DD869DD3-A4C9-5F5E-866A-52BC269C3A8D}"/>
                  </a:ext>
                </a:extLst>
              </p:cNvPr>
              <p:cNvSpPr>
                <a:spLocks noChangeArrowheads="1"/>
              </p:cNvSpPr>
              <p:nvPr/>
            </p:nvSpPr>
            <p:spPr bwMode="auto">
              <a:xfrm>
                <a:off x="0" y="120"/>
                <a:ext cx="122"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chor="ctr" anchorCtr="1">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1040" eaLnBrk="1" fontAlgn="base" hangingPunct="1">
                  <a:spcBef>
                    <a:spcPct val="0"/>
                  </a:spcBef>
                  <a:spcAft>
                    <a:spcPct val="0"/>
                  </a:spcAft>
                </a:pPr>
                <a:r>
                  <a:rPr lang="en-US" altLang="zh-CN" sz="1311">
                    <a:solidFill>
                      <a:srgbClr val="000000"/>
                    </a:solidFill>
                    <a:ea typeface="宋体" panose="02010600030101010101" pitchFamily="2" charset="-122"/>
                  </a:rPr>
                  <a:t>=</a:t>
                </a:r>
              </a:p>
            </p:txBody>
          </p:sp>
          <p:sp>
            <p:nvSpPr>
              <p:cNvPr id="13367" name="Line 54">
                <a:extLst>
                  <a:ext uri="{FF2B5EF4-FFF2-40B4-BE49-F238E27FC236}">
                    <a16:creationId xmlns:a16="http://schemas.microsoft.com/office/drawing/2014/main" id="{B8878531-7228-225E-14FC-AD30A079A3FB}"/>
                  </a:ext>
                </a:extLst>
              </p:cNvPr>
              <p:cNvSpPr>
                <a:spLocks noChangeShapeType="1"/>
              </p:cNvSpPr>
              <p:nvPr/>
            </p:nvSpPr>
            <p:spPr bwMode="auto">
              <a:xfrm>
                <a:off x="171" y="246"/>
                <a:ext cx="86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defTabSz="461040" fontAlgn="base">
                  <a:spcBef>
                    <a:spcPct val="0"/>
                  </a:spcBef>
                  <a:spcAft>
                    <a:spcPct val="0"/>
                  </a:spcAft>
                </a:pPr>
                <a:endParaRPr lang="zh-CN" altLang="en-US" sz="908">
                  <a:solidFill>
                    <a:srgbClr val="000000"/>
                  </a:solidFill>
                  <a:latin typeface="Arial" panose="020B0604020202020204" pitchFamily="34" charset="0"/>
                </a:endParaRPr>
              </a:p>
            </p:txBody>
          </p:sp>
        </p:grpSp>
      </p:grpSp>
      <p:sp>
        <p:nvSpPr>
          <p:cNvPr id="13368" name="Text Box 57">
            <a:extLst>
              <a:ext uri="{FF2B5EF4-FFF2-40B4-BE49-F238E27FC236}">
                <a16:creationId xmlns:a16="http://schemas.microsoft.com/office/drawing/2014/main" id="{3A9D8B18-89F5-34FD-013D-E0A1E4C49964}"/>
              </a:ext>
            </a:extLst>
          </p:cNvPr>
          <p:cNvSpPr txBox="1">
            <a:spLocks noChangeArrowheads="1"/>
          </p:cNvSpPr>
          <p:nvPr/>
        </p:nvSpPr>
        <p:spPr bwMode="auto">
          <a:xfrm>
            <a:off x="1341410" y="1868839"/>
            <a:ext cx="1467695" cy="244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1040" eaLnBrk="1" fontAlgn="base" hangingPunct="1">
              <a:spcBef>
                <a:spcPct val="0"/>
              </a:spcBef>
              <a:spcAft>
                <a:spcPct val="0"/>
              </a:spcAft>
            </a:pPr>
            <a:r>
              <a:rPr lang="zh-CN" altLang="zh-CN" sz="1311" dirty="0">
                <a:solidFill>
                  <a:srgbClr val="000000"/>
                </a:solidFill>
                <a:ea typeface="宋体" panose="02010600030101010101" pitchFamily="2" charset="-122"/>
              </a:rPr>
              <a:t>以2007年为基年</a:t>
            </a:r>
            <a:endParaRPr lang="zh-CN" altLang="zh-CN" sz="1311" b="1" dirty="0">
              <a:solidFill>
                <a:srgbClr val="000000"/>
              </a:solidFill>
              <a:ea typeface="宋体" panose="02010600030101010101" pitchFamily="2" charset="-122"/>
            </a:endParaRPr>
          </a:p>
        </p:txBody>
      </p:sp>
      <p:sp>
        <p:nvSpPr>
          <p:cNvPr id="2" name="页脚占位符 1">
            <a:extLst>
              <a:ext uri="{FF2B5EF4-FFF2-40B4-BE49-F238E27FC236}">
                <a16:creationId xmlns:a16="http://schemas.microsoft.com/office/drawing/2014/main" id="{12C3450C-DFAE-56C6-4CD7-6BABAE3EC51C}"/>
              </a:ext>
            </a:extLst>
          </p:cNvPr>
          <p:cNvSpPr txBox="1">
            <a:spLocks noGrp="1" noChangeArrowheads="1"/>
          </p:cNvSpPr>
          <p:nvPr/>
        </p:nvSpPr>
        <p:spPr bwMode="auto">
          <a:xfrm>
            <a:off x="144066" y="3224656"/>
            <a:ext cx="3698485" cy="1848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1040" eaLnBrk="1" fontAlgn="base" hangingPunct="1">
              <a:spcBef>
                <a:spcPct val="0"/>
              </a:spcBef>
              <a:spcAft>
                <a:spcPct val="0"/>
              </a:spcAft>
            </a:pPr>
            <a:r>
              <a:rPr lang="zh-CN" altLang="en-US" sz="908" i="1" dirty="0">
                <a:solidFill>
                  <a:srgbClr val="777777"/>
                </a:solidFill>
                <a:ea typeface="宋体" panose="02010600030101010101" pitchFamily="2" charset="-122"/>
              </a:rPr>
              <a:t>价格水平及其衡量</a:t>
            </a:r>
            <a:endParaRPr lang="en-US" altLang="zh-CN" sz="908" i="1" dirty="0">
              <a:solidFill>
                <a:srgbClr val="777777"/>
              </a:solidFill>
              <a:ea typeface="宋体" panose="02010600030101010101" pitchFamily="2" charset="-122"/>
            </a:endParaRP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13322"/>
                                        </p:tgtEl>
                                        <p:attrNameLst>
                                          <p:attrName>style.visibility</p:attrName>
                                        </p:attrNameLst>
                                      </p:cBhvr>
                                      <p:to>
                                        <p:strVal val="visible"/>
                                      </p:to>
                                    </p:set>
                                    <p:animEffect transition="in" filter="fade">
                                      <p:cBhvr>
                                        <p:cTn id="7" dur="500"/>
                                        <p:tgtEl>
                                          <p:spTgt spid="1332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nodeType="clickEffect">
                                  <p:stCondLst>
                                    <p:cond delay="0"/>
                                  </p:stCondLst>
                                  <p:childTnLst>
                                    <p:set>
                                      <p:cBhvr>
                                        <p:cTn id="11" dur="1" fill="hold">
                                          <p:stCondLst>
                                            <p:cond delay="0"/>
                                          </p:stCondLst>
                                        </p:cTn>
                                        <p:tgtEl>
                                          <p:spTgt spid="13321"/>
                                        </p:tgtEl>
                                        <p:attrNameLst>
                                          <p:attrName>style.visibility</p:attrName>
                                        </p:attrNameLst>
                                      </p:cBhvr>
                                      <p:to>
                                        <p:strVal val="visible"/>
                                      </p:to>
                                    </p:set>
                                    <p:animEffect transition="in" filter="fade">
                                      <p:cBhvr>
                                        <p:cTn id="12" dur="500"/>
                                        <p:tgtEl>
                                          <p:spTgt spid="13321"/>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13320"/>
                                        </p:tgtEl>
                                        <p:attrNameLst>
                                          <p:attrName>style.visibility</p:attrName>
                                        </p:attrNameLst>
                                      </p:cBhvr>
                                      <p:to>
                                        <p:strVal val="visible"/>
                                      </p:to>
                                    </p:set>
                                    <p:animEffect transition="in" filter="wipe(left)">
                                      <p:cBhvr>
                                        <p:cTn id="17" dur="500"/>
                                        <p:tgtEl>
                                          <p:spTgt spid="13320"/>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13319"/>
                                        </p:tgtEl>
                                        <p:attrNameLst>
                                          <p:attrName>style.visibility</p:attrName>
                                        </p:attrNameLst>
                                      </p:cBhvr>
                                      <p:to>
                                        <p:strVal val="visible"/>
                                      </p:to>
                                    </p:set>
                                    <p:animEffect transition="in" filter="wipe(left)">
                                      <p:cBhvr>
                                        <p:cTn id="22" dur="500"/>
                                        <p:tgtEl>
                                          <p:spTgt spid="13319"/>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13318"/>
                                        </p:tgtEl>
                                        <p:attrNameLst>
                                          <p:attrName>style.visibility</p:attrName>
                                        </p:attrNameLst>
                                      </p:cBhvr>
                                      <p:to>
                                        <p:strVal val="visible"/>
                                      </p:to>
                                    </p:set>
                                    <p:animEffect transition="in" filter="wipe(left)">
                                      <p:cBhvr>
                                        <p:cTn id="27" dur="500"/>
                                        <p:tgtEl>
                                          <p:spTgt spid="13318"/>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13347">
                                            <p:txEl>
                                              <p:pRg st="0" end="0"/>
                                            </p:txEl>
                                          </p:spTgt>
                                        </p:tgtEl>
                                        <p:attrNameLst>
                                          <p:attrName>style.visibility</p:attrName>
                                        </p:attrNameLst>
                                      </p:cBhvr>
                                      <p:to>
                                        <p:strVal val="visible"/>
                                      </p:to>
                                    </p:set>
                                    <p:animEffect transition="in" filter="wipe(left)">
                                      <p:cBhvr>
                                        <p:cTn id="32" dur="500"/>
                                        <p:tgtEl>
                                          <p:spTgt spid="13347">
                                            <p:txEl>
                                              <p:pRg st="0" end="0"/>
                                            </p:txEl>
                                          </p:spTgt>
                                        </p:tgtEl>
                                      </p:cBhvr>
                                    </p:animEffect>
                                  </p:childTnLst>
                                </p:cTn>
                              </p:par>
                            </p:childTnLst>
                          </p:cTn>
                        </p:par>
                        <p:par>
                          <p:cTn id="33" fill="hold" nodeType="afterGroup">
                            <p:stCondLst>
                              <p:cond delay="500"/>
                            </p:stCondLst>
                            <p:childTnLst>
                              <p:par>
                                <p:cTn id="34" presetID="22" presetClass="entr" presetSubtype="8" fill="hold" nodeType="afterEffect">
                                  <p:stCondLst>
                                    <p:cond delay="0"/>
                                  </p:stCondLst>
                                  <p:childTnLst>
                                    <p:set>
                                      <p:cBhvr>
                                        <p:cTn id="35" dur="1" fill="hold">
                                          <p:stCondLst>
                                            <p:cond delay="0"/>
                                          </p:stCondLst>
                                        </p:cTn>
                                        <p:tgtEl>
                                          <p:spTgt spid="13368"/>
                                        </p:tgtEl>
                                        <p:attrNameLst>
                                          <p:attrName>style.visibility</p:attrName>
                                        </p:attrNameLst>
                                      </p:cBhvr>
                                      <p:to>
                                        <p:strVal val="visible"/>
                                      </p:to>
                                    </p:set>
                                    <p:animEffect transition="in" filter="wipe(left)">
                                      <p:cBhvr>
                                        <p:cTn id="36" dur="500"/>
                                        <p:tgtEl>
                                          <p:spTgt spid="13368"/>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22" presetClass="entr" presetSubtype="8" fill="hold" nodeType="clickEffect">
                                  <p:stCondLst>
                                    <p:cond delay="0"/>
                                  </p:stCondLst>
                                  <p:childTnLst>
                                    <p:set>
                                      <p:cBhvr>
                                        <p:cTn id="40" dur="1" fill="hold">
                                          <p:stCondLst>
                                            <p:cond delay="0"/>
                                          </p:stCondLst>
                                        </p:cTn>
                                        <p:tgtEl>
                                          <p:spTgt spid="13347">
                                            <p:txEl>
                                              <p:pRg st="1" end="1"/>
                                            </p:txEl>
                                          </p:spTgt>
                                        </p:tgtEl>
                                        <p:attrNameLst>
                                          <p:attrName>style.visibility</p:attrName>
                                        </p:attrNameLst>
                                      </p:cBhvr>
                                      <p:to>
                                        <p:strVal val="visible"/>
                                      </p:to>
                                    </p:set>
                                    <p:animEffect transition="in" filter="wipe(left)">
                                      <p:cBhvr>
                                        <p:cTn id="41" dur="500"/>
                                        <p:tgtEl>
                                          <p:spTgt spid="13347">
                                            <p:txEl>
                                              <p:pRg st="1" end="1"/>
                                            </p:txEl>
                                          </p:spTgt>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22" presetClass="entr" presetSubtype="8" fill="hold" nodeType="clickEffect">
                                  <p:stCondLst>
                                    <p:cond delay="0"/>
                                  </p:stCondLst>
                                  <p:childTnLst>
                                    <p:set>
                                      <p:cBhvr>
                                        <p:cTn id="45" dur="1" fill="hold">
                                          <p:stCondLst>
                                            <p:cond delay="0"/>
                                          </p:stCondLst>
                                        </p:cTn>
                                        <p:tgtEl>
                                          <p:spTgt spid="13347">
                                            <p:txEl>
                                              <p:pRg st="2" end="2"/>
                                            </p:txEl>
                                          </p:spTgt>
                                        </p:tgtEl>
                                        <p:attrNameLst>
                                          <p:attrName>style.visibility</p:attrName>
                                        </p:attrNameLst>
                                      </p:cBhvr>
                                      <p:to>
                                        <p:strVal val="visible"/>
                                      </p:to>
                                    </p:set>
                                    <p:animEffect transition="in" filter="wipe(left)">
                                      <p:cBhvr>
                                        <p:cTn id="46" dur="500"/>
                                        <p:tgtEl>
                                          <p:spTgt spid="13347">
                                            <p:txEl>
                                              <p:pRg st="2" end="2"/>
                                            </p:txEl>
                                          </p:spTgt>
                                        </p:tgtEl>
                                      </p:cBhvr>
                                    </p:animEffect>
                                  </p:childTnLst>
                                </p:cTn>
                              </p:par>
                            </p:childTnLst>
                          </p:cTn>
                        </p:par>
                      </p:childTnLst>
                    </p:cTn>
                  </p:par>
                  <p:par>
                    <p:cTn id="47" fill="hold" nodeType="clickPar">
                      <p:stCondLst>
                        <p:cond delay="indefinite"/>
                      </p:stCondLst>
                      <p:childTnLst>
                        <p:par>
                          <p:cTn id="48" fill="hold" nodeType="withGroup">
                            <p:stCondLst>
                              <p:cond delay="0"/>
                            </p:stCondLst>
                            <p:childTnLst>
                              <p:par>
                                <p:cTn id="49" presetID="22" presetClass="entr" presetSubtype="8" fill="hold" nodeType="clickEffect">
                                  <p:stCondLst>
                                    <p:cond delay="0"/>
                                  </p:stCondLst>
                                  <p:childTnLst>
                                    <p:set>
                                      <p:cBhvr>
                                        <p:cTn id="50" dur="1" fill="hold">
                                          <p:stCondLst>
                                            <p:cond delay="0"/>
                                          </p:stCondLst>
                                        </p:cTn>
                                        <p:tgtEl>
                                          <p:spTgt spid="13347">
                                            <p:txEl>
                                              <p:pRg st="3" end="3"/>
                                            </p:txEl>
                                          </p:spTgt>
                                        </p:tgtEl>
                                        <p:attrNameLst>
                                          <p:attrName>style.visibility</p:attrName>
                                        </p:attrNameLst>
                                      </p:cBhvr>
                                      <p:to>
                                        <p:strVal val="visible"/>
                                      </p:to>
                                    </p:set>
                                    <p:animEffect transition="in" filter="wipe(left)">
                                      <p:cBhvr>
                                        <p:cTn id="51" dur="500"/>
                                        <p:tgtEl>
                                          <p:spTgt spid="13347">
                                            <p:txEl>
                                              <p:pRg st="3" end="3"/>
                                            </p:txEl>
                                          </p:spTgt>
                                        </p:tgtEl>
                                      </p:cBhvr>
                                    </p:animEffect>
                                  </p:childTnLst>
                                </p:cTn>
                              </p:par>
                            </p:childTnLst>
                          </p:cTn>
                        </p:par>
                      </p:childTnLst>
                    </p:cTn>
                  </p:par>
                  <p:par>
                    <p:cTn id="52" fill="hold" nodeType="clickPar">
                      <p:stCondLst>
                        <p:cond delay="indefinite"/>
                      </p:stCondLst>
                      <p:childTnLst>
                        <p:par>
                          <p:cTn id="53" fill="hold" nodeType="withGroup">
                            <p:stCondLst>
                              <p:cond delay="0"/>
                            </p:stCondLst>
                            <p:childTnLst>
                              <p:par>
                                <p:cTn id="54" presetID="10" presetClass="entr" presetSubtype="0" fill="hold" nodeType="clickEffect">
                                  <p:stCondLst>
                                    <p:cond delay="0"/>
                                  </p:stCondLst>
                                  <p:childTnLst>
                                    <p:set>
                                      <p:cBhvr>
                                        <p:cTn id="55" dur="1" fill="hold">
                                          <p:stCondLst>
                                            <p:cond delay="0"/>
                                          </p:stCondLst>
                                        </p:cTn>
                                        <p:tgtEl>
                                          <p:spTgt spid="13348"/>
                                        </p:tgtEl>
                                        <p:attrNameLst>
                                          <p:attrName>style.visibility</p:attrName>
                                        </p:attrNameLst>
                                      </p:cBhvr>
                                      <p:to>
                                        <p:strVal val="visible"/>
                                      </p:to>
                                    </p:set>
                                    <p:animEffect transition="in" filter="fade">
                                      <p:cBhvr>
                                        <p:cTn id="56" dur="500"/>
                                        <p:tgtEl>
                                          <p:spTgt spid="13348"/>
                                        </p:tgtEl>
                                      </p:cBhvr>
                                    </p:animEffect>
                                  </p:childTnLst>
                                </p:cTn>
                              </p:par>
                              <p:par>
                                <p:cTn id="57" presetID="10" presetClass="exit" presetSubtype="0" fill="hold" nodeType="withEffect">
                                  <p:stCondLst>
                                    <p:cond delay="0"/>
                                  </p:stCondLst>
                                  <p:childTnLst>
                                    <p:animEffect transition="out" filter="fade">
                                      <p:cBhvr>
                                        <p:cTn id="58" dur="500"/>
                                        <p:tgtEl>
                                          <p:spTgt spid="13368"/>
                                        </p:tgtEl>
                                      </p:cBhvr>
                                    </p:animEffect>
                                    <p:set>
                                      <p:cBhvr>
                                        <p:cTn id="59" dur="1" fill="hold">
                                          <p:stCondLst>
                                            <p:cond delay="499"/>
                                          </p:stCondLst>
                                        </p:cTn>
                                        <p:tgtEl>
                                          <p:spTgt spid="13368"/>
                                        </p:tgtEl>
                                        <p:attrNameLst>
                                          <p:attrName>style.visibility</p:attrName>
                                        </p:attrNameLst>
                                      </p:cBhvr>
                                      <p:to>
                                        <p:strVal val="hidden"/>
                                      </p:to>
                                    </p:set>
                                  </p:childTnLst>
                                </p:cTn>
                              </p:par>
                            </p:childTnLst>
                          </p:cTn>
                        </p:par>
                      </p:childTnLst>
                    </p:cTn>
                  </p:par>
                  <p:par>
                    <p:cTn id="60" fill="hold" nodeType="clickPar">
                      <p:stCondLst>
                        <p:cond delay="indefinite"/>
                      </p:stCondLst>
                      <p:childTnLst>
                        <p:par>
                          <p:cTn id="61" fill="hold" nodeType="withGroup">
                            <p:stCondLst>
                              <p:cond delay="0"/>
                            </p:stCondLst>
                            <p:childTnLst>
                              <p:par>
                                <p:cTn id="62" presetID="10" presetClass="entr" presetSubtype="0" fill="hold" nodeType="clickEffect">
                                  <p:stCondLst>
                                    <p:cond delay="0"/>
                                  </p:stCondLst>
                                  <p:childTnLst>
                                    <p:set>
                                      <p:cBhvr>
                                        <p:cTn id="63" dur="1" fill="hold">
                                          <p:stCondLst>
                                            <p:cond delay="0"/>
                                          </p:stCondLst>
                                        </p:cTn>
                                        <p:tgtEl>
                                          <p:spTgt spid="13350"/>
                                        </p:tgtEl>
                                        <p:attrNameLst>
                                          <p:attrName>style.visibility</p:attrName>
                                        </p:attrNameLst>
                                      </p:cBhvr>
                                      <p:to>
                                        <p:strVal val="visible"/>
                                      </p:to>
                                    </p:set>
                                    <p:animEffect transition="in" filter="fade">
                                      <p:cBhvr>
                                        <p:cTn id="64" dur="500"/>
                                        <p:tgtEl>
                                          <p:spTgt spid="13350"/>
                                        </p:tgtEl>
                                      </p:cBhvr>
                                    </p:animEffect>
                                  </p:childTnLst>
                                </p:cTn>
                              </p:par>
                            </p:childTnLst>
                          </p:cTn>
                        </p:par>
                      </p:childTnLst>
                    </p:cTn>
                  </p:par>
                  <p:par>
                    <p:cTn id="65" fill="hold" nodeType="clickPar">
                      <p:stCondLst>
                        <p:cond delay="indefinite"/>
                      </p:stCondLst>
                      <p:childTnLst>
                        <p:par>
                          <p:cTn id="66" fill="hold" nodeType="withGroup">
                            <p:stCondLst>
                              <p:cond delay="0"/>
                            </p:stCondLst>
                            <p:childTnLst>
                              <p:par>
                                <p:cTn id="67" presetID="10" presetClass="entr" presetSubtype="0" fill="hold" nodeType="clickEffect">
                                  <p:stCondLst>
                                    <p:cond delay="0"/>
                                  </p:stCondLst>
                                  <p:childTnLst>
                                    <p:set>
                                      <p:cBhvr>
                                        <p:cTn id="68" dur="1" fill="hold">
                                          <p:stCondLst>
                                            <p:cond delay="0"/>
                                          </p:stCondLst>
                                        </p:cTn>
                                        <p:tgtEl>
                                          <p:spTgt spid="13359"/>
                                        </p:tgtEl>
                                        <p:attrNameLst>
                                          <p:attrName>style.visibility</p:attrName>
                                        </p:attrNameLst>
                                      </p:cBhvr>
                                      <p:to>
                                        <p:strVal val="visible"/>
                                      </p:to>
                                    </p:set>
                                    <p:animEffect transition="in" filter="fade">
                                      <p:cBhvr>
                                        <p:cTn id="69" dur="500"/>
                                        <p:tgtEl>
                                          <p:spTgt spid="133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18" grpId="0" animBg="1" autoUpdateAnimBg="0"/>
      <p:bldP spid="13319" grpId="0" animBg="1" autoUpdateAnimBg="0"/>
      <p:bldP spid="13320" grpId="0" animBg="1" autoUpdateAnimBg="0"/>
      <p:bldP spid="13321" grpId="0" animBg="1" autoUpdateAnimBg="0"/>
      <p:bldP spid="13347" grpId="0" build="p" autoUpdateAnimBg="0"/>
      <p:bldP spid="13348" grpId="0" autoUpdateAnimBg="0"/>
      <p:bldP spid="13368" grpId="0" autoUpdateAnimBg="0"/>
      <p:bldP spid="13368" grpId="1" autoUpdateAnimBg="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8">
            <a:extLst>
              <a:ext uri="{FF2B5EF4-FFF2-40B4-BE49-F238E27FC236}">
                <a16:creationId xmlns:a16="http://schemas.microsoft.com/office/drawing/2014/main" id="{1277B459-8023-8E7E-7934-BC7FD84A83BB}"/>
              </a:ext>
            </a:extLst>
          </p:cNvPr>
          <p:cNvSpPr>
            <a:spLocks noChangeArrowheads="1"/>
          </p:cNvSpPr>
          <p:nvPr/>
        </p:nvSpPr>
        <p:spPr bwMode="auto">
          <a:xfrm>
            <a:off x="0" y="1588"/>
            <a:ext cx="192088" cy="3457575"/>
          </a:xfrm>
          <a:prstGeom prst="rect">
            <a:avLst/>
          </a:prstGeom>
          <a:solidFill>
            <a:srgbClr val="996633"/>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1040" eaLnBrk="1" fontAlgn="base" hangingPunct="1">
              <a:spcBef>
                <a:spcPct val="0"/>
              </a:spcBef>
              <a:spcAft>
                <a:spcPct val="0"/>
              </a:spcAft>
            </a:pPr>
            <a:endParaRPr lang="zh-CN" altLang="zh-CN" sz="908">
              <a:solidFill>
                <a:srgbClr val="000000"/>
              </a:solidFill>
              <a:ea typeface="宋体" panose="02010600030101010101" pitchFamily="2" charset="-122"/>
            </a:endParaRPr>
          </a:p>
        </p:txBody>
      </p:sp>
      <p:sp>
        <p:nvSpPr>
          <p:cNvPr id="15363" name="Rectangle 4">
            <a:extLst>
              <a:ext uri="{FF2B5EF4-FFF2-40B4-BE49-F238E27FC236}">
                <a16:creationId xmlns:a16="http://schemas.microsoft.com/office/drawing/2014/main" id="{C3F42C81-10B9-D040-0B4A-0B759713193E}"/>
              </a:ext>
            </a:extLst>
          </p:cNvPr>
          <p:cNvSpPr>
            <a:spLocks noGrp="1" noChangeArrowheads="1"/>
          </p:cNvSpPr>
          <p:nvPr>
            <p:ph type="title" idx="4294967295"/>
          </p:nvPr>
        </p:nvSpPr>
        <p:spPr>
          <a:xfrm>
            <a:off x="296135" y="168063"/>
            <a:ext cx="4138686" cy="420992"/>
          </a:xfrm>
        </p:spPr>
        <p:txBody>
          <a:bodyPr vert="horz" wrap="square" lIns="91440" tIns="0" rIns="91440" bIns="0" numCol="1" anchor="t" anchorCtr="0" compatLnSpc="1">
            <a:prstTxWarp prst="textNoShape">
              <a:avLst/>
            </a:prstTxWarp>
          </a:bodyPr>
          <a:lstStyle/>
          <a:p>
            <a:pPr algn="l" eaLnBrk="1" hangingPunct="1"/>
            <a:r>
              <a:rPr lang="zh-CN" altLang="en-US" sz="121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主动学习  </a:t>
            </a:r>
            <a:r>
              <a:rPr lang="en-US" altLang="zh-CN" sz="1210" i="1">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1</a:t>
            </a:r>
            <a:r>
              <a:rPr lang="en-US" altLang="zh-CN" sz="1008">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  </a:t>
            </a:r>
            <a:r>
              <a:rPr lang="en-US" altLang="zh-CN" sz="1008" b="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 </a:t>
            </a:r>
            <a:br>
              <a:rPr lang="en-US" altLang="zh-CN" sz="1008" b="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br>
            <a:r>
              <a:rPr lang="zh-CN" altLang="en-US" sz="1613">
                <a:solidFill>
                  <a:srgbClr val="339966"/>
                </a:solidFill>
                <a:effectLst>
                  <a:outerShdw blurRad="38100" dist="38100" dir="2700000" algn="tl">
                    <a:srgbClr val="C0C0C0"/>
                  </a:outerShdw>
                </a:effectLst>
                <a:ea typeface="宋体" panose="02010600030101010101" pitchFamily="2" charset="-122"/>
              </a:rPr>
              <a:t>计算 </a:t>
            </a:r>
            <a:r>
              <a:rPr lang="en-US" altLang="zh-CN" sz="1613">
                <a:solidFill>
                  <a:srgbClr val="339966"/>
                </a:solidFill>
                <a:effectLst>
                  <a:outerShdw blurRad="38100" dist="38100" dir="2700000" algn="tl">
                    <a:srgbClr val="C0C0C0"/>
                  </a:outerShdw>
                </a:effectLst>
                <a:ea typeface="宋体" panose="02010600030101010101" pitchFamily="2" charset="-122"/>
              </a:rPr>
              <a:t>CPI</a:t>
            </a:r>
          </a:p>
        </p:txBody>
      </p:sp>
      <p:sp>
        <p:nvSpPr>
          <p:cNvPr id="15364" name="Line 9">
            <a:extLst>
              <a:ext uri="{FF2B5EF4-FFF2-40B4-BE49-F238E27FC236}">
                <a16:creationId xmlns:a16="http://schemas.microsoft.com/office/drawing/2014/main" id="{4F9E134D-FC19-7A91-0244-6D4D8C536F77}"/>
              </a:ext>
            </a:extLst>
          </p:cNvPr>
          <p:cNvSpPr>
            <a:spLocks noChangeShapeType="1"/>
          </p:cNvSpPr>
          <p:nvPr/>
        </p:nvSpPr>
        <p:spPr bwMode="auto">
          <a:xfrm>
            <a:off x="300937" y="621070"/>
            <a:ext cx="4137885" cy="0"/>
          </a:xfrm>
          <a:prstGeom prst="line">
            <a:avLst/>
          </a:prstGeom>
          <a:noFill/>
          <a:ln w="12700">
            <a:solidFill>
              <a:srgbClr val="C0C0C0"/>
            </a:solidFill>
            <a:round/>
            <a:headEnd/>
            <a:tailEnd/>
          </a:ln>
          <a:extLst>
            <a:ext uri="{909E8E84-426E-40DD-AFC4-6F175D3DCCD1}">
              <a14:hiddenFill xmlns:a14="http://schemas.microsoft.com/office/drawing/2010/main">
                <a:noFill/>
              </a14:hiddenFill>
            </a:ext>
          </a:extLst>
        </p:spPr>
        <p:txBody>
          <a:bodyPr/>
          <a:lstStyle/>
          <a:p>
            <a:pPr defTabSz="461040" fontAlgn="base">
              <a:spcBef>
                <a:spcPct val="0"/>
              </a:spcBef>
              <a:spcAft>
                <a:spcPct val="0"/>
              </a:spcAft>
            </a:pPr>
            <a:endParaRPr lang="zh-CN" altLang="en-US" sz="908">
              <a:solidFill>
                <a:srgbClr val="000000"/>
              </a:solidFill>
              <a:latin typeface="Arial" panose="020B0604020202020204" pitchFamily="34" charset="0"/>
            </a:endParaRPr>
          </a:p>
        </p:txBody>
      </p:sp>
      <p:sp>
        <p:nvSpPr>
          <p:cNvPr id="15365" name="Line 10">
            <a:extLst>
              <a:ext uri="{FF2B5EF4-FFF2-40B4-BE49-F238E27FC236}">
                <a16:creationId xmlns:a16="http://schemas.microsoft.com/office/drawing/2014/main" id="{27C8D54B-72FB-DE4B-F34A-D6C9F889599C}"/>
              </a:ext>
            </a:extLst>
          </p:cNvPr>
          <p:cNvSpPr>
            <a:spLocks noChangeShapeType="1"/>
          </p:cNvSpPr>
          <p:nvPr/>
        </p:nvSpPr>
        <p:spPr bwMode="auto">
          <a:xfrm>
            <a:off x="299337" y="148054"/>
            <a:ext cx="4137885" cy="0"/>
          </a:xfrm>
          <a:prstGeom prst="line">
            <a:avLst/>
          </a:prstGeom>
          <a:noFill/>
          <a:ln w="12700">
            <a:solidFill>
              <a:srgbClr val="C0C0C0"/>
            </a:solidFill>
            <a:round/>
            <a:headEnd/>
            <a:tailEnd/>
          </a:ln>
          <a:extLst>
            <a:ext uri="{909E8E84-426E-40DD-AFC4-6F175D3DCCD1}">
              <a14:hiddenFill xmlns:a14="http://schemas.microsoft.com/office/drawing/2010/main">
                <a:noFill/>
              </a14:hiddenFill>
            </a:ext>
          </a:extLst>
        </p:spPr>
        <p:txBody>
          <a:bodyPr/>
          <a:lstStyle/>
          <a:p>
            <a:pPr defTabSz="461040" fontAlgn="base">
              <a:spcBef>
                <a:spcPct val="0"/>
              </a:spcBef>
              <a:spcAft>
                <a:spcPct val="0"/>
              </a:spcAft>
            </a:pPr>
            <a:endParaRPr lang="zh-CN" altLang="en-US" sz="908">
              <a:solidFill>
                <a:srgbClr val="000000"/>
              </a:solidFill>
              <a:latin typeface="Arial" panose="020B0604020202020204" pitchFamily="34" charset="0"/>
            </a:endParaRPr>
          </a:p>
        </p:txBody>
      </p:sp>
      <p:sp>
        <p:nvSpPr>
          <p:cNvPr id="15366" name="Rectangle 8">
            <a:extLst>
              <a:ext uri="{FF2B5EF4-FFF2-40B4-BE49-F238E27FC236}">
                <a16:creationId xmlns:a16="http://schemas.microsoft.com/office/drawing/2014/main" id="{08F6D1DD-B310-8206-1616-89A81F384B09}"/>
              </a:ext>
            </a:extLst>
          </p:cNvPr>
          <p:cNvSpPr>
            <a:spLocks noChangeArrowheads="1"/>
          </p:cNvSpPr>
          <p:nvPr/>
        </p:nvSpPr>
        <p:spPr bwMode="auto">
          <a:xfrm>
            <a:off x="4185907" y="3215851"/>
            <a:ext cx="344957" cy="1856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defTabSz="461040" eaLnBrk="1" fontAlgn="base" hangingPunct="1">
              <a:spcBef>
                <a:spcPct val="0"/>
              </a:spcBef>
              <a:spcAft>
                <a:spcPct val="0"/>
              </a:spcAft>
            </a:pPr>
            <a:fld id="{D2512EC5-FE02-4743-B964-B02914EE3052}" type="slidenum">
              <a:rPr lang="zh-CN" altLang="zh-CN" sz="857">
                <a:solidFill>
                  <a:srgbClr val="777777"/>
                </a:solidFill>
                <a:latin typeface="Tahoma" panose="020B0604030504040204" pitchFamily="34" charset="0"/>
                <a:ea typeface="宋体" panose="02010600030101010101" pitchFamily="2" charset="-122"/>
              </a:rPr>
              <a:pPr algn="r" defTabSz="461040" eaLnBrk="1" fontAlgn="base" hangingPunct="1">
                <a:spcBef>
                  <a:spcPct val="0"/>
                </a:spcBef>
                <a:spcAft>
                  <a:spcPct val="0"/>
                </a:spcAft>
              </a:pPr>
              <a:t>7</a:t>
            </a:fld>
            <a:endParaRPr lang="zh-CN" altLang="zh-CN" sz="857">
              <a:solidFill>
                <a:srgbClr val="777777"/>
              </a:solidFill>
              <a:latin typeface="Tahoma" panose="020B0604030504040204" pitchFamily="34" charset="0"/>
              <a:ea typeface="宋体" panose="02010600030101010101" pitchFamily="2" charset="-122"/>
            </a:endParaRPr>
          </a:p>
        </p:txBody>
      </p:sp>
      <p:sp>
        <p:nvSpPr>
          <p:cNvPr id="15367" name="Rectangle 7">
            <a:extLst>
              <a:ext uri="{FF2B5EF4-FFF2-40B4-BE49-F238E27FC236}">
                <a16:creationId xmlns:a16="http://schemas.microsoft.com/office/drawing/2014/main" id="{D5DD2B56-9A9C-7EFB-EC63-078125ED5C2C}"/>
              </a:ext>
            </a:extLst>
          </p:cNvPr>
          <p:cNvSpPr>
            <a:spLocks noChangeArrowheads="1"/>
          </p:cNvSpPr>
          <p:nvPr/>
        </p:nvSpPr>
        <p:spPr bwMode="auto">
          <a:xfrm>
            <a:off x="242511" y="657086"/>
            <a:ext cx="2059338" cy="12677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1040" eaLnBrk="1" fontAlgn="base" hangingPunct="1">
              <a:lnSpc>
                <a:spcPct val="110000"/>
              </a:lnSpc>
              <a:spcBef>
                <a:spcPct val="30000"/>
              </a:spcBef>
              <a:spcAft>
                <a:spcPct val="0"/>
              </a:spcAft>
              <a:buClr>
                <a:srgbClr val="339966"/>
              </a:buClr>
              <a:buSzPct val="120000"/>
            </a:pPr>
            <a:r>
              <a:rPr lang="zh-CN" altLang="zh-CN" sz="1311">
                <a:solidFill>
                  <a:srgbClr val="000000"/>
                </a:solidFill>
                <a:ea typeface="宋体" panose="02010600030101010101" pitchFamily="2" charset="-122"/>
              </a:rPr>
              <a:t>CPI篮子： </a:t>
            </a:r>
            <a:br>
              <a:rPr lang="zh-CN" altLang="zh-CN" sz="1311">
                <a:solidFill>
                  <a:srgbClr val="000000"/>
                </a:solidFill>
                <a:ea typeface="宋体" panose="02010600030101010101" pitchFamily="2" charset="-122"/>
              </a:rPr>
            </a:br>
            <a:r>
              <a:rPr lang="zh-CN" altLang="zh-CN" sz="1311">
                <a:solidFill>
                  <a:srgbClr val="000000"/>
                </a:solidFill>
                <a:ea typeface="宋体" panose="02010600030101010101" pitchFamily="2" charset="-122"/>
              </a:rPr>
              <a:t>   {10 磅牛肉, </a:t>
            </a:r>
            <a:br>
              <a:rPr lang="zh-CN" altLang="zh-CN" sz="1311">
                <a:solidFill>
                  <a:srgbClr val="000000"/>
                </a:solidFill>
                <a:ea typeface="宋体" panose="02010600030101010101" pitchFamily="2" charset="-122"/>
              </a:rPr>
            </a:br>
            <a:r>
              <a:rPr lang="zh-CN" altLang="zh-CN" sz="1311">
                <a:solidFill>
                  <a:srgbClr val="000000"/>
                </a:solidFill>
                <a:ea typeface="宋体" panose="02010600030101010101" pitchFamily="2" charset="-122"/>
              </a:rPr>
              <a:t>     20 磅鸡肉}</a:t>
            </a:r>
          </a:p>
          <a:p>
            <a:pPr defTabSz="461040" eaLnBrk="1" fontAlgn="base" hangingPunct="1">
              <a:lnSpc>
                <a:spcPct val="110000"/>
              </a:lnSpc>
              <a:spcBef>
                <a:spcPct val="30000"/>
              </a:spcBef>
              <a:spcAft>
                <a:spcPct val="0"/>
              </a:spcAft>
              <a:buClr>
                <a:srgbClr val="339966"/>
              </a:buClr>
              <a:buSzPct val="120000"/>
            </a:pPr>
            <a:r>
              <a:rPr lang="zh-CN" altLang="zh-CN" sz="1311">
                <a:solidFill>
                  <a:srgbClr val="000000"/>
                </a:solidFill>
                <a:ea typeface="宋体" panose="02010600030101010101" pitchFamily="2" charset="-122"/>
              </a:rPr>
              <a:t>在2004年CPI篮子的费用是120 美元，以2004年为基年</a:t>
            </a:r>
          </a:p>
        </p:txBody>
      </p:sp>
      <p:sp>
        <p:nvSpPr>
          <p:cNvPr id="15368" name="Rectangle 8">
            <a:extLst>
              <a:ext uri="{FF2B5EF4-FFF2-40B4-BE49-F238E27FC236}">
                <a16:creationId xmlns:a16="http://schemas.microsoft.com/office/drawing/2014/main" id="{900F7AA9-E040-FC87-2D05-5CD9E5C0F8DA}"/>
              </a:ext>
            </a:extLst>
          </p:cNvPr>
          <p:cNvSpPr>
            <a:spLocks noChangeArrowheads="1"/>
          </p:cNvSpPr>
          <p:nvPr/>
        </p:nvSpPr>
        <p:spPr bwMode="auto">
          <a:xfrm>
            <a:off x="287331" y="1979289"/>
            <a:ext cx="4143487" cy="10020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511175" indent="-511175"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257734" indent="-257734" defTabSz="461040" eaLnBrk="1" fontAlgn="base" hangingPunct="1">
              <a:lnSpc>
                <a:spcPct val="105000"/>
              </a:lnSpc>
              <a:spcBef>
                <a:spcPct val="70000"/>
              </a:spcBef>
              <a:spcAft>
                <a:spcPct val="0"/>
              </a:spcAft>
              <a:buClr>
                <a:srgbClr val="990099"/>
              </a:buClr>
            </a:pPr>
            <a:r>
              <a:rPr lang="zh-CN" altLang="zh-CN" sz="1412" b="1">
                <a:solidFill>
                  <a:srgbClr val="339966"/>
                </a:solidFill>
                <a:ea typeface="宋体" panose="02010600030101010101" pitchFamily="2" charset="-122"/>
              </a:rPr>
              <a:t>A.	</a:t>
            </a:r>
            <a:r>
              <a:rPr lang="zh-CN" altLang="zh-CN" sz="1412">
                <a:solidFill>
                  <a:srgbClr val="000000"/>
                </a:solidFill>
                <a:ea typeface="宋体" panose="02010600030101010101" pitchFamily="2" charset="-122"/>
              </a:rPr>
              <a:t>计算2005年的CPI </a:t>
            </a:r>
          </a:p>
          <a:p>
            <a:pPr marL="257734" indent="-257734" defTabSz="461040" eaLnBrk="1" fontAlgn="base" hangingPunct="1">
              <a:lnSpc>
                <a:spcPct val="105000"/>
              </a:lnSpc>
              <a:spcBef>
                <a:spcPct val="70000"/>
              </a:spcBef>
              <a:spcAft>
                <a:spcPct val="0"/>
              </a:spcAft>
              <a:buClr>
                <a:srgbClr val="990099"/>
              </a:buClr>
            </a:pPr>
            <a:r>
              <a:rPr lang="zh-CN" altLang="zh-CN" sz="1412" b="1">
                <a:solidFill>
                  <a:srgbClr val="339966"/>
                </a:solidFill>
                <a:ea typeface="宋体" panose="02010600030101010101" pitchFamily="2" charset="-122"/>
              </a:rPr>
              <a:t>B.	</a:t>
            </a:r>
            <a:r>
              <a:rPr lang="zh-CN" altLang="zh-CN" sz="1412">
                <a:solidFill>
                  <a:srgbClr val="000000"/>
                </a:solidFill>
                <a:ea typeface="宋体" panose="02010600030101010101" pitchFamily="2" charset="-122"/>
              </a:rPr>
              <a:t>2005年到2006年以CPI计算的通货膨胀率是多少</a:t>
            </a:r>
          </a:p>
        </p:txBody>
      </p:sp>
      <p:sp>
        <p:nvSpPr>
          <p:cNvPr id="15369" name="FlagCount" hidden="1">
            <a:hlinkClick r:id="rId3"/>
            <a:extLst>
              <a:ext uri="{FF2B5EF4-FFF2-40B4-BE49-F238E27FC236}">
                <a16:creationId xmlns:a16="http://schemas.microsoft.com/office/drawing/2014/main" id="{DBD3B9CB-2F99-9805-AD21-7A56F8A65D06}"/>
              </a:ext>
            </a:extLst>
          </p:cNvPr>
          <p:cNvSpPr>
            <a:spLocks noChangeArrowheads="1"/>
          </p:cNvSpPr>
          <p:nvPr/>
        </p:nvSpPr>
        <p:spPr bwMode="auto">
          <a:xfrm>
            <a:off x="4161896" y="129646"/>
            <a:ext cx="192088" cy="160073"/>
          </a:xfrm>
          <a:prstGeom prst="wedgeRoundRectCallout">
            <a:avLst>
              <a:gd name="adj1" fmla="val -43750"/>
              <a:gd name="adj2" fmla="val 70000"/>
              <a:gd name="adj3" fmla="val 16667"/>
            </a:avLst>
          </a:prstGeom>
          <a:solidFill>
            <a:schemeClr val="accent1">
              <a:alpha val="25000"/>
            </a:schemeClr>
          </a:solidFill>
          <a:ln w="19050">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defTabSz="461040" eaLnBrk="1" fontAlgn="base" hangingPunct="1">
              <a:spcBef>
                <a:spcPct val="0"/>
              </a:spcBef>
              <a:spcAft>
                <a:spcPct val="0"/>
              </a:spcAft>
            </a:pPr>
            <a:r>
              <a:rPr lang="en-US" altLang="zh-CN" sz="706" b="1">
                <a:solidFill>
                  <a:srgbClr val="000000"/>
                </a:solidFill>
                <a:latin typeface="Tahoma" panose="020B0604030504040204" pitchFamily="34" charset="0"/>
                <a:ea typeface="宋体" panose="02010600030101010101" pitchFamily="2" charset="-122"/>
              </a:rPr>
              <a:t>0</a:t>
            </a:r>
          </a:p>
        </p:txBody>
      </p:sp>
      <p:graphicFrame>
        <p:nvGraphicFramePr>
          <p:cNvPr id="15370" name="Group 10">
            <a:extLst>
              <a:ext uri="{FF2B5EF4-FFF2-40B4-BE49-F238E27FC236}">
                <a16:creationId xmlns:a16="http://schemas.microsoft.com/office/drawing/2014/main" id="{F8924154-975B-2439-20DD-17C5792C856C}"/>
              </a:ext>
            </a:extLst>
          </p:cNvPr>
          <p:cNvGraphicFramePr>
            <a:graphicFrameLocks noGrp="1"/>
          </p:cNvGraphicFramePr>
          <p:nvPr/>
        </p:nvGraphicFramePr>
        <p:xfrm>
          <a:off x="2420303" y="439387"/>
          <a:ext cx="1916073" cy="1388632"/>
        </p:xfrm>
        <a:graphic>
          <a:graphicData uri="http://schemas.openxmlformats.org/drawingml/2006/table">
            <a:tbl>
              <a:tblPr/>
              <a:tblGrid>
                <a:gridCol w="603475">
                  <a:extLst>
                    <a:ext uri="{9D8B030D-6E8A-4147-A177-3AD203B41FA5}">
                      <a16:colId xmlns:a16="http://schemas.microsoft.com/office/drawing/2014/main" val="1983356303"/>
                    </a:ext>
                  </a:extLst>
                </a:gridCol>
                <a:gridCol w="608277">
                  <a:extLst>
                    <a:ext uri="{9D8B030D-6E8A-4147-A177-3AD203B41FA5}">
                      <a16:colId xmlns:a16="http://schemas.microsoft.com/office/drawing/2014/main" val="3851654857"/>
                    </a:ext>
                  </a:extLst>
                </a:gridCol>
                <a:gridCol w="704321">
                  <a:extLst>
                    <a:ext uri="{9D8B030D-6E8A-4147-A177-3AD203B41FA5}">
                      <a16:colId xmlns:a16="http://schemas.microsoft.com/office/drawing/2014/main" val="955916891"/>
                    </a:ext>
                  </a:extLst>
                </a:gridCol>
              </a:tblGrid>
              <a:tr h="505830">
                <a:tc>
                  <a:txBody>
                    <a:bodyPr/>
                    <a:lstStyle>
                      <a:lvl1pPr eaLnBrk="0" hangingPunct="0">
                        <a:lnSpc>
                          <a:spcPct val="105000"/>
                        </a:lnSpc>
                        <a:spcBef>
                          <a:spcPct val="45000"/>
                        </a:spcBef>
                        <a:buClr>
                          <a:srgbClr val="339966"/>
                        </a:buClr>
                        <a:buSzPct val="120000"/>
                        <a:buFont typeface="Wingdings" pitchFamily="2" charset="2"/>
                        <a:defRPr sz="2400">
                          <a:solidFill>
                            <a:schemeClr val="tx1"/>
                          </a:solidFill>
                          <a:latin typeface="Arial" panose="020B0604020202020204" pitchFamily="34" charset="0"/>
                        </a:defRPr>
                      </a:lvl1pPr>
                      <a:lvl2pPr eaLnBrk="0" hangingPunct="0">
                        <a:spcBef>
                          <a:spcPct val="15000"/>
                        </a:spcBef>
                        <a:buClr>
                          <a:srgbClr val="996633"/>
                        </a:buClr>
                        <a:buSzPct val="120000"/>
                        <a:buFont typeface="Wingdings" pitchFamily="2" charset="2"/>
                        <a:defRPr sz="2300">
                          <a:solidFill>
                            <a:schemeClr val="tx1"/>
                          </a:solidFill>
                          <a:latin typeface="Arial" panose="020B0604020202020204" pitchFamily="34" charset="0"/>
                        </a:defRPr>
                      </a:lvl2pPr>
                      <a:lvl3pPr eaLnBrk="0" hangingPunct="0">
                        <a:spcBef>
                          <a:spcPct val="15000"/>
                        </a:spcBef>
                        <a:buClr>
                          <a:srgbClr val="339966"/>
                        </a:buClr>
                        <a:buSzPct val="120000"/>
                        <a:buFont typeface="Wingdings" pitchFamily="2" charset="2"/>
                        <a:defRPr sz="2100">
                          <a:solidFill>
                            <a:schemeClr val="tx1"/>
                          </a:solidFill>
                          <a:latin typeface="Arial" panose="020B0604020202020204" pitchFamily="34" charset="0"/>
                        </a:defRPr>
                      </a:lvl3pPr>
                      <a:lvl4pPr eaLnBrk="0" hangingPunct="0">
                        <a:spcBef>
                          <a:spcPct val="15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endParaRPr kumimoji="0" lang="zh-CN" altLang="zh-CN" sz="13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46101" marR="46101" marT="23051" marB="2305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105000"/>
                        </a:lnSpc>
                        <a:spcBef>
                          <a:spcPct val="45000"/>
                        </a:spcBef>
                        <a:buClr>
                          <a:srgbClr val="339966"/>
                        </a:buClr>
                        <a:buSzPct val="120000"/>
                        <a:buFont typeface="Wingdings" pitchFamily="2" charset="2"/>
                        <a:defRPr sz="2400">
                          <a:solidFill>
                            <a:schemeClr val="tx1"/>
                          </a:solidFill>
                          <a:latin typeface="Arial" panose="020B0604020202020204" pitchFamily="34" charset="0"/>
                        </a:defRPr>
                      </a:lvl1pPr>
                      <a:lvl2pPr eaLnBrk="0" hangingPunct="0">
                        <a:spcBef>
                          <a:spcPct val="15000"/>
                        </a:spcBef>
                        <a:buClr>
                          <a:srgbClr val="996633"/>
                        </a:buClr>
                        <a:buSzPct val="120000"/>
                        <a:buFont typeface="Wingdings" pitchFamily="2" charset="2"/>
                        <a:defRPr sz="2300">
                          <a:solidFill>
                            <a:schemeClr val="tx1"/>
                          </a:solidFill>
                          <a:latin typeface="Arial" panose="020B0604020202020204" pitchFamily="34" charset="0"/>
                        </a:defRPr>
                      </a:lvl2pPr>
                      <a:lvl3pPr eaLnBrk="0" hangingPunct="0">
                        <a:spcBef>
                          <a:spcPct val="15000"/>
                        </a:spcBef>
                        <a:buClr>
                          <a:srgbClr val="339966"/>
                        </a:buClr>
                        <a:buSzPct val="120000"/>
                        <a:buFont typeface="Wingdings" pitchFamily="2" charset="2"/>
                        <a:defRPr sz="2100">
                          <a:solidFill>
                            <a:schemeClr val="tx1"/>
                          </a:solidFill>
                          <a:latin typeface="Arial" panose="020B0604020202020204" pitchFamily="34" charset="0"/>
                        </a:defRPr>
                      </a:lvl3pPr>
                      <a:lvl4pPr eaLnBrk="0" hangingPunct="0">
                        <a:spcBef>
                          <a:spcPct val="15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zh-CN" altLang="zh-CN" sz="1300" b="0" i="0" u="none" strike="noStrike" cap="none" normalizeH="0" baseline="0">
                          <a:ln>
                            <a:noFill/>
                          </a:ln>
                          <a:solidFill>
                            <a:schemeClr val="tx1"/>
                          </a:solidFill>
                          <a:effectLst/>
                          <a:latin typeface="Arial" panose="020B0604020202020204" pitchFamily="34" charset="0"/>
                          <a:ea typeface="宋体" panose="02010600030101010101" pitchFamily="2" charset="-122"/>
                        </a:rPr>
                        <a:t>牛肉价格</a:t>
                      </a:r>
                    </a:p>
                  </a:txBody>
                  <a:tcPr marL="46101" marR="46101" marT="23051" marB="2305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105000"/>
                        </a:lnSpc>
                        <a:spcBef>
                          <a:spcPct val="45000"/>
                        </a:spcBef>
                        <a:buClr>
                          <a:srgbClr val="339966"/>
                        </a:buClr>
                        <a:buSzPct val="120000"/>
                        <a:buFont typeface="Wingdings" pitchFamily="2" charset="2"/>
                        <a:defRPr sz="2400">
                          <a:solidFill>
                            <a:schemeClr val="tx1"/>
                          </a:solidFill>
                          <a:latin typeface="Arial" panose="020B0604020202020204" pitchFamily="34" charset="0"/>
                        </a:defRPr>
                      </a:lvl1pPr>
                      <a:lvl2pPr eaLnBrk="0" hangingPunct="0">
                        <a:spcBef>
                          <a:spcPct val="15000"/>
                        </a:spcBef>
                        <a:buClr>
                          <a:srgbClr val="996633"/>
                        </a:buClr>
                        <a:buSzPct val="120000"/>
                        <a:buFont typeface="Wingdings" pitchFamily="2" charset="2"/>
                        <a:defRPr sz="2300">
                          <a:solidFill>
                            <a:schemeClr val="tx1"/>
                          </a:solidFill>
                          <a:latin typeface="Arial" panose="020B0604020202020204" pitchFamily="34" charset="0"/>
                        </a:defRPr>
                      </a:lvl2pPr>
                      <a:lvl3pPr eaLnBrk="0" hangingPunct="0">
                        <a:spcBef>
                          <a:spcPct val="15000"/>
                        </a:spcBef>
                        <a:buClr>
                          <a:srgbClr val="339966"/>
                        </a:buClr>
                        <a:buSzPct val="120000"/>
                        <a:buFont typeface="Wingdings" pitchFamily="2" charset="2"/>
                        <a:defRPr sz="2100">
                          <a:solidFill>
                            <a:schemeClr val="tx1"/>
                          </a:solidFill>
                          <a:latin typeface="Arial" panose="020B0604020202020204" pitchFamily="34" charset="0"/>
                        </a:defRPr>
                      </a:lvl3pPr>
                      <a:lvl4pPr eaLnBrk="0" hangingPunct="0">
                        <a:spcBef>
                          <a:spcPct val="15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zh-CN" altLang="zh-CN" sz="1300" b="0" i="0" u="none" strike="noStrike" cap="none" normalizeH="0" baseline="0">
                          <a:ln>
                            <a:noFill/>
                          </a:ln>
                          <a:solidFill>
                            <a:schemeClr val="tx1"/>
                          </a:solidFill>
                          <a:effectLst/>
                          <a:latin typeface="Arial" panose="020B0604020202020204" pitchFamily="34" charset="0"/>
                          <a:ea typeface="宋体" panose="02010600030101010101" pitchFamily="2" charset="-122"/>
                        </a:rPr>
                        <a:t>鸡肉价格</a:t>
                      </a:r>
                    </a:p>
                  </a:txBody>
                  <a:tcPr marL="46101" marR="46101" marT="23051" marB="2305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900404545"/>
                  </a:ext>
                </a:extLst>
              </a:tr>
              <a:tr h="293734">
                <a:tc>
                  <a:txBody>
                    <a:bodyPr/>
                    <a:lstStyle>
                      <a:lvl1pPr eaLnBrk="0" hangingPunct="0">
                        <a:lnSpc>
                          <a:spcPct val="105000"/>
                        </a:lnSpc>
                        <a:spcBef>
                          <a:spcPct val="45000"/>
                        </a:spcBef>
                        <a:buClr>
                          <a:srgbClr val="339966"/>
                        </a:buClr>
                        <a:buSzPct val="120000"/>
                        <a:buFont typeface="Wingdings" pitchFamily="2" charset="2"/>
                        <a:defRPr sz="2400">
                          <a:solidFill>
                            <a:schemeClr val="tx1"/>
                          </a:solidFill>
                          <a:latin typeface="Arial" panose="020B0604020202020204" pitchFamily="34" charset="0"/>
                        </a:defRPr>
                      </a:lvl1pPr>
                      <a:lvl2pPr eaLnBrk="0" hangingPunct="0">
                        <a:spcBef>
                          <a:spcPct val="15000"/>
                        </a:spcBef>
                        <a:buClr>
                          <a:srgbClr val="996633"/>
                        </a:buClr>
                        <a:buSzPct val="120000"/>
                        <a:buFont typeface="Wingdings" pitchFamily="2" charset="2"/>
                        <a:defRPr sz="2300">
                          <a:solidFill>
                            <a:schemeClr val="tx1"/>
                          </a:solidFill>
                          <a:latin typeface="Arial" panose="020B0604020202020204" pitchFamily="34" charset="0"/>
                        </a:defRPr>
                      </a:lvl2pPr>
                      <a:lvl3pPr eaLnBrk="0" hangingPunct="0">
                        <a:spcBef>
                          <a:spcPct val="15000"/>
                        </a:spcBef>
                        <a:buClr>
                          <a:srgbClr val="339966"/>
                        </a:buClr>
                        <a:buSzPct val="120000"/>
                        <a:buFont typeface="Wingdings" pitchFamily="2" charset="2"/>
                        <a:defRPr sz="2100">
                          <a:solidFill>
                            <a:schemeClr val="tx1"/>
                          </a:solidFill>
                          <a:latin typeface="Arial" panose="020B0604020202020204" pitchFamily="34" charset="0"/>
                        </a:defRPr>
                      </a:lvl3pPr>
                      <a:lvl4pPr eaLnBrk="0" hangingPunct="0">
                        <a:spcBef>
                          <a:spcPct val="15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altLang="zh-CN" sz="1300" b="0" i="0" u="none" strike="noStrike" cap="none" normalizeH="0" baseline="0">
                          <a:ln>
                            <a:noFill/>
                          </a:ln>
                          <a:solidFill>
                            <a:schemeClr val="tx1"/>
                          </a:solidFill>
                          <a:effectLst/>
                          <a:latin typeface="Arial" panose="020B0604020202020204" pitchFamily="34" charset="0"/>
                          <a:ea typeface="宋体" panose="02010600030101010101" pitchFamily="2" charset="-122"/>
                        </a:rPr>
                        <a:t>2004</a:t>
                      </a:r>
                    </a:p>
                  </a:txBody>
                  <a:tcPr marL="46101" marR="46101" marT="23051" marB="2305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105000"/>
                        </a:lnSpc>
                        <a:spcBef>
                          <a:spcPct val="45000"/>
                        </a:spcBef>
                        <a:buClr>
                          <a:srgbClr val="339966"/>
                        </a:buClr>
                        <a:buSzPct val="120000"/>
                        <a:buFont typeface="Wingdings" pitchFamily="2" charset="2"/>
                        <a:defRPr sz="2400">
                          <a:solidFill>
                            <a:schemeClr val="tx1"/>
                          </a:solidFill>
                          <a:latin typeface="Arial" panose="020B0604020202020204" pitchFamily="34" charset="0"/>
                        </a:defRPr>
                      </a:lvl1pPr>
                      <a:lvl2pPr eaLnBrk="0" hangingPunct="0">
                        <a:spcBef>
                          <a:spcPct val="15000"/>
                        </a:spcBef>
                        <a:buClr>
                          <a:srgbClr val="996633"/>
                        </a:buClr>
                        <a:buSzPct val="120000"/>
                        <a:buFont typeface="Wingdings" pitchFamily="2" charset="2"/>
                        <a:defRPr sz="2300">
                          <a:solidFill>
                            <a:schemeClr val="tx1"/>
                          </a:solidFill>
                          <a:latin typeface="Arial" panose="020B0604020202020204" pitchFamily="34" charset="0"/>
                        </a:defRPr>
                      </a:lvl2pPr>
                      <a:lvl3pPr eaLnBrk="0" hangingPunct="0">
                        <a:spcBef>
                          <a:spcPct val="15000"/>
                        </a:spcBef>
                        <a:buClr>
                          <a:srgbClr val="339966"/>
                        </a:buClr>
                        <a:buSzPct val="120000"/>
                        <a:buFont typeface="Wingdings" pitchFamily="2" charset="2"/>
                        <a:defRPr sz="2100">
                          <a:solidFill>
                            <a:schemeClr val="tx1"/>
                          </a:solidFill>
                          <a:latin typeface="Arial" panose="020B0604020202020204" pitchFamily="34" charset="0"/>
                        </a:defRPr>
                      </a:lvl3pPr>
                      <a:lvl4pPr eaLnBrk="0" hangingPunct="0">
                        <a:spcBef>
                          <a:spcPct val="15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altLang="zh-CN" sz="1300" b="0" i="0" u="none" strike="noStrike" cap="none" normalizeH="0" baseline="0">
                          <a:ln>
                            <a:noFill/>
                          </a:ln>
                          <a:solidFill>
                            <a:schemeClr val="tx1"/>
                          </a:solidFill>
                          <a:effectLst/>
                          <a:latin typeface="Arial" panose="020B0604020202020204" pitchFamily="34" charset="0"/>
                          <a:ea typeface="宋体" panose="02010600030101010101" pitchFamily="2" charset="-122"/>
                        </a:rPr>
                        <a:t>$4</a:t>
                      </a:r>
                    </a:p>
                  </a:txBody>
                  <a:tcPr marL="46101" marR="46101" marT="23051" marB="2305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105000"/>
                        </a:lnSpc>
                        <a:spcBef>
                          <a:spcPct val="45000"/>
                        </a:spcBef>
                        <a:buClr>
                          <a:srgbClr val="339966"/>
                        </a:buClr>
                        <a:buSzPct val="120000"/>
                        <a:buFont typeface="Wingdings" pitchFamily="2" charset="2"/>
                        <a:defRPr sz="2400">
                          <a:solidFill>
                            <a:schemeClr val="tx1"/>
                          </a:solidFill>
                          <a:latin typeface="Arial" panose="020B0604020202020204" pitchFamily="34" charset="0"/>
                        </a:defRPr>
                      </a:lvl1pPr>
                      <a:lvl2pPr eaLnBrk="0" hangingPunct="0">
                        <a:spcBef>
                          <a:spcPct val="15000"/>
                        </a:spcBef>
                        <a:buClr>
                          <a:srgbClr val="996633"/>
                        </a:buClr>
                        <a:buSzPct val="120000"/>
                        <a:buFont typeface="Wingdings" pitchFamily="2" charset="2"/>
                        <a:defRPr sz="2300">
                          <a:solidFill>
                            <a:schemeClr val="tx1"/>
                          </a:solidFill>
                          <a:latin typeface="Arial" panose="020B0604020202020204" pitchFamily="34" charset="0"/>
                        </a:defRPr>
                      </a:lvl2pPr>
                      <a:lvl3pPr eaLnBrk="0" hangingPunct="0">
                        <a:spcBef>
                          <a:spcPct val="15000"/>
                        </a:spcBef>
                        <a:buClr>
                          <a:srgbClr val="339966"/>
                        </a:buClr>
                        <a:buSzPct val="120000"/>
                        <a:buFont typeface="Wingdings" pitchFamily="2" charset="2"/>
                        <a:defRPr sz="2100">
                          <a:solidFill>
                            <a:schemeClr val="tx1"/>
                          </a:solidFill>
                          <a:latin typeface="Arial" panose="020B0604020202020204" pitchFamily="34" charset="0"/>
                        </a:defRPr>
                      </a:lvl3pPr>
                      <a:lvl4pPr eaLnBrk="0" hangingPunct="0">
                        <a:spcBef>
                          <a:spcPct val="15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altLang="zh-CN" sz="1300" b="0" i="0" u="none" strike="noStrike" cap="none" normalizeH="0" baseline="0">
                          <a:ln>
                            <a:noFill/>
                          </a:ln>
                          <a:solidFill>
                            <a:schemeClr val="tx1"/>
                          </a:solidFill>
                          <a:effectLst/>
                          <a:latin typeface="Arial" panose="020B0604020202020204" pitchFamily="34" charset="0"/>
                          <a:ea typeface="宋体" panose="02010600030101010101" pitchFamily="2" charset="-122"/>
                        </a:rPr>
                        <a:t>$4</a:t>
                      </a:r>
                    </a:p>
                  </a:txBody>
                  <a:tcPr marL="46101" marR="46101" marT="23051" marB="2305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3046905466"/>
                  </a:ext>
                </a:extLst>
              </a:tr>
              <a:tr h="294534">
                <a:tc>
                  <a:txBody>
                    <a:bodyPr/>
                    <a:lstStyle>
                      <a:lvl1pPr eaLnBrk="0" hangingPunct="0">
                        <a:lnSpc>
                          <a:spcPct val="105000"/>
                        </a:lnSpc>
                        <a:spcBef>
                          <a:spcPct val="45000"/>
                        </a:spcBef>
                        <a:buClr>
                          <a:srgbClr val="339966"/>
                        </a:buClr>
                        <a:buSzPct val="120000"/>
                        <a:buFont typeface="Wingdings" pitchFamily="2" charset="2"/>
                        <a:defRPr sz="2400">
                          <a:solidFill>
                            <a:schemeClr val="tx1"/>
                          </a:solidFill>
                          <a:latin typeface="Arial" panose="020B0604020202020204" pitchFamily="34" charset="0"/>
                        </a:defRPr>
                      </a:lvl1pPr>
                      <a:lvl2pPr eaLnBrk="0" hangingPunct="0">
                        <a:spcBef>
                          <a:spcPct val="15000"/>
                        </a:spcBef>
                        <a:buClr>
                          <a:srgbClr val="996633"/>
                        </a:buClr>
                        <a:buSzPct val="120000"/>
                        <a:buFont typeface="Wingdings" pitchFamily="2" charset="2"/>
                        <a:defRPr sz="2300">
                          <a:solidFill>
                            <a:schemeClr val="tx1"/>
                          </a:solidFill>
                          <a:latin typeface="Arial" panose="020B0604020202020204" pitchFamily="34" charset="0"/>
                        </a:defRPr>
                      </a:lvl2pPr>
                      <a:lvl3pPr eaLnBrk="0" hangingPunct="0">
                        <a:spcBef>
                          <a:spcPct val="15000"/>
                        </a:spcBef>
                        <a:buClr>
                          <a:srgbClr val="339966"/>
                        </a:buClr>
                        <a:buSzPct val="120000"/>
                        <a:buFont typeface="Wingdings" pitchFamily="2" charset="2"/>
                        <a:defRPr sz="2100">
                          <a:solidFill>
                            <a:schemeClr val="tx1"/>
                          </a:solidFill>
                          <a:latin typeface="Arial" panose="020B0604020202020204" pitchFamily="34" charset="0"/>
                        </a:defRPr>
                      </a:lvl3pPr>
                      <a:lvl4pPr eaLnBrk="0" hangingPunct="0">
                        <a:spcBef>
                          <a:spcPct val="15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altLang="zh-CN" sz="1300" b="0" i="0" u="none" strike="noStrike" cap="none" normalizeH="0" baseline="0">
                          <a:ln>
                            <a:noFill/>
                          </a:ln>
                          <a:solidFill>
                            <a:schemeClr val="tx1"/>
                          </a:solidFill>
                          <a:effectLst/>
                          <a:latin typeface="Arial" panose="020B0604020202020204" pitchFamily="34" charset="0"/>
                          <a:ea typeface="宋体" panose="02010600030101010101" pitchFamily="2" charset="-122"/>
                        </a:rPr>
                        <a:t>2005</a:t>
                      </a:r>
                    </a:p>
                  </a:txBody>
                  <a:tcPr marL="46101" marR="46101" marT="23051" marB="2305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105000"/>
                        </a:lnSpc>
                        <a:spcBef>
                          <a:spcPct val="45000"/>
                        </a:spcBef>
                        <a:buClr>
                          <a:srgbClr val="339966"/>
                        </a:buClr>
                        <a:buSzPct val="120000"/>
                        <a:buFont typeface="Wingdings" pitchFamily="2" charset="2"/>
                        <a:defRPr sz="2400">
                          <a:solidFill>
                            <a:schemeClr val="tx1"/>
                          </a:solidFill>
                          <a:latin typeface="Arial" panose="020B0604020202020204" pitchFamily="34" charset="0"/>
                        </a:defRPr>
                      </a:lvl1pPr>
                      <a:lvl2pPr eaLnBrk="0" hangingPunct="0">
                        <a:spcBef>
                          <a:spcPct val="15000"/>
                        </a:spcBef>
                        <a:buClr>
                          <a:srgbClr val="996633"/>
                        </a:buClr>
                        <a:buSzPct val="120000"/>
                        <a:buFont typeface="Wingdings" pitchFamily="2" charset="2"/>
                        <a:defRPr sz="2300">
                          <a:solidFill>
                            <a:schemeClr val="tx1"/>
                          </a:solidFill>
                          <a:latin typeface="Arial" panose="020B0604020202020204" pitchFamily="34" charset="0"/>
                        </a:defRPr>
                      </a:lvl2pPr>
                      <a:lvl3pPr eaLnBrk="0" hangingPunct="0">
                        <a:spcBef>
                          <a:spcPct val="15000"/>
                        </a:spcBef>
                        <a:buClr>
                          <a:srgbClr val="339966"/>
                        </a:buClr>
                        <a:buSzPct val="120000"/>
                        <a:buFont typeface="Wingdings" pitchFamily="2" charset="2"/>
                        <a:defRPr sz="2100">
                          <a:solidFill>
                            <a:schemeClr val="tx1"/>
                          </a:solidFill>
                          <a:latin typeface="Arial" panose="020B0604020202020204" pitchFamily="34" charset="0"/>
                        </a:defRPr>
                      </a:lvl3pPr>
                      <a:lvl4pPr eaLnBrk="0" hangingPunct="0">
                        <a:spcBef>
                          <a:spcPct val="15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altLang="zh-CN" sz="1300" b="0" i="0" u="none" strike="noStrike" cap="none" normalizeH="0" baseline="0">
                          <a:ln>
                            <a:noFill/>
                          </a:ln>
                          <a:solidFill>
                            <a:schemeClr val="tx1"/>
                          </a:solidFill>
                          <a:effectLst/>
                          <a:latin typeface="Arial" panose="020B0604020202020204" pitchFamily="34" charset="0"/>
                          <a:ea typeface="宋体" panose="02010600030101010101" pitchFamily="2" charset="-122"/>
                        </a:rPr>
                        <a:t>$5</a:t>
                      </a:r>
                    </a:p>
                  </a:txBody>
                  <a:tcPr marL="46101" marR="46101" marT="23051" marB="2305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105000"/>
                        </a:lnSpc>
                        <a:spcBef>
                          <a:spcPct val="45000"/>
                        </a:spcBef>
                        <a:buClr>
                          <a:srgbClr val="339966"/>
                        </a:buClr>
                        <a:buSzPct val="120000"/>
                        <a:buFont typeface="Wingdings" pitchFamily="2" charset="2"/>
                        <a:defRPr sz="2400">
                          <a:solidFill>
                            <a:schemeClr val="tx1"/>
                          </a:solidFill>
                          <a:latin typeface="Arial" panose="020B0604020202020204" pitchFamily="34" charset="0"/>
                        </a:defRPr>
                      </a:lvl1pPr>
                      <a:lvl2pPr eaLnBrk="0" hangingPunct="0">
                        <a:spcBef>
                          <a:spcPct val="15000"/>
                        </a:spcBef>
                        <a:buClr>
                          <a:srgbClr val="996633"/>
                        </a:buClr>
                        <a:buSzPct val="120000"/>
                        <a:buFont typeface="Wingdings" pitchFamily="2" charset="2"/>
                        <a:defRPr sz="2300">
                          <a:solidFill>
                            <a:schemeClr val="tx1"/>
                          </a:solidFill>
                          <a:latin typeface="Arial" panose="020B0604020202020204" pitchFamily="34" charset="0"/>
                        </a:defRPr>
                      </a:lvl2pPr>
                      <a:lvl3pPr eaLnBrk="0" hangingPunct="0">
                        <a:spcBef>
                          <a:spcPct val="15000"/>
                        </a:spcBef>
                        <a:buClr>
                          <a:srgbClr val="339966"/>
                        </a:buClr>
                        <a:buSzPct val="120000"/>
                        <a:buFont typeface="Wingdings" pitchFamily="2" charset="2"/>
                        <a:defRPr sz="2100">
                          <a:solidFill>
                            <a:schemeClr val="tx1"/>
                          </a:solidFill>
                          <a:latin typeface="Arial" panose="020B0604020202020204" pitchFamily="34" charset="0"/>
                        </a:defRPr>
                      </a:lvl3pPr>
                      <a:lvl4pPr eaLnBrk="0" hangingPunct="0">
                        <a:spcBef>
                          <a:spcPct val="15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altLang="zh-CN" sz="1300" b="0" i="0" u="none" strike="noStrike" cap="none" normalizeH="0" baseline="0">
                          <a:ln>
                            <a:noFill/>
                          </a:ln>
                          <a:solidFill>
                            <a:schemeClr val="tx1"/>
                          </a:solidFill>
                          <a:effectLst/>
                          <a:latin typeface="Arial" panose="020B0604020202020204" pitchFamily="34" charset="0"/>
                          <a:ea typeface="宋体" panose="02010600030101010101" pitchFamily="2" charset="-122"/>
                        </a:rPr>
                        <a:t>$5</a:t>
                      </a:r>
                    </a:p>
                  </a:txBody>
                  <a:tcPr marL="46101" marR="46101" marT="23051" marB="2305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565680568"/>
                  </a:ext>
                </a:extLst>
              </a:tr>
              <a:tr h="294534">
                <a:tc>
                  <a:txBody>
                    <a:bodyPr/>
                    <a:lstStyle>
                      <a:lvl1pPr eaLnBrk="0" hangingPunct="0">
                        <a:lnSpc>
                          <a:spcPct val="105000"/>
                        </a:lnSpc>
                        <a:spcBef>
                          <a:spcPct val="45000"/>
                        </a:spcBef>
                        <a:buClr>
                          <a:srgbClr val="339966"/>
                        </a:buClr>
                        <a:buSzPct val="120000"/>
                        <a:buFont typeface="Wingdings" pitchFamily="2" charset="2"/>
                        <a:defRPr sz="2400">
                          <a:solidFill>
                            <a:schemeClr val="tx1"/>
                          </a:solidFill>
                          <a:latin typeface="Arial" panose="020B0604020202020204" pitchFamily="34" charset="0"/>
                        </a:defRPr>
                      </a:lvl1pPr>
                      <a:lvl2pPr eaLnBrk="0" hangingPunct="0">
                        <a:spcBef>
                          <a:spcPct val="15000"/>
                        </a:spcBef>
                        <a:buClr>
                          <a:srgbClr val="996633"/>
                        </a:buClr>
                        <a:buSzPct val="120000"/>
                        <a:buFont typeface="Wingdings" pitchFamily="2" charset="2"/>
                        <a:defRPr sz="2300">
                          <a:solidFill>
                            <a:schemeClr val="tx1"/>
                          </a:solidFill>
                          <a:latin typeface="Arial" panose="020B0604020202020204" pitchFamily="34" charset="0"/>
                        </a:defRPr>
                      </a:lvl2pPr>
                      <a:lvl3pPr eaLnBrk="0" hangingPunct="0">
                        <a:spcBef>
                          <a:spcPct val="15000"/>
                        </a:spcBef>
                        <a:buClr>
                          <a:srgbClr val="339966"/>
                        </a:buClr>
                        <a:buSzPct val="120000"/>
                        <a:buFont typeface="Wingdings" pitchFamily="2" charset="2"/>
                        <a:defRPr sz="2100">
                          <a:solidFill>
                            <a:schemeClr val="tx1"/>
                          </a:solidFill>
                          <a:latin typeface="Arial" panose="020B0604020202020204" pitchFamily="34" charset="0"/>
                        </a:defRPr>
                      </a:lvl3pPr>
                      <a:lvl4pPr eaLnBrk="0" hangingPunct="0">
                        <a:spcBef>
                          <a:spcPct val="15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altLang="zh-CN" sz="1300" b="0" i="0" u="none" strike="noStrike" cap="none" normalizeH="0" baseline="0">
                          <a:ln>
                            <a:noFill/>
                          </a:ln>
                          <a:solidFill>
                            <a:schemeClr val="tx1"/>
                          </a:solidFill>
                          <a:effectLst/>
                          <a:latin typeface="Arial" panose="020B0604020202020204" pitchFamily="34" charset="0"/>
                          <a:ea typeface="宋体" panose="02010600030101010101" pitchFamily="2" charset="-122"/>
                        </a:rPr>
                        <a:t>2006</a:t>
                      </a:r>
                    </a:p>
                  </a:txBody>
                  <a:tcPr marL="46101" marR="46101" marT="23051" marB="2305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105000"/>
                        </a:lnSpc>
                        <a:spcBef>
                          <a:spcPct val="45000"/>
                        </a:spcBef>
                        <a:buClr>
                          <a:srgbClr val="339966"/>
                        </a:buClr>
                        <a:buSzPct val="120000"/>
                        <a:buFont typeface="Wingdings" pitchFamily="2" charset="2"/>
                        <a:defRPr sz="2400">
                          <a:solidFill>
                            <a:schemeClr val="tx1"/>
                          </a:solidFill>
                          <a:latin typeface="Arial" panose="020B0604020202020204" pitchFamily="34" charset="0"/>
                        </a:defRPr>
                      </a:lvl1pPr>
                      <a:lvl2pPr eaLnBrk="0" hangingPunct="0">
                        <a:spcBef>
                          <a:spcPct val="15000"/>
                        </a:spcBef>
                        <a:buClr>
                          <a:srgbClr val="996633"/>
                        </a:buClr>
                        <a:buSzPct val="120000"/>
                        <a:buFont typeface="Wingdings" pitchFamily="2" charset="2"/>
                        <a:defRPr sz="2300">
                          <a:solidFill>
                            <a:schemeClr val="tx1"/>
                          </a:solidFill>
                          <a:latin typeface="Arial" panose="020B0604020202020204" pitchFamily="34" charset="0"/>
                        </a:defRPr>
                      </a:lvl2pPr>
                      <a:lvl3pPr eaLnBrk="0" hangingPunct="0">
                        <a:spcBef>
                          <a:spcPct val="15000"/>
                        </a:spcBef>
                        <a:buClr>
                          <a:srgbClr val="339966"/>
                        </a:buClr>
                        <a:buSzPct val="120000"/>
                        <a:buFont typeface="Wingdings" pitchFamily="2" charset="2"/>
                        <a:defRPr sz="2100">
                          <a:solidFill>
                            <a:schemeClr val="tx1"/>
                          </a:solidFill>
                          <a:latin typeface="Arial" panose="020B0604020202020204" pitchFamily="34" charset="0"/>
                        </a:defRPr>
                      </a:lvl3pPr>
                      <a:lvl4pPr eaLnBrk="0" hangingPunct="0">
                        <a:spcBef>
                          <a:spcPct val="15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altLang="zh-CN" sz="1300" b="0" i="0" u="none" strike="noStrike" cap="none" normalizeH="0" baseline="0">
                          <a:ln>
                            <a:noFill/>
                          </a:ln>
                          <a:solidFill>
                            <a:schemeClr val="tx1"/>
                          </a:solidFill>
                          <a:effectLst/>
                          <a:latin typeface="Arial" panose="020B0604020202020204" pitchFamily="34" charset="0"/>
                          <a:ea typeface="宋体" panose="02010600030101010101" pitchFamily="2" charset="-122"/>
                        </a:rPr>
                        <a:t>$9</a:t>
                      </a:r>
                    </a:p>
                  </a:txBody>
                  <a:tcPr marL="46101" marR="46101" marT="23051" marB="2305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105000"/>
                        </a:lnSpc>
                        <a:spcBef>
                          <a:spcPct val="45000"/>
                        </a:spcBef>
                        <a:buClr>
                          <a:srgbClr val="339966"/>
                        </a:buClr>
                        <a:buSzPct val="120000"/>
                        <a:buFont typeface="Wingdings" pitchFamily="2" charset="2"/>
                        <a:defRPr sz="2400">
                          <a:solidFill>
                            <a:schemeClr val="tx1"/>
                          </a:solidFill>
                          <a:latin typeface="Arial" panose="020B0604020202020204" pitchFamily="34" charset="0"/>
                        </a:defRPr>
                      </a:lvl1pPr>
                      <a:lvl2pPr eaLnBrk="0" hangingPunct="0">
                        <a:spcBef>
                          <a:spcPct val="15000"/>
                        </a:spcBef>
                        <a:buClr>
                          <a:srgbClr val="996633"/>
                        </a:buClr>
                        <a:buSzPct val="120000"/>
                        <a:buFont typeface="Wingdings" pitchFamily="2" charset="2"/>
                        <a:defRPr sz="2300">
                          <a:solidFill>
                            <a:schemeClr val="tx1"/>
                          </a:solidFill>
                          <a:latin typeface="Arial" panose="020B0604020202020204" pitchFamily="34" charset="0"/>
                        </a:defRPr>
                      </a:lvl2pPr>
                      <a:lvl3pPr eaLnBrk="0" hangingPunct="0">
                        <a:spcBef>
                          <a:spcPct val="15000"/>
                        </a:spcBef>
                        <a:buClr>
                          <a:srgbClr val="339966"/>
                        </a:buClr>
                        <a:buSzPct val="120000"/>
                        <a:buFont typeface="Wingdings" pitchFamily="2" charset="2"/>
                        <a:defRPr sz="2100">
                          <a:solidFill>
                            <a:schemeClr val="tx1"/>
                          </a:solidFill>
                          <a:latin typeface="Arial" panose="020B0604020202020204" pitchFamily="34" charset="0"/>
                        </a:defRPr>
                      </a:lvl3pPr>
                      <a:lvl4pPr eaLnBrk="0" hangingPunct="0">
                        <a:spcBef>
                          <a:spcPct val="15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altLang="zh-CN" sz="1300" b="0" i="0" u="none" strike="noStrike" cap="none" normalizeH="0" baseline="0">
                          <a:ln>
                            <a:noFill/>
                          </a:ln>
                          <a:solidFill>
                            <a:schemeClr val="tx1"/>
                          </a:solidFill>
                          <a:effectLst/>
                          <a:latin typeface="Arial" panose="020B0604020202020204" pitchFamily="34" charset="0"/>
                          <a:ea typeface="宋体" panose="02010600030101010101" pitchFamily="2" charset="-122"/>
                        </a:rPr>
                        <a:t>$6</a:t>
                      </a:r>
                    </a:p>
                  </a:txBody>
                  <a:tcPr marL="46101" marR="46101" marT="23051" marB="2305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2995244440"/>
                  </a:ext>
                </a:extLst>
              </a:tr>
            </a:tbl>
          </a:graphicData>
        </a:graphic>
      </p:graphicFrame>
    </p:spTree>
    <p:extLst>
      <p:ext uri="{BB962C8B-B14F-4D97-AF65-F5344CB8AC3E}">
        <p14:creationId xmlns:p14="http://schemas.microsoft.com/office/powerpoint/2010/main" val="1555030464"/>
      </p:ext>
    </p:extLst>
  </p:cSld>
  <p:clrMapOvr>
    <a:masterClrMapping/>
  </p:clrMapOvr>
  <p:transition spd="med">
    <p:diamon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15368">
                                            <p:txEl>
                                              <p:pRg st="0" end="0"/>
                                            </p:txEl>
                                          </p:spTgt>
                                        </p:tgtEl>
                                        <p:attrNameLst>
                                          <p:attrName>style.visibility</p:attrName>
                                        </p:attrNameLst>
                                      </p:cBhvr>
                                      <p:to>
                                        <p:strVal val="visible"/>
                                      </p:to>
                                    </p:set>
                                    <p:animEffect transition="in" filter="wipe(left)">
                                      <p:cBhvr>
                                        <p:cTn id="7" dur="500"/>
                                        <p:tgtEl>
                                          <p:spTgt spid="15368">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15368">
                                            <p:txEl>
                                              <p:pRg st="1" end="1"/>
                                            </p:txEl>
                                          </p:spTgt>
                                        </p:tgtEl>
                                        <p:attrNameLst>
                                          <p:attrName>style.visibility</p:attrName>
                                        </p:attrNameLst>
                                      </p:cBhvr>
                                      <p:to>
                                        <p:strVal val="visible"/>
                                      </p:to>
                                    </p:set>
                                    <p:animEffect transition="in" filter="wipe(left)">
                                      <p:cBhvr>
                                        <p:cTn id="12" dur="500"/>
                                        <p:tgtEl>
                                          <p:spTgt spid="15368">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68" grpId="0" build="p" autoUpdateAnimBg="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8">
            <a:extLst>
              <a:ext uri="{FF2B5EF4-FFF2-40B4-BE49-F238E27FC236}">
                <a16:creationId xmlns:a16="http://schemas.microsoft.com/office/drawing/2014/main" id="{2FA03FC7-8113-3760-B95E-B7059D9FB7F9}"/>
              </a:ext>
            </a:extLst>
          </p:cNvPr>
          <p:cNvSpPr>
            <a:spLocks noChangeArrowheads="1"/>
          </p:cNvSpPr>
          <p:nvPr/>
        </p:nvSpPr>
        <p:spPr bwMode="auto">
          <a:xfrm>
            <a:off x="0" y="1588"/>
            <a:ext cx="192088" cy="3457575"/>
          </a:xfrm>
          <a:prstGeom prst="rect">
            <a:avLst/>
          </a:prstGeom>
          <a:solidFill>
            <a:srgbClr val="996633"/>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1040" eaLnBrk="1" fontAlgn="base" hangingPunct="1">
              <a:spcBef>
                <a:spcPct val="0"/>
              </a:spcBef>
              <a:spcAft>
                <a:spcPct val="0"/>
              </a:spcAft>
            </a:pPr>
            <a:endParaRPr lang="zh-CN" altLang="zh-CN" sz="908">
              <a:solidFill>
                <a:srgbClr val="000000"/>
              </a:solidFill>
              <a:ea typeface="宋体" panose="02010600030101010101" pitchFamily="2" charset="-122"/>
            </a:endParaRPr>
          </a:p>
        </p:txBody>
      </p:sp>
      <p:sp>
        <p:nvSpPr>
          <p:cNvPr id="17411" name="Rectangle 4">
            <a:extLst>
              <a:ext uri="{FF2B5EF4-FFF2-40B4-BE49-F238E27FC236}">
                <a16:creationId xmlns:a16="http://schemas.microsoft.com/office/drawing/2014/main" id="{C3D96AF1-B5C1-C652-3340-6D596708E5A5}"/>
              </a:ext>
            </a:extLst>
          </p:cNvPr>
          <p:cNvSpPr>
            <a:spLocks noGrp="1" noChangeArrowheads="1"/>
          </p:cNvSpPr>
          <p:nvPr>
            <p:ph type="title" idx="4294967295"/>
          </p:nvPr>
        </p:nvSpPr>
        <p:spPr>
          <a:xfrm>
            <a:off x="296135" y="168063"/>
            <a:ext cx="4138686" cy="420992"/>
          </a:xfrm>
        </p:spPr>
        <p:txBody>
          <a:bodyPr vert="horz" wrap="square" lIns="91440" tIns="0" rIns="91440" bIns="0" numCol="1" anchor="t" anchorCtr="0" compatLnSpc="1">
            <a:prstTxWarp prst="textNoShape">
              <a:avLst/>
            </a:prstTxWarp>
          </a:bodyPr>
          <a:lstStyle/>
          <a:p>
            <a:pPr algn="l" eaLnBrk="1" hangingPunct="1"/>
            <a:r>
              <a:rPr lang="zh-CN" altLang="zh-CN" sz="1210" b="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主动学习  </a:t>
            </a:r>
            <a:r>
              <a:rPr lang="zh-CN" altLang="zh-CN" sz="1210" i="1">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1</a:t>
            </a:r>
            <a:r>
              <a:rPr lang="zh-CN" altLang="zh-CN" sz="1008" b="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   </a:t>
            </a:r>
            <a:br>
              <a:rPr lang="zh-CN" altLang="zh-CN" sz="1008" b="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br>
            <a:r>
              <a:rPr lang="zh-CN" altLang="zh-CN" sz="1613">
                <a:solidFill>
                  <a:srgbClr val="339966"/>
                </a:solidFill>
                <a:effectLst>
                  <a:outerShdw blurRad="38100" dist="38100" dir="2700000" algn="tl">
                    <a:srgbClr val="C0C0C0"/>
                  </a:outerShdw>
                </a:effectLst>
                <a:ea typeface="宋体" panose="02010600030101010101" pitchFamily="2" charset="-122"/>
              </a:rPr>
              <a:t>参考答案</a:t>
            </a:r>
          </a:p>
        </p:txBody>
      </p:sp>
      <p:sp>
        <p:nvSpPr>
          <p:cNvPr id="17412" name="Line 9">
            <a:extLst>
              <a:ext uri="{FF2B5EF4-FFF2-40B4-BE49-F238E27FC236}">
                <a16:creationId xmlns:a16="http://schemas.microsoft.com/office/drawing/2014/main" id="{AD1133E6-9BC3-8A2B-C263-564ED3431B24}"/>
              </a:ext>
            </a:extLst>
          </p:cNvPr>
          <p:cNvSpPr>
            <a:spLocks noChangeShapeType="1"/>
          </p:cNvSpPr>
          <p:nvPr/>
        </p:nvSpPr>
        <p:spPr bwMode="auto">
          <a:xfrm>
            <a:off x="300937" y="621070"/>
            <a:ext cx="4137885" cy="0"/>
          </a:xfrm>
          <a:prstGeom prst="line">
            <a:avLst/>
          </a:prstGeom>
          <a:noFill/>
          <a:ln w="12700">
            <a:solidFill>
              <a:srgbClr val="C0C0C0"/>
            </a:solidFill>
            <a:round/>
            <a:headEnd/>
            <a:tailEnd/>
          </a:ln>
          <a:extLst>
            <a:ext uri="{909E8E84-426E-40DD-AFC4-6F175D3DCCD1}">
              <a14:hiddenFill xmlns:a14="http://schemas.microsoft.com/office/drawing/2010/main">
                <a:noFill/>
              </a14:hiddenFill>
            </a:ext>
          </a:extLst>
        </p:spPr>
        <p:txBody>
          <a:bodyPr/>
          <a:lstStyle/>
          <a:p>
            <a:pPr defTabSz="461040" fontAlgn="base">
              <a:spcBef>
                <a:spcPct val="0"/>
              </a:spcBef>
              <a:spcAft>
                <a:spcPct val="0"/>
              </a:spcAft>
            </a:pPr>
            <a:endParaRPr lang="zh-CN" altLang="en-US" sz="908">
              <a:solidFill>
                <a:srgbClr val="000000"/>
              </a:solidFill>
              <a:latin typeface="Arial" panose="020B0604020202020204" pitchFamily="34" charset="0"/>
            </a:endParaRPr>
          </a:p>
        </p:txBody>
      </p:sp>
      <p:sp>
        <p:nvSpPr>
          <p:cNvPr id="17413" name="Line 10">
            <a:extLst>
              <a:ext uri="{FF2B5EF4-FFF2-40B4-BE49-F238E27FC236}">
                <a16:creationId xmlns:a16="http://schemas.microsoft.com/office/drawing/2014/main" id="{E237FAD0-CBE6-2B6A-3A2A-023081ACD6CA}"/>
              </a:ext>
            </a:extLst>
          </p:cNvPr>
          <p:cNvSpPr>
            <a:spLocks noChangeShapeType="1"/>
          </p:cNvSpPr>
          <p:nvPr/>
        </p:nvSpPr>
        <p:spPr bwMode="auto">
          <a:xfrm>
            <a:off x="299337" y="148054"/>
            <a:ext cx="4137885" cy="0"/>
          </a:xfrm>
          <a:prstGeom prst="line">
            <a:avLst/>
          </a:prstGeom>
          <a:noFill/>
          <a:ln w="12700">
            <a:solidFill>
              <a:srgbClr val="C0C0C0"/>
            </a:solidFill>
            <a:round/>
            <a:headEnd/>
            <a:tailEnd/>
          </a:ln>
          <a:extLst>
            <a:ext uri="{909E8E84-426E-40DD-AFC4-6F175D3DCCD1}">
              <a14:hiddenFill xmlns:a14="http://schemas.microsoft.com/office/drawing/2010/main">
                <a:noFill/>
              </a14:hiddenFill>
            </a:ext>
          </a:extLst>
        </p:spPr>
        <p:txBody>
          <a:bodyPr/>
          <a:lstStyle/>
          <a:p>
            <a:pPr defTabSz="461040" fontAlgn="base">
              <a:spcBef>
                <a:spcPct val="0"/>
              </a:spcBef>
              <a:spcAft>
                <a:spcPct val="0"/>
              </a:spcAft>
            </a:pPr>
            <a:endParaRPr lang="zh-CN" altLang="en-US" sz="908">
              <a:solidFill>
                <a:srgbClr val="000000"/>
              </a:solidFill>
              <a:latin typeface="Arial" panose="020B0604020202020204" pitchFamily="34" charset="0"/>
            </a:endParaRPr>
          </a:p>
        </p:txBody>
      </p:sp>
      <p:sp>
        <p:nvSpPr>
          <p:cNvPr id="17414" name="Rectangle 6">
            <a:extLst>
              <a:ext uri="{FF2B5EF4-FFF2-40B4-BE49-F238E27FC236}">
                <a16:creationId xmlns:a16="http://schemas.microsoft.com/office/drawing/2014/main" id="{38747092-1CA2-8B3F-9D6B-CC8BA822152A}"/>
              </a:ext>
            </a:extLst>
          </p:cNvPr>
          <p:cNvSpPr>
            <a:spLocks noChangeArrowheads="1"/>
          </p:cNvSpPr>
          <p:nvPr/>
        </p:nvSpPr>
        <p:spPr bwMode="auto">
          <a:xfrm>
            <a:off x="4185907" y="3215851"/>
            <a:ext cx="344957" cy="1856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defTabSz="461040" eaLnBrk="1" fontAlgn="base" hangingPunct="1">
              <a:spcBef>
                <a:spcPct val="0"/>
              </a:spcBef>
              <a:spcAft>
                <a:spcPct val="0"/>
              </a:spcAft>
            </a:pPr>
            <a:fld id="{765C5E1D-CB0B-2B47-B123-1AEBB2AB92E5}" type="slidenum">
              <a:rPr lang="zh-CN" altLang="zh-CN" sz="857">
                <a:solidFill>
                  <a:srgbClr val="777777"/>
                </a:solidFill>
                <a:latin typeface="Tahoma" panose="020B0604030504040204" pitchFamily="34" charset="0"/>
                <a:ea typeface="宋体" panose="02010600030101010101" pitchFamily="2" charset="-122"/>
              </a:rPr>
              <a:pPr algn="r" defTabSz="461040" eaLnBrk="1" fontAlgn="base" hangingPunct="1">
                <a:spcBef>
                  <a:spcPct val="0"/>
                </a:spcBef>
                <a:spcAft>
                  <a:spcPct val="0"/>
                </a:spcAft>
              </a:pPr>
              <a:t>8</a:t>
            </a:fld>
            <a:endParaRPr lang="zh-CN" altLang="zh-CN" sz="857">
              <a:solidFill>
                <a:srgbClr val="777777"/>
              </a:solidFill>
              <a:latin typeface="Tahoma" panose="020B0604030504040204" pitchFamily="34" charset="0"/>
              <a:ea typeface="宋体" panose="02010600030101010101" pitchFamily="2" charset="-122"/>
            </a:endParaRPr>
          </a:p>
        </p:txBody>
      </p:sp>
      <p:sp>
        <p:nvSpPr>
          <p:cNvPr id="17415" name="FlagCount" hidden="1">
            <a:hlinkClick r:id="rId2"/>
            <a:extLst>
              <a:ext uri="{FF2B5EF4-FFF2-40B4-BE49-F238E27FC236}">
                <a16:creationId xmlns:a16="http://schemas.microsoft.com/office/drawing/2014/main" id="{14B043AE-DCB9-64C4-932B-A528BE0E6E17}"/>
              </a:ext>
            </a:extLst>
          </p:cNvPr>
          <p:cNvSpPr>
            <a:spLocks noChangeArrowheads="1"/>
          </p:cNvSpPr>
          <p:nvPr/>
        </p:nvSpPr>
        <p:spPr bwMode="auto">
          <a:xfrm>
            <a:off x="4161896" y="129646"/>
            <a:ext cx="192088" cy="160073"/>
          </a:xfrm>
          <a:prstGeom prst="wedgeRoundRectCallout">
            <a:avLst>
              <a:gd name="adj1" fmla="val -43750"/>
              <a:gd name="adj2" fmla="val 70000"/>
              <a:gd name="adj3" fmla="val 16667"/>
            </a:avLst>
          </a:prstGeom>
          <a:solidFill>
            <a:schemeClr val="accent1">
              <a:alpha val="25000"/>
            </a:schemeClr>
          </a:solidFill>
          <a:ln w="19050">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defTabSz="461040" eaLnBrk="1" fontAlgn="base" hangingPunct="1">
              <a:spcBef>
                <a:spcPct val="0"/>
              </a:spcBef>
              <a:spcAft>
                <a:spcPct val="0"/>
              </a:spcAft>
            </a:pPr>
            <a:r>
              <a:rPr lang="en-US" altLang="zh-CN" sz="706" b="1">
                <a:solidFill>
                  <a:srgbClr val="000000"/>
                </a:solidFill>
                <a:latin typeface="Tahoma" panose="020B0604030504040204" pitchFamily="34" charset="0"/>
                <a:ea typeface="宋体" panose="02010600030101010101" pitchFamily="2" charset="-122"/>
              </a:rPr>
              <a:t>0</a:t>
            </a:r>
          </a:p>
        </p:txBody>
      </p:sp>
      <p:sp>
        <p:nvSpPr>
          <p:cNvPr id="17416" name="FlagCount" hidden="1">
            <a:hlinkClick r:id="rId2"/>
            <a:extLst>
              <a:ext uri="{FF2B5EF4-FFF2-40B4-BE49-F238E27FC236}">
                <a16:creationId xmlns:a16="http://schemas.microsoft.com/office/drawing/2014/main" id="{9ECD2C59-458C-1ADE-1DCA-B9A1CB2691DA}"/>
              </a:ext>
            </a:extLst>
          </p:cNvPr>
          <p:cNvSpPr>
            <a:spLocks noChangeArrowheads="1"/>
          </p:cNvSpPr>
          <p:nvPr/>
        </p:nvSpPr>
        <p:spPr bwMode="auto">
          <a:xfrm>
            <a:off x="4161896" y="129646"/>
            <a:ext cx="192088" cy="160073"/>
          </a:xfrm>
          <a:prstGeom prst="wedgeRoundRectCallout">
            <a:avLst>
              <a:gd name="adj1" fmla="val -43750"/>
              <a:gd name="adj2" fmla="val 70000"/>
              <a:gd name="adj3" fmla="val 16667"/>
            </a:avLst>
          </a:prstGeom>
          <a:solidFill>
            <a:schemeClr val="accent1">
              <a:alpha val="25000"/>
            </a:schemeClr>
          </a:solidFill>
          <a:ln w="19050">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defTabSz="461040" eaLnBrk="1" fontAlgn="base" hangingPunct="1">
              <a:spcBef>
                <a:spcPct val="0"/>
              </a:spcBef>
              <a:spcAft>
                <a:spcPct val="0"/>
              </a:spcAft>
            </a:pPr>
            <a:r>
              <a:rPr lang="en-US" altLang="zh-CN" sz="706" b="1">
                <a:solidFill>
                  <a:srgbClr val="000000"/>
                </a:solidFill>
                <a:latin typeface="Tahoma" panose="020B0604030504040204" pitchFamily="34" charset="0"/>
                <a:ea typeface="宋体" panose="02010600030101010101" pitchFamily="2" charset="-122"/>
              </a:rPr>
              <a:t>0</a:t>
            </a:r>
          </a:p>
        </p:txBody>
      </p:sp>
      <p:sp>
        <p:nvSpPr>
          <p:cNvPr id="17417" name="Rectangle 34">
            <a:extLst>
              <a:ext uri="{FF2B5EF4-FFF2-40B4-BE49-F238E27FC236}">
                <a16:creationId xmlns:a16="http://schemas.microsoft.com/office/drawing/2014/main" id="{5E5CA54A-E12A-C555-B3D5-ECCB18B3B315}"/>
              </a:ext>
            </a:extLst>
          </p:cNvPr>
          <p:cNvSpPr>
            <a:spLocks noChangeArrowheads="1"/>
          </p:cNvSpPr>
          <p:nvPr/>
        </p:nvSpPr>
        <p:spPr bwMode="auto">
          <a:xfrm>
            <a:off x="344157" y="2021708"/>
            <a:ext cx="2641203" cy="2905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511175" indent="-511175"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257734" indent="-257734" defTabSz="461040" eaLnBrk="1" fontAlgn="base" hangingPunct="1">
              <a:lnSpc>
                <a:spcPct val="105000"/>
              </a:lnSpc>
              <a:spcBef>
                <a:spcPct val="50000"/>
              </a:spcBef>
              <a:spcAft>
                <a:spcPct val="0"/>
              </a:spcAft>
              <a:buClr>
                <a:srgbClr val="990099"/>
              </a:buClr>
            </a:pPr>
            <a:r>
              <a:rPr lang="zh-CN" altLang="zh-CN" sz="1311" b="1">
                <a:solidFill>
                  <a:srgbClr val="339966"/>
                </a:solidFill>
                <a:ea typeface="宋体" panose="02010600030101010101" pitchFamily="2" charset="-122"/>
              </a:rPr>
              <a:t>A. </a:t>
            </a:r>
            <a:r>
              <a:rPr lang="zh-CN" altLang="zh-CN" sz="1361">
                <a:solidFill>
                  <a:srgbClr val="000000"/>
                </a:solidFill>
                <a:ea typeface="宋体" panose="02010600030101010101" pitchFamily="2" charset="-122"/>
              </a:rPr>
              <a:t>计算2005年的 CPI :</a:t>
            </a:r>
          </a:p>
        </p:txBody>
      </p:sp>
      <p:sp>
        <p:nvSpPr>
          <p:cNvPr id="17418" name="Rectangle 35">
            <a:extLst>
              <a:ext uri="{FF2B5EF4-FFF2-40B4-BE49-F238E27FC236}">
                <a16:creationId xmlns:a16="http://schemas.microsoft.com/office/drawing/2014/main" id="{F9F3D444-FCE7-01D6-49DD-C784E93B6146}"/>
              </a:ext>
            </a:extLst>
          </p:cNvPr>
          <p:cNvSpPr>
            <a:spLocks noChangeArrowheads="1"/>
          </p:cNvSpPr>
          <p:nvPr/>
        </p:nvSpPr>
        <p:spPr bwMode="auto">
          <a:xfrm>
            <a:off x="597873" y="2289030"/>
            <a:ext cx="3574428" cy="9196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511175" indent="-511175"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257734" indent="-257734" defTabSz="461040" eaLnBrk="1" fontAlgn="base" hangingPunct="1">
              <a:lnSpc>
                <a:spcPct val="110000"/>
              </a:lnSpc>
              <a:spcBef>
                <a:spcPct val="60000"/>
              </a:spcBef>
              <a:spcAft>
                <a:spcPct val="0"/>
              </a:spcAft>
              <a:buClr>
                <a:srgbClr val="990099"/>
              </a:buClr>
            </a:pPr>
            <a:r>
              <a:rPr lang="zh-CN" altLang="zh-CN" sz="1361">
                <a:solidFill>
                  <a:srgbClr val="000000"/>
                </a:solidFill>
                <a:ea typeface="宋体" panose="02010600030101010101" pitchFamily="2" charset="-122"/>
              </a:rPr>
              <a:t>2005年CPI篮子的费用</a:t>
            </a:r>
            <a:br>
              <a:rPr lang="zh-CN" altLang="zh-CN" sz="1361">
                <a:solidFill>
                  <a:srgbClr val="000000"/>
                </a:solidFill>
                <a:ea typeface="宋体" panose="02010600030101010101" pitchFamily="2" charset="-122"/>
              </a:rPr>
            </a:br>
            <a:r>
              <a:rPr lang="zh-CN" altLang="zh-CN" sz="1361">
                <a:solidFill>
                  <a:srgbClr val="000000"/>
                </a:solidFill>
                <a:ea typeface="宋体" panose="02010600030101010101" pitchFamily="2" charset="-122"/>
              </a:rPr>
              <a:t>= ($5 x 10) + ($5 x 20)  =  $150 </a:t>
            </a:r>
          </a:p>
          <a:p>
            <a:pPr marL="257734" indent="-257734" defTabSz="461040" eaLnBrk="1" fontAlgn="base" hangingPunct="1">
              <a:lnSpc>
                <a:spcPct val="110000"/>
              </a:lnSpc>
              <a:spcBef>
                <a:spcPct val="60000"/>
              </a:spcBef>
              <a:spcAft>
                <a:spcPct val="0"/>
              </a:spcAft>
              <a:buClr>
                <a:srgbClr val="990099"/>
              </a:buClr>
            </a:pPr>
            <a:r>
              <a:rPr lang="zh-CN" altLang="zh-CN" sz="1361">
                <a:solidFill>
                  <a:srgbClr val="000000"/>
                </a:solidFill>
                <a:ea typeface="宋体" panose="02010600030101010101" pitchFamily="2" charset="-122"/>
              </a:rPr>
              <a:t>2005的CPI = 100 x ($150/$120) = </a:t>
            </a:r>
            <a:r>
              <a:rPr lang="zh-CN" altLang="zh-CN" sz="1361">
                <a:solidFill>
                  <a:srgbClr val="FF0000"/>
                </a:solidFill>
                <a:ea typeface="宋体" panose="02010600030101010101" pitchFamily="2" charset="-122"/>
              </a:rPr>
              <a:t>125</a:t>
            </a:r>
          </a:p>
        </p:txBody>
      </p:sp>
      <p:sp>
        <p:nvSpPr>
          <p:cNvPr id="17419" name="Rectangle 41">
            <a:extLst>
              <a:ext uri="{FF2B5EF4-FFF2-40B4-BE49-F238E27FC236}">
                <a16:creationId xmlns:a16="http://schemas.microsoft.com/office/drawing/2014/main" id="{46ADC91D-6114-47F5-9596-C7DFAFE7C552}"/>
              </a:ext>
            </a:extLst>
          </p:cNvPr>
          <p:cNvSpPr>
            <a:spLocks noChangeArrowheads="1"/>
          </p:cNvSpPr>
          <p:nvPr/>
        </p:nvSpPr>
        <p:spPr bwMode="auto">
          <a:xfrm>
            <a:off x="242511" y="656286"/>
            <a:ext cx="2078547" cy="12101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1040" eaLnBrk="1" fontAlgn="base" hangingPunct="1">
              <a:lnSpc>
                <a:spcPct val="110000"/>
              </a:lnSpc>
              <a:spcBef>
                <a:spcPct val="30000"/>
              </a:spcBef>
              <a:spcAft>
                <a:spcPct val="0"/>
              </a:spcAft>
              <a:buClr>
                <a:srgbClr val="339966"/>
              </a:buClr>
              <a:buSzPct val="120000"/>
            </a:pPr>
            <a:r>
              <a:rPr lang="zh-CN" altLang="zh-CN" sz="1311">
                <a:solidFill>
                  <a:srgbClr val="000000"/>
                </a:solidFill>
                <a:ea typeface="宋体" panose="02010600030101010101" pitchFamily="2" charset="-122"/>
              </a:rPr>
              <a:t>CPI 篮子:  </a:t>
            </a:r>
            <a:br>
              <a:rPr lang="zh-CN" altLang="zh-CN" sz="1311">
                <a:solidFill>
                  <a:srgbClr val="000000"/>
                </a:solidFill>
                <a:ea typeface="宋体" panose="02010600030101010101" pitchFamily="2" charset="-122"/>
              </a:rPr>
            </a:br>
            <a:r>
              <a:rPr lang="zh-CN" altLang="zh-CN" sz="1311">
                <a:solidFill>
                  <a:srgbClr val="000000"/>
                </a:solidFill>
                <a:ea typeface="宋体" panose="02010600030101010101" pitchFamily="2" charset="-122"/>
              </a:rPr>
              <a:t>   {10 磅牛肉, </a:t>
            </a:r>
            <a:br>
              <a:rPr lang="zh-CN" altLang="zh-CN" sz="1311">
                <a:solidFill>
                  <a:srgbClr val="000000"/>
                </a:solidFill>
                <a:ea typeface="宋体" panose="02010600030101010101" pitchFamily="2" charset="-122"/>
              </a:rPr>
            </a:br>
            <a:r>
              <a:rPr lang="zh-CN" altLang="zh-CN" sz="1311">
                <a:solidFill>
                  <a:srgbClr val="000000"/>
                </a:solidFill>
                <a:ea typeface="宋体" panose="02010600030101010101" pitchFamily="2" charset="-122"/>
              </a:rPr>
              <a:t>     20 磅鸡肉}</a:t>
            </a:r>
          </a:p>
          <a:p>
            <a:pPr defTabSz="461040" eaLnBrk="1" fontAlgn="base" hangingPunct="1">
              <a:lnSpc>
                <a:spcPct val="110000"/>
              </a:lnSpc>
              <a:spcBef>
                <a:spcPct val="30000"/>
              </a:spcBef>
              <a:spcAft>
                <a:spcPct val="0"/>
              </a:spcAft>
              <a:buClr>
                <a:srgbClr val="339966"/>
              </a:buClr>
              <a:buSzPct val="120000"/>
            </a:pPr>
            <a:r>
              <a:rPr lang="zh-CN" altLang="zh-CN" sz="1311">
                <a:solidFill>
                  <a:srgbClr val="000000"/>
                </a:solidFill>
                <a:ea typeface="宋体" panose="02010600030101010101" pitchFamily="2" charset="-122"/>
              </a:rPr>
              <a:t>2004年CPI 的篮子费用是120 美元，以2004年为基年。</a:t>
            </a:r>
          </a:p>
          <a:p>
            <a:pPr defTabSz="461040" eaLnBrk="1" fontAlgn="base" hangingPunct="1">
              <a:lnSpc>
                <a:spcPct val="110000"/>
              </a:lnSpc>
              <a:spcBef>
                <a:spcPct val="30000"/>
              </a:spcBef>
              <a:spcAft>
                <a:spcPct val="0"/>
              </a:spcAft>
              <a:buClr>
                <a:srgbClr val="339966"/>
              </a:buClr>
              <a:buSzPct val="120000"/>
            </a:pPr>
            <a:endParaRPr lang="zh-CN" altLang="zh-CN" sz="1311">
              <a:solidFill>
                <a:srgbClr val="000000"/>
              </a:solidFill>
              <a:ea typeface="宋体" panose="02010600030101010101" pitchFamily="2" charset="-122"/>
            </a:endParaRPr>
          </a:p>
        </p:txBody>
      </p:sp>
      <p:graphicFrame>
        <p:nvGraphicFramePr>
          <p:cNvPr id="17420" name="Group 12">
            <a:extLst>
              <a:ext uri="{FF2B5EF4-FFF2-40B4-BE49-F238E27FC236}">
                <a16:creationId xmlns:a16="http://schemas.microsoft.com/office/drawing/2014/main" id="{7E90997C-D324-6395-795C-F157E5ED7309}"/>
              </a:ext>
            </a:extLst>
          </p:cNvPr>
          <p:cNvGraphicFramePr>
            <a:graphicFrameLocks noGrp="1"/>
          </p:cNvGraphicFramePr>
          <p:nvPr/>
        </p:nvGraphicFramePr>
        <p:xfrm>
          <a:off x="2420303" y="439387"/>
          <a:ext cx="1916073" cy="1388632"/>
        </p:xfrm>
        <a:graphic>
          <a:graphicData uri="http://schemas.openxmlformats.org/drawingml/2006/table">
            <a:tbl>
              <a:tblPr/>
              <a:tblGrid>
                <a:gridCol w="603475">
                  <a:extLst>
                    <a:ext uri="{9D8B030D-6E8A-4147-A177-3AD203B41FA5}">
                      <a16:colId xmlns:a16="http://schemas.microsoft.com/office/drawing/2014/main" val="1621537322"/>
                    </a:ext>
                  </a:extLst>
                </a:gridCol>
                <a:gridCol w="608277">
                  <a:extLst>
                    <a:ext uri="{9D8B030D-6E8A-4147-A177-3AD203B41FA5}">
                      <a16:colId xmlns:a16="http://schemas.microsoft.com/office/drawing/2014/main" val="2495158705"/>
                    </a:ext>
                  </a:extLst>
                </a:gridCol>
                <a:gridCol w="704321">
                  <a:extLst>
                    <a:ext uri="{9D8B030D-6E8A-4147-A177-3AD203B41FA5}">
                      <a16:colId xmlns:a16="http://schemas.microsoft.com/office/drawing/2014/main" val="3974293901"/>
                    </a:ext>
                  </a:extLst>
                </a:gridCol>
              </a:tblGrid>
              <a:tr h="505830">
                <a:tc>
                  <a:txBody>
                    <a:bodyPr/>
                    <a:lstStyle>
                      <a:lvl1pPr eaLnBrk="0" hangingPunct="0">
                        <a:lnSpc>
                          <a:spcPct val="105000"/>
                        </a:lnSpc>
                        <a:spcBef>
                          <a:spcPct val="45000"/>
                        </a:spcBef>
                        <a:buClr>
                          <a:srgbClr val="339966"/>
                        </a:buClr>
                        <a:buSzPct val="120000"/>
                        <a:buFont typeface="Wingdings" pitchFamily="2" charset="2"/>
                        <a:defRPr sz="2400">
                          <a:solidFill>
                            <a:schemeClr val="tx1"/>
                          </a:solidFill>
                          <a:latin typeface="Arial" panose="020B0604020202020204" pitchFamily="34" charset="0"/>
                        </a:defRPr>
                      </a:lvl1pPr>
                      <a:lvl2pPr eaLnBrk="0" hangingPunct="0">
                        <a:spcBef>
                          <a:spcPct val="15000"/>
                        </a:spcBef>
                        <a:buClr>
                          <a:srgbClr val="996633"/>
                        </a:buClr>
                        <a:buSzPct val="120000"/>
                        <a:buFont typeface="Wingdings" pitchFamily="2" charset="2"/>
                        <a:defRPr sz="2300">
                          <a:solidFill>
                            <a:schemeClr val="tx1"/>
                          </a:solidFill>
                          <a:latin typeface="Arial" panose="020B0604020202020204" pitchFamily="34" charset="0"/>
                        </a:defRPr>
                      </a:lvl2pPr>
                      <a:lvl3pPr eaLnBrk="0" hangingPunct="0">
                        <a:spcBef>
                          <a:spcPct val="15000"/>
                        </a:spcBef>
                        <a:buClr>
                          <a:srgbClr val="339966"/>
                        </a:buClr>
                        <a:buSzPct val="120000"/>
                        <a:buFont typeface="Wingdings" pitchFamily="2" charset="2"/>
                        <a:defRPr sz="2100">
                          <a:solidFill>
                            <a:schemeClr val="tx1"/>
                          </a:solidFill>
                          <a:latin typeface="Arial" panose="020B0604020202020204" pitchFamily="34" charset="0"/>
                        </a:defRPr>
                      </a:lvl3pPr>
                      <a:lvl4pPr eaLnBrk="0" hangingPunct="0">
                        <a:spcBef>
                          <a:spcPct val="15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endParaRPr kumimoji="0" lang="zh-CN" altLang="zh-CN" sz="13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46101" marR="46101" marT="23051" marB="2305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105000"/>
                        </a:lnSpc>
                        <a:spcBef>
                          <a:spcPct val="45000"/>
                        </a:spcBef>
                        <a:buClr>
                          <a:srgbClr val="339966"/>
                        </a:buClr>
                        <a:buSzPct val="120000"/>
                        <a:buFont typeface="Wingdings" pitchFamily="2" charset="2"/>
                        <a:defRPr sz="2400">
                          <a:solidFill>
                            <a:schemeClr val="tx1"/>
                          </a:solidFill>
                          <a:latin typeface="Arial" panose="020B0604020202020204" pitchFamily="34" charset="0"/>
                        </a:defRPr>
                      </a:lvl1pPr>
                      <a:lvl2pPr eaLnBrk="0" hangingPunct="0">
                        <a:spcBef>
                          <a:spcPct val="15000"/>
                        </a:spcBef>
                        <a:buClr>
                          <a:srgbClr val="996633"/>
                        </a:buClr>
                        <a:buSzPct val="120000"/>
                        <a:buFont typeface="Wingdings" pitchFamily="2" charset="2"/>
                        <a:defRPr sz="2300">
                          <a:solidFill>
                            <a:schemeClr val="tx1"/>
                          </a:solidFill>
                          <a:latin typeface="Arial" panose="020B0604020202020204" pitchFamily="34" charset="0"/>
                        </a:defRPr>
                      </a:lvl2pPr>
                      <a:lvl3pPr eaLnBrk="0" hangingPunct="0">
                        <a:spcBef>
                          <a:spcPct val="15000"/>
                        </a:spcBef>
                        <a:buClr>
                          <a:srgbClr val="339966"/>
                        </a:buClr>
                        <a:buSzPct val="120000"/>
                        <a:buFont typeface="Wingdings" pitchFamily="2" charset="2"/>
                        <a:defRPr sz="2100">
                          <a:solidFill>
                            <a:schemeClr val="tx1"/>
                          </a:solidFill>
                          <a:latin typeface="Arial" panose="020B0604020202020204" pitchFamily="34" charset="0"/>
                        </a:defRPr>
                      </a:lvl3pPr>
                      <a:lvl4pPr eaLnBrk="0" hangingPunct="0">
                        <a:spcBef>
                          <a:spcPct val="15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zh-CN" altLang="zh-CN" sz="1300" b="0" i="0" u="none" strike="noStrike" cap="none" normalizeH="0" baseline="0">
                          <a:ln>
                            <a:noFill/>
                          </a:ln>
                          <a:solidFill>
                            <a:schemeClr val="tx1"/>
                          </a:solidFill>
                          <a:effectLst/>
                          <a:latin typeface="Arial" panose="020B0604020202020204" pitchFamily="34" charset="0"/>
                          <a:ea typeface="宋体" panose="02010600030101010101" pitchFamily="2" charset="-122"/>
                        </a:rPr>
                        <a:t>牛肉价格</a:t>
                      </a:r>
                    </a:p>
                  </a:txBody>
                  <a:tcPr marL="46101" marR="46101" marT="23051" marB="2305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105000"/>
                        </a:lnSpc>
                        <a:spcBef>
                          <a:spcPct val="45000"/>
                        </a:spcBef>
                        <a:buClr>
                          <a:srgbClr val="339966"/>
                        </a:buClr>
                        <a:buSzPct val="120000"/>
                        <a:buFont typeface="Wingdings" pitchFamily="2" charset="2"/>
                        <a:defRPr sz="2400">
                          <a:solidFill>
                            <a:schemeClr val="tx1"/>
                          </a:solidFill>
                          <a:latin typeface="Arial" panose="020B0604020202020204" pitchFamily="34" charset="0"/>
                        </a:defRPr>
                      </a:lvl1pPr>
                      <a:lvl2pPr eaLnBrk="0" hangingPunct="0">
                        <a:spcBef>
                          <a:spcPct val="15000"/>
                        </a:spcBef>
                        <a:buClr>
                          <a:srgbClr val="996633"/>
                        </a:buClr>
                        <a:buSzPct val="120000"/>
                        <a:buFont typeface="Wingdings" pitchFamily="2" charset="2"/>
                        <a:defRPr sz="2300">
                          <a:solidFill>
                            <a:schemeClr val="tx1"/>
                          </a:solidFill>
                          <a:latin typeface="Arial" panose="020B0604020202020204" pitchFamily="34" charset="0"/>
                        </a:defRPr>
                      </a:lvl2pPr>
                      <a:lvl3pPr eaLnBrk="0" hangingPunct="0">
                        <a:spcBef>
                          <a:spcPct val="15000"/>
                        </a:spcBef>
                        <a:buClr>
                          <a:srgbClr val="339966"/>
                        </a:buClr>
                        <a:buSzPct val="120000"/>
                        <a:buFont typeface="Wingdings" pitchFamily="2" charset="2"/>
                        <a:defRPr sz="2100">
                          <a:solidFill>
                            <a:schemeClr val="tx1"/>
                          </a:solidFill>
                          <a:latin typeface="Arial" panose="020B0604020202020204" pitchFamily="34" charset="0"/>
                        </a:defRPr>
                      </a:lvl3pPr>
                      <a:lvl4pPr eaLnBrk="0" hangingPunct="0">
                        <a:spcBef>
                          <a:spcPct val="15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zh-CN" altLang="zh-CN" sz="1300" b="0" i="0" u="none" strike="noStrike" cap="none" normalizeH="0" baseline="0">
                          <a:ln>
                            <a:noFill/>
                          </a:ln>
                          <a:solidFill>
                            <a:schemeClr val="tx1"/>
                          </a:solidFill>
                          <a:effectLst/>
                          <a:latin typeface="Arial" panose="020B0604020202020204" pitchFamily="34" charset="0"/>
                          <a:ea typeface="宋体" panose="02010600030101010101" pitchFamily="2" charset="-122"/>
                        </a:rPr>
                        <a:t>鸡肉价格</a:t>
                      </a:r>
                    </a:p>
                  </a:txBody>
                  <a:tcPr marL="46101" marR="46101" marT="23051" marB="2305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679465691"/>
                  </a:ext>
                </a:extLst>
              </a:tr>
              <a:tr h="293734">
                <a:tc>
                  <a:txBody>
                    <a:bodyPr/>
                    <a:lstStyle>
                      <a:lvl1pPr eaLnBrk="0" hangingPunct="0">
                        <a:lnSpc>
                          <a:spcPct val="105000"/>
                        </a:lnSpc>
                        <a:spcBef>
                          <a:spcPct val="45000"/>
                        </a:spcBef>
                        <a:buClr>
                          <a:srgbClr val="339966"/>
                        </a:buClr>
                        <a:buSzPct val="120000"/>
                        <a:buFont typeface="Wingdings" pitchFamily="2" charset="2"/>
                        <a:defRPr sz="2400">
                          <a:solidFill>
                            <a:schemeClr val="tx1"/>
                          </a:solidFill>
                          <a:latin typeface="Arial" panose="020B0604020202020204" pitchFamily="34" charset="0"/>
                        </a:defRPr>
                      </a:lvl1pPr>
                      <a:lvl2pPr eaLnBrk="0" hangingPunct="0">
                        <a:spcBef>
                          <a:spcPct val="15000"/>
                        </a:spcBef>
                        <a:buClr>
                          <a:srgbClr val="996633"/>
                        </a:buClr>
                        <a:buSzPct val="120000"/>
                        <a:buFont typeface="Wingdings" pitchFamily="2" charset="2"/>
                        <a:defRPr sz="2300">
                          <a:solidFill>
                            <a:schemeClr val="tx1"/>
                          </a:solidFill>
                          <a:latin typeface="Arial" panose="020B0604020202020204" pitchFamily="34" charset="0"/>
                        </a:defRPr>
                      </a:lvl2pPr>
                      <a:lvl3pPr eaLnBrk="0" hangingPunct="0">
                        <a:spcBef>
                          <a:spcPct val="15000"/>
                        </a:spcBef>
                        <a:buClr>
                          <a:srgbClr val="339966"/>
                        </a:buClr>
                        <a:buSzPct val="120000"/>
                        <a:buFont typeface="Wingdings" pitchFamily="2" charset="2"/>
                        <a:defRPr sz="2100">
                          <a:solidFill>
                            <a:schemeClr val="tx1"/>
                          </a:solidFill>
                          <a:latin typeface="Arial" panose="020B0604020202020204" pitchFamily="34" charset="0"/>
                        </a:defRPr>
                      </a:lvl3pPr>
                      <a:lvl4pPr eaLnBrk="0" hangingPunct="0">
                        <a:spcBef>
                          <a:spcPct val="15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altLang="zh-CN" sz="1300" b="0" i="0" u="none" strike="noStrike" cap="none" normalizeH="0" baseline="0">
                          <a:ln>
                            <a:noFill/>
                          </a:ln>
                          <a:solidFill>
                            <a:schemeClr val="tx1"/>
                          </a:solidFill>
                          <a:effectLst/>
                          <a:latin typeface="Arial" panose="020B0604020202020204" pitchFamily="34" charset="0"/>
                          <a:ea typeface="宋体" panose="02010600030101010101" pitchFamily="2" charset="-122"/>
                        </a:rPr>
                        <a:t>2004</a:t>
                      </a:r>
                    </a:p>
                  </a:txBody>
                  <a:tcPr marL="46101" marR="46101" marT="23051" marB="2305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105000"/>
                        </a:lnSpc>
                        <a:spcBef>
                          <a:spcPct val="45000"/>
                        </a:spcBef>
                        <a:buClr>
                          <a:srgbClr val="339966"/>
                        </a:buClr>
                        <a:buSzPct val="120000"/>
                        <a:buFont typeface="Wingdings" pitchFamily="2" charset="2"/>
                        <a:defRPr sz="2400">
                          <a:solidFill>
                            <a:schemeClr val="tx1"/>
                          </a:solidFill>
                          <a:latin typeface="Arial" panose="020B0604020202020204" pitchFamily="34" charset="0"/>
                        </a:defRPr>
                      </a:lvl1pPr>
                      <a:lvl2pPr eaLnBrk="0" hangingPunct="0">
                        <a:spcBef>
                          <a:spcPct val="15000"/>
                        </a:spcBef>
                        <a:buClr>
                          <a:srgbClr val="996633"/>
                        </a:buClr>
                        <a:buSzPct val="120000"/>
                        <a:buFont typeface="Wingdings" pitchFamily="2" charset="2"/>
                        <a:defRPr sz="2300">
                          <a:solidFill>
                            <a:schemeClr val="tx1"/>
                          </a:solidFill>
                          <a:latin typeface="Arial" panose="020B0604020202020204" pitchFamily="34" charset="0"/>
                        </a:defRPr>
                      </a:lvl2pPr>
                      <a:lvl3pPr eaLnBrk="0" hangingPunct="0">
                        <a:spcBef>
                          <a:spcPct val="15000"/>
                        </a:spcBef>
                        <a:buClr>
                          <a:srgbClr val="339966"/>
                        </a:buClr>
                        <a:buSzPct val="120000"/>
                        <a:buFont typeface="Wingdings" pitchFamily="2" charset="2"/>
                        <a:defRPr sz="2100">
                          <a:solidFill>
                            <a:schemeClr val="tx1"/>
                          </a:solidFill>
                          <a:latin typeface="Arial" panose="020B0604020202020204" pitchFamily="34" charset="0"/>
                        </a:defRPr>
                      </a:lvl3pPr>
                      <a:lvl4pPr eaLnBrk="0" hangingPunct="0">
                        <a:spcBef>
                          <a:spcPct val="15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altLang="zh-CN" sz="1300" b="0" i="0" u="none" strike="noStrike" cap="none" normalizeH="0" baseline="0">
                          <a:ln>
                            <a:noFill/>
                          </a:ln>
                          <a:solidFill>
                            <a:schemeClr val="tx1"/>
                          </a:solidFill>
                          <a:effectLst/>
                          <a:latin typeface="Arial" panose="020B0604020202020204" pitchFamily="34" charset="0"/>
                          <a:ea typeface="宋体" panose="02010600030101010101" pitchFamily="2" charset="-122"/>
                        </a:rPr>
                        <a:t>$4</a:t>
                      </a:r>
                    </a:p>
                  </a:txBody>
                  <a:tcPr marL="46101" marR="46101" marT="23051" marB="2305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105000"/>
                        </a:lnSpc>
                        <a:spcBef>
                          <a:spcPct val="45000"/>
                        </a:spcBef>
                        <a:buClr>
                          <a:srgbClr val="339966"/>
                        </a:buClr>
                        <a:buSzPct val="120000"/>
                        <a:buFont typeface="Wingdings" pitchFamily="2" charset="2"/>
                        <a:defRPr sz="2400">
                          <a:solidFill>
                            <a:schemeClr val="tx1"/>
                          </a:solidFill>
                          <a:latin typeface="Arial" panose="020B0604020202020204" pitchFamily="34" charset="0"/>
                        </a:defRPr>
                      </a:lvl1pPr>
                      <a:lvl2pPr eaLnBrk="0" hangingPunct="0">
                        <a:spcBef>
                          <a:spcPct val="15000"/>
                        </a:spcBef>
                        <a:buClr>
                          <a:srgbClr val="996633"/>
                        </a:buClr>
                        <a:buSzPct val="120000"/>
                        <a:buFont typeface="Wingdings" pitchFamily="2" charset="2"/>
                        <a:defRPr sz="2300">
                          <a:solidFill>
                            <a:schemeClr val="tx1"/>
                          </a:solidFill>
                          <a:latin typeface="Arial" panose="020B0604020202020204" pitchFamily="34" charset="0"/>
                        </a:defRPr>
                      </a:lvl2pPr>
                      <a:lvl3pPr eaLnBrk="0" hangingPunct="0">
                        <a:spcBef>
                          <a:spcPct val="15000"/>
                        </a:spcBef>
                        <a:buClr>
                          <a:srgbClr val="339966"/>
                        </a:buClr>
                        <a:buSzPct val="120000"/>
                        <a:buFont typeface="Wingdings" pitchFamily="2" charset="2"/>
                        <a:defRPr sz="2100">
                          <a:solidFill>
                            <a:schemeClr val="tx1"/>
                          </a:solidFill>
                          <a:latin typeface="Arial" panose="020B0604020202020204" pitchFamily="34" charset="0"/>
                        </a:defRPr>
                      </a:lvl3pPr>
                      <a:lvl4pPr eaLnBrk="0" hangingPunct="0">
                        <a:spcBef>
                          <a:spcPct val="15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altLang="zh-CN" sz="1300" b="0" i="0" u="none" strike="noStrike" cap="none" normalizeH="0" baseline="0">
                          <a:ln>
                            <a:noFill/>
                          </a:ln>
                          <a:solidFill>
                            <a:schemeClr val="tx1"/>
                          </a:solidFill>
                          <a:effectLst/>
                          <a:latin typeface="Arial" panose="020B0604020202020204" pitchFamily="34" charset="0"/>
                          <a:ea typeface="宋体" panose="02010600030101010101" pitchFamily="2" charset="-122"/>
                        </a:rPr>
                        <a:t>$4</a:t>
                      </a:r>
                    </a:p>
                  </a:txBody>
                  <a:tcPr marL="46101" marR="46101" marT="23051" marB="2305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4201998723"/>
                  </a:ext>
                </a:extLst>
              </a:tr>
              <a:tr h="294534">
                <a:tc>
                  <a:txBody>
                    <a:bodyPr/>
                    <a:lstStyle>
                      <a:lvl1pPr eaLnBrk="0" hangingPunct="0">
                        <a:lnSpc>
                          <a:spcPct val="105000"/>
                        </a:lnSpc>
                        <a:spcBef>
                          <a:spcPct val="45000"/>
                        </a:spcBef>
                        <a:buClr>
                          <a:srgbClr val="339966"/>
                        </a:buClr>
                        <a:buSzPct val="120000"/>
                        <a:buFont typeface="Wingdings" pitchFamily="2" charset="2"/>
                        <a:defRPr sz="2400">
                          <a:solidFill>
                            <a:schemeClr val="tx1"/>
                          </a:solidFill>
                          <a:latin typeface="Arial" panose="020B0604020202020204" pitchFamily="34" charset="0"/>
                        </a:defRPr>
                      </a:lvl1pPr>
                      <a:lvl2pPr eaLnBrk="0" hangingPunct="0">
                        <a:spcBef>
                          <a:spcPct val="15000"/>
                        </a:spcBef>
                        <a:buClr>
                          <a:srgbClr val="996633"/>
                        </a:buClr>
                        <a:buSzPct val="120000"/>
                        <a:buFont typeface="Wingdings" pitchFamily="2" charset="2"/>
                        <a:defRPr sz="2300">
                          <a:solidFill>
                            <a:schemeClr val="tx1"/>
                          </a:solidFill>
                          <a:latin typeface="Arial" panose="020B0604020202020204" pitchFamily="34" charset="0"/>
                        </a:defRPr>
                      </a:lvl2pPr>
                      <a:lvl3pPr eaLnBrk="0" hangingPunct="0">
                        <a:spcBef>
                          <a:spcPct val="15000"/>
                        </a:spcBef>
                        <a:buClr>
                          <a:srgbClr val="339966"/>
                        </a:buClr>
                        <a:buSzPct val="120000"/>
                        <a:buFont typeface="Wingdings" pitchFamily="2" charset="2"/>
                        <a:defRPr sz="2100">
                          <a:solidFill>
                            <a:schemeClr val="tx1"/>
                          </a:solidFill>
                          <a:latin typeface="Arial" panose="020B0604020202020204" pitchFamily="34" charset="0"/>
                        </a:defRPr>
                      </a:lvl3pPr>
                      <a:lvl4pPr eaLnBrk="0" hangingPunct="0">
                        <a:spcBef>
                          <a:spcPct val="15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altLang="zh-CN" sz="1300" b="0" i="0" u="none" strike="noStrike" cap="none" normalizeH="0" baseline="0">
                          <a:ln>
                            <a:noFill/>
                          </a:ln>
                          <a:solidFill>
                            <a:schemeClr val="tx1"/>
                          </a:solidFill>
                          <a:effectLst/>
                          <a:latin typeface="Arial" panose="020B0604020202020204" pitchFamily="34" charset="0"/>
                          <a:ea typeface="宋体" panose="02010600030101010101" pitchFamily="2" charset="-122"/>
                        </a:rPr>
                        <a:t>2005</a:t>
                      </a:r>
                    </a:p>
                  </a:txBody>
                  <a:tcPr marL="46101" marR="46101" marT="23051" marB="2305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105000"/>
                        </a:lnSpc>
                        <a:spcBef>
                          <a:spcPct val="45000"/>
                        </a:spcBef>
                        <a:buClr>
                          <a:srgbClr val="339966"/>
                        </a:buClr>
                        <a:buSzPct val="120000"/>
                        <a:buFont typeface="Wingdings" pitchFamily="2" charset="2"/>
                        <a:defRPr sz="2400">
                          <a:solidFill>
                            <a:schemeClr val="tx1"/>
                          </a:solidFill>
                          <a:latin typeface="Arial" panose="020B0604020202020204" pitchFamily="34" charset="0"/>
                        </a:defRPr>
                      </a:lvl1pPr>
                      <a:lvl2pPr eaLnBrk="0" hangingPunct="0">
                        <a:spcBef>
                          <a:spcPct val="15000"/>
                        </a:spcBef>
                        <a:buClr>
                          <a:srgbClr val="996633"/>
                        </a:buClr>
                        <a:buSzPct val="120000"/>
                        <a:buFont typeface="Wingdings" pitchFamily="2" charset="2"/>
                        <a:defRPr sz="2300">
                          <a:solidFill>
                            <a:schemeClr val="tx1"/>
                          </a:solidFill>
                          <a:latin typeface="Arial" panose="020B0604020202020204" pitchFamily="34" charset="0"/>
                        </a:defRPr>
                      </a:lvl2pPr>
                      <a:lvl3pPr eaLnBrk="0" hangingPunct="0">
                        <a:spcBef>
                          <a:spcPct val="15000"/>
                        </a:spcBef>
                        <a:buClr>
                          <a:srgbClr val="339966"/>
                        </a:buClr>
                        <a:buSzPct val="120000"/>
                        <a:buFont typeface="Wingdings" pitchFamily="2" charset="2"/>
                        <a:defRPr sz="2100">
                          <a:solidFill>
                            <a:schemeClr val="tx1"/>
                          </a:solidFill>
                          <a:latin typeface="Arial" panose="020B0604020202020204" pitchFamily="34" charset="0"/>
                        </a:defRPr>
                      </a:lvl3pPr>
                      <a:lvl4pPr eaLnBrk="0" hangingPunct="0">
                        <a:spcBef>
                          <a:spcPct val="15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altLang="zh-CN" sz="1300" b="0" i="0" u="none" strike="noStrike" cap="none" normalizeH="0" baseline="0">
                          <a:ln>
                            <a:noFill/>
                          </a:ln>
                          <a:solidFill>
                            <a:schemeClr val="tx1"/>
                          </a:solidFill>
                          <a:effectLst/>
                          <a:latin typeface="Arial" panose="020B0604020202020204" pitchFamily="34" charset="0"/>
                          <a:ea typeface="宋体" panose="02010600030101010101" pitchFamily="2" charset="-122"/>
                        </a:rPr>
                        <a:t>$5</a:t>
                      </a:r>
                    </a:p>
                  </a:txBody>
                  <a:tcPr marL="46101" marR="46101" marT="23051" marB="2305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105000"/>
                        </a:lnSpc>
                        <a:spcBef>
                          <a:spcPct val="45000"/>
                        </a:spcBef>
                        <a:buClr>
                          <a:srgbClr val="339966"/>
                        </a:buClr>
                        <a:buSzPct val="120000"/>
                        <a:buFont typeface="Wingdings" pitchFamily="2" charset="2"/>
                        <a:defRPr sz="2400">
                          <a:solidFill>
                            <a:schemeClr val="tx1"/>
                          </a:solidFill>
                          <a:latin typeface="Arial" panose="020B0604020202020204" pitchFamily="34" charset="0"/>
                        </a:defRPr>
                      </a:lvl1pPr>
                      <a:lvl2pPr eaLnBrk="0" hangingPunct="0">
                        <a:spcBef>
                          <a:spcPct val="15000"/>
                        </a:spcBef>
                        <a:buClr>
                          <a:srgbClr val="996633"/>
                        </a:buClr>
                        <a:buSzPct val="120000"/>
                        <a:buFont typeface="Wingdings" pitchFamily="2" charset="2"/>
                        <a:defRPr sz="2300">
                          <a:solidFill>
                            <a:schemeClr val="tx1"/>
                          </a:solidFill>
                          <a:latin typeface="Arial" panose="020B0604020202020204" pitchFamily="34" charset="0"/>
                        </a:defRPr>
                      </a:lvl2pPr>
                      <a:lvl3pPr eaLnBrk="0" hangingPunct="0">
                        <a:spcBef>
                          <a:spcPct val="15000"/>
                        </a:spcBef>
                        <a:buClr>
                          <a:srgbClr val="339966"/>
                        </a:buClr>
                        <a:buSzPct val="120000"/>
                        <a:buFont typeface="Wingdings" pitchFamily="2" charset="2"/>
                        <a:defRPr sz="2100">
                          <a:solidFill>
                            <a:schemeClr val="tx1"/>
                          </a:solidFill>
                          <a:latin typeface="Arial" panose="020B0604020202020204" pitchFamily="34" charset="0"/>
                        </a:defRPr>
                      </a:lvl3pPr>
                      <a:lvl4pPr eaLnBrk="0" hangingPunct="0">
                        <a:spcBef>
                          <a:spcPct val="15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altLang="zh-CN" sz="1300" b="0" i="0" u="none" strike="noStrike" cap="none" normalizeH="0" baseline="0">
                          <a:ln>
                            <a:noFill/>
                          </a:ln>
                          <a:solidFill>
                            <a:schemeClr val="tx1"/>
                          </a:solidFill>
                          <a:effectLst/>
                          <a:latin typeface="Arial" panose="020B0604020202020204" pitchFamily="34" charset="0"/>
                          <a:ea typeface="宋体" panose="02010600030101010101" pitchFamily="2" charset="-122"/>
                        </a:rPr>
                        <a:t>$5</a:t>
                      </a:r>
                    </a:p>
                  </a:txBody>
                  <a:tcPr marL="46101" marR="46101" marT="23051" marB="2305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4115085438"/>
                  </a:ext>
                </a:extLst>
              </a:tr>
              <a:tr h="294534">
                <a:tc>
                  <a:txBody>
                    <a:bodyPr/>
                    <a:lstStyle>
                      <a:lvl1pPr eaLnBrk="0" hangingPunct="0">
                        <a:lnSpc>
                          <a:spcPct val="105000"/>
                        </a:lnSpc>
                        <a:spcBef>
                          <a:spcPct val="45000"/>
                        </a:spcBef>
                        <a:buClr>
                          <a:srgbClr val="339966"/>
                        </a:buClr>
                        <a:buSzPct val="120000"/>
                        <a:buFont typeface="Wingdings" pitchFamily="2" charset="2"/>
                        <a:defRPr sz="2400">
                          <a:solidFill>
                            <a:schemeClr val="tx1"/>
                          </a:solidFill>
                          <a:latin typeface="Arial" panose="020B0604020202020204" pitchFamily="34" charset="0"/>
                        </a:defRPr>
                      </a:lvl1pPr>
                      <a:lvl2pPr eaLnBrk="0" hangingPunct="0">
                        <a:spcBef>
                          <a:spcPct val="15000"/>
                        </a:spcBef>
                        <a:buClr>
                          <a:srgbClr val="996633"/>
                        </a:buClr>
                        <a:buSzPct val="120000"/>
                        <a:buFont typeface="Wingdings" pitchFamily="2" charset="2"/>
                        <a:defRPr sz="2300">
                          <a:solidFill>
                            <a:schemeClr val="tx1"/>
                          </a:solidFill>
                          <a:latin typeface="Arial" panose="020B0604020202020204" pitchFamily="34" charset="0"/>
                        </a:defRPr>
                      </a:lvl2pPr>
                      <a:lvl3pPr eaLnBrk="0" hangingPunct="0">
                        <a:spcBef>
                          <a:spcPct val="15000"/>
                        </a:spcBef>
                        <a:buClr>
                          <a:srgbClr val="339966"/>
                        </a:buClr>
                        <a:buSzPct val="120000"/>
                        <a:buFont typeface="Wingdings" pitchFamily="2" charset="2"/>
                        <a:defRPr sz="2100">
                          <a:solidFill>
                            <a:schemeClr val="tx1"/>
                          </a:solidFill>
                          <a:latin typeface="Arial" panose="020B0604020202020204" pitchFamily="34" charset="0"/>
                        </a:defRPr>
                      </a:lvl3pPr>
                      <a:lvl4pPr eaLnBrk="0" hangingPunct="0">
                        <a:spcBef>
                          <a:spcPct val="15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altLang="zh-CN" sz="1300" b="0" i="0" u="none" strike="noStrike" cap="none" normalizeH="0" baseline="0">
                          <a:ln>
                            <a:noFill/>
                          </a:ln>
                          <a:solidFill>
                            <a:schemeClr val="tx1"/>
                          </a:solidFill>
                          <a:effectLst/>
                          <a:latin typeface="Arial" panose="020B0604020202020204" pitchFamily="34" charset="0"/>
                          <a:ea typeface="宋体" panose="02010600030101010101" pitchFamily="2" charset="-122"/>
                        </a:rPr>
                        <a:t>2006</a:t>
                      </a:r>
                    </a:p>
                  </a:txBody>
                  <a:tcPr marL="46101" marR="46101" marT="23051" marB="2305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105000"/>
                        </a:lnSpc>
                        <a:spcBef>
                          <a:spcPct val="45000"/>
                        </a:spcBef>
                        <a:buClr>
                          <a:srgbClr val="339966"/>
                        </a:buClr>
                        <a:buSzPct val="120000"/>
                        <a:buFont typeface="Wingdings" pitchFamily="2" charset="2"/>
                        <a:defRPr sz="2400">
                          <a:solidFill>
                            <a:schemeClr val="tx1"/>
                          </a:solidFill>
                          <a:latin typeface="Arial" panose="020B0604020202020204" pitchFamily="34" charset="0"/>
                        </a:defRPr>
                      </a:lvl1pPr>
                      <a:lvl2pPr eaLnBrk="0" hangingPunct="0">
                        <a:spcBef>
                          <a:spcPct val="15000"/>
                        </a:spcBef>
                        <a:buClr>
                          <a:srgbClr val="996633"/>
                        </a:buClr>
                        <a:buSzPct val="120000"/>
                        <a:buFont typeface="Wingdings" pitchFamily="2" charset="2"/>
                        <a:defRPr sz="2300">
                          <a:solidFill>
                            <a:schemeClr val="tx1"/>
                          </a:solidFill>
                          <a:latin typeface="Arial" panose="020B0604020202020204" pitchFamily="34" charset="0"/>
                        </a:defRPr>
                      </a:lvl2pPr>
                      <a:lvl3pPr eaLnBrk="0" hangingPunct="0">
                        <a:spcBef>
                          <a:spcPct val="15000"/>
                        </a:spcBef>
                        <a:buClr>
                          <a:srgbClr val="339966"/>
                        </a:buClr>
                        <a:buSzPct val="120000"/>
                        <a:buFont typeface="Wingdings" pitchFamily="2" charset="2"/>
                        <a:defRPr sz="2100">
                          <a:solidFill>
                            <a:schemeClr val="tx1"/>
                          </a:solidFill>
                          <a:latin typeface="Arial" panose="020B0604020202020204" pitchFamily="34" charset="0"/>
                        </a:defRPr>
                      </a:lvl3pPr>
                      <a:lvl4pPr eaLnBrk="0" hangingPunct="0">
                        <a:spcBef>
                          <a:spcPct val="15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altLang="zh-CN" sz="1300" b="0" i="0" u="none" strike="noStrike" cap="none" normalizeH="0" baseline="0">
                          <a:ln>
                            <a:noFill/>
                          </a:ln>
                          <a:solidFill>
                            <a:schemeClr val="tx1"/>
                          </a:solidFill>
                          <a:effectLst/>
                          <a:latin typeface="Arial" panose="020B0604020202020204" pitchFamily="34" charset="0"/>
                          <a:ea typeface="宋体" panose="02010600030101010101" pitchFamily="2" charset="-122"/>
                        </a:rPr>
                        <a:t>$9</a:t>
                      </a:r>
                    </a:p>
                  </a:txBody>
                  <a:tcPr marL="46101" marR="46101" marT="23051" marB="2305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105000"/>
                        </a:lnSpc>
                        <a:spcBef>
                          <a:spcPct val="45000"/>
                        </a:spcBef>
                        <a:buClr>
                          <a:srgbClr val="339966"/>
                        </a:buClr>
                        <a:buSzPct val="120000"/>
                        <a:buFont typeface="Wingdings" pitchFamily="2" charset="2"/>
                        <a:defRPr sz="2400">
                          <a:solidFill>
                            <a:schemeClr val="tx1"/>
                          </a:solidFill>
                          <a:latin typeface="Arial" panose="020B0604020202020204" pitchFamily="34" charset="0"/>
                        </a:defRPr>
                      </a:lvl1pPr>
                      <a:lvl2pPr eaLnBrk="0" hangingPunct="0">
                        <a:spcBef>
                          <a:spcPct val="15000"/>
                        </a:spcBef>
                        <a:buClr>
                          <a:srgbClr val="996633"/>
                        </a:buClr>
                        <a:buSzPct val="120000"/>
                        <a:buFont typeface="Wingdings" pitchFamily="2" charset="2"/>
                        <a:defRPr sz="2300">
                          <a:solidFill>
                            <a:schemeClr val="tx1"/>
                          </a:solidFill>
                          <a:latin typeface="Arial" panose="020B0604020202020204" pitchFamily="34" charset="0"/>
                        </a:defRPr>
                      </a:lvl2pPr>
                      <a:lvl3pPr eaLnBrk="0" hangingPunct="0">
                        <a:spcBef>
                          <a:spcPct val="15000"/>
                        </a:spcBef>
                        <a:buClr>
                          <a:srgbClr val="339966"/>
                        </a:buClr>
                        <a:buSzPct val="120000"/>
                        <a:buFont typeface="Wingdings" pitchFamily="2" charset="2"/>
                        <a:defRPr sz="2100">
                          <a:solidFill>
                            <a:schemeClr val="tx1"/>
                          </a:solidFill>
                          <a:latin typeface="Arial" panose="020B0604020202020204" pitchFamily="34" charset="0"/>
                        </a:defRPr>
                      </a:lvl3pPr>
                      <a:lvl4pPr eaLnBrk="0" hangingPunct="0">
                        <a:spcBef>
                          <a:spcPct val="15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altLang="zh-CN" sz="1300" b="0" i="0" u="none" strike="noStrike" cap="none" normalizeH="0" baseline="0">
                          <a:ln>
                            <a:noFill/>
                          </a:ln>
                          <a:solidFill>
                            <a:schemeClr val="tx1"/>
                          </a:solidFill>
                          <a:effectLst/>
                          <a:latin typeface="Arial" panose="020B0604020202020204" pitchFamily="34" charset="0"/>
                          <a:ea typeface="宋体" panose="02010600030101010101" pitchFamily="2" charset="-122"/>
                        </a:rPr>
                        <a:t>$6</a:t>
                      </a:r>
                    </a:p>
                  </a:txBody>
                  <a:tcPr marL="46101" marR="46101" marT="23051" marB="2305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3764195430"/>
                  </a:ext>
                </a:extLst>
              </a:tr>
            </a:tbl>
          </a:graphicData>
        </a:graphic>
      </p:graphicFrame>
    </p:spTree>
    <p:extLst>
      <p:ext uri="{BB962C8B-B14F-4D97-AF65-F5344CB8AC3E}">
        <p14:creationId xmlns:p14="http://schemas.microsoft.com/office/powerpoint/2010/main" val="3147437854"/>
      </p:ext>
    </p:extLst>
  </p:cSld>
  <p:clrMapOvr>
    <a:masterClrMapping/>
  </p:clrMapOvr>
  <p:transition spd="med">
    <p:diamon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17418">
                                            <p:txEl>
                                              <p:pRg st="0" end="0"/>
                                            </p:txEl>
                                          </p:spTgt>
                                        </p:tgtEl>
                                        <p:attrNameLst>
                                          <p:attrName>style.visibility</p:attrName>
                                        </p:attrNameLst>
                                      </p:cBhvr>
                                      <p:to>
                                        <p:strVal val="visible"/>
                                      </p:to>
                                    </p:set>
                                    <p:animEffect transition="in" filter="wipe(left)">
                                      <p:cBhvr>
                                        <p:cTn id="7" dur="500"/>
                                        <p:tgtEl>
                                          <p:spTgt spid="17418">
                                            <p:txEl>
                                              <p:pRg st="0" end="0"/>
                                            </p:txEl>
                                          </p:spTgt>
                                        </p:tgtEl>
                                      </p:cBhvr>
                                    </p:animEffect>
                                  </p:childTnLst>
                                  <p:subTnLst>
                                    <p:animClr clrSpc="rgb" dir="cw">
                                      <p:cBhvr override="childStyle">
                                        <p:cTn dur="1" fill="hold" display="0" masterRel="nextClick" afterEffect="1"/>
                                        <p:tgtEl>
                                          <p:spTgt spid="17418">
                                            <p:txEl>
                                              <p:pRg st="0" end="0"/>
                                            </p:txEl>
                                          </p:spTgt>
                                        </p:tgtEl>
                                        <p:attrNameLst>
                                          <p:attrName>ppt_c</p:attrName>
                                        </p:attrNameLst>
                                      </p:cBhvr>
                                      <p:to>
                                        <a:schemeClr val="bg2"/>
                                      </p:to>
                                    </p:animClr>
                                  </p:sub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17418">
                                            <p:txEl>
                                              <p:pRg st="1" end="1"/>
                                            </p:txEl>
                                          </p:spTgt>
                                        </p:tgtEl>
                                        <p:attrNameLst>
                                          <p:attrName>style.visibility</p:attrName>
                                        </p:attrNameLst>
                                      </p:cBhvr>
                                      <p:to>
                                        <p:strVal val="visible"/>
                                      </p:to>
                                    </p:set>
                                    <p:animEffect transition="in" filter="wipe(left)">
                                      <p:cBhvr>
                                        <p:cTn id="12" dur="500"/>
                                        <p:tgtEl>
                                          <p:spTgt spid="17418">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18" grpId="0" build="p" autoUpdateAnimBg="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8">
            <a:extLst>
              <a:ext uri="{FF2B5EF4-FFF2-40B4-BE49-F238E27FC236}">
                <a16:creationId xmlns:a16="http://schemas.microsoft.com/office/drawing/2014/main" id="{2C91F0B9-C577-8892-4BF0-6394CFBE3193}"/>
              </a:ext>
            </a:extLst>
          </p:cNvPr>
          <p:cNvSpPr>
            <a:spLocks noChangeArrowheads="1"/>
          </p:cNvSpPr>
          <p:nvPr/>
        </p:nvSpPr>
        <p:spPr bwMode="auto">
          <a:xfrm>
            <a:off x="0" y="1588"/>
            <a:ext cx="192088" cy="3457575"/>
          </a:xfrm>
          <a:prstGeom prst="rect">
            <a:avLst/>
          </a:prstGeom>
          <a:solidFill>
            <a:srgbClr val="996633"/>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1040" eaLnBrk="1" fontAlgn="base" hangingPunct="1">
              <a:spcBef>
                <a:spcPct val="0"/>
              </a:spcBef>
              <a:spcAft>
                <a:spcPct val="0"/>
              </a:spcAft>
            </a:pPr>
            <a:endParaRPr lang="zh-CN" altLang="zh-CN" sz="908">
              <a:solidFill>
                <a:srgbClr val="000000"/>
              </a:solidFill>
              <a:ea typeface="宋体" panose="02010600030101010101" pitchFamily="2" charset="-122"/>
            </a:endParaRPr>
          </a:p>
        </p:txBody>
      </p:sp>
      <p:sp>
        <p:nvSpPr>
          <p:cNvPr id="18435" name="Rectangle 4">
            <a:extLst>
              <a:ext uri="{FF2B5EF4-FFF2-40B4-BE49-F238E27FC236}">
                <a16:creationId xmlns:a16="http://schemas.microsoft.com/office/drawing/2014/main" id="{A3FF141D-6DB3-F1E5-F819-CE8C06ED637E}"/>
              </a:ext>
            </a:extLst>
          </p:cNvPr>
          <p:cNvSpPr>
            <a:spLocks noGrp="1" noChangeArrowheads="1"/>
          </p:cNvSpPr>
          <p:nvPr>
            <p:ph type="title" idx="4294967295"/>
          </p:nvPr>
        </p:nvSpPr>
        <p:spPr>
          <a:xfrm>
            <a:off x="296135" y="168063"/>
            <a:ext cx="4138686" cy="420992"/>
          </a:xfrm>
        </p:spPr>
        <p:txBody>
          <a:bodyPr vert="horz" wrap="square" lIns="91440" tIns="0" rIns="91440" bIns="0" numCol="1" anchor="t" anchorCtr="0" compatLnSpc="1">
            <a:prstTxWarp prst="textNoShape">
              <a:avLst/>
            </a:prstTxWarp>
          </a:bodyPr>
          <a:lstStyle/>
          <a:p>
            <a:pPr algn="l" eaLnBrk="1" hangingPunct="1"/>
            <a:r>
              <a:rPr lang="zh-CN" altLang="zh-CN" sz="121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主动学习  </a:t>
            </a:r>
            <a:r>
              <a:rPr lang="zh-CN" altLang="zh-CN" sz="1210" i="1">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1</a:t>
            </a:r>
            <a:r>
              <a:rPr lang="zh-CN" altLang="zh-CN" sz="1008">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 </a:t>
            </a:r>
            <a:r>
              <a:rPr lang="zh-CN" altLang="zh-CN" sz="1008" b="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  </a:t>
            </a:r>
            <a:br>
              <a:rPr lang="zh-CN" altLang="zh-CN" sz="1008" b="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br>
            <a:r>
              <a:rPr lang="zh-CN" altLang="zh-CN" sz="1613">
                <a:solidFill>
                  <a:srgbClr val="339966"/>
                </a:solidFill>
                <a:effectLst>
                  <a:outerShdw blurRad="38100" dist="38100" dir="2700000" algn="tl">
                    <a:srgbClr val="C0C0C0"/>
                  </a:outerShdw>
                </a:effectLst>
                <a:ea typeface="宋体" panose="02010600030101010101" pitchFamily="2" charset="-122"/>
              </a:rPr>
              <a:t>参考答案</a:t>
            </a:r>
          </a:p>
        </p:txBody>
      </p:sp>
      <p:sp>
        <p:nvSpPr>
          <p:cNvPr id="18436" name="Line 9">
            <a:extLst>
              <a:ext uri="{FF2B5EF4-FFF2-40B4-BE49-F238E27FC236}">
                <a16:creationId xmlns:a16="http://schemas.microsoft.com/office/drawing/2014/main" id="{032AF2E1-135F-1109-0F9A-491F3A593F8A}"/>
              </a:ext>
            </a:extLst>
          </p:cNvPr>
          <p:cNvSpPr>
            <a:spLocks noChangeShapeType="1"/>
          </p:cNvSpPr>
          <p:nvPr/>
        </p:nvSpPr>
        <p:spPr bwMode="auto">
          <a:xfrm>
            <a:off x="300937" y="621070"/>
            <a:ext cx="4137885" cy="0"/>
          </a:xfrm>
          <a:prstGeom prst="line">
            <a:avLst/>
          </a:prstGeom>
          <a:noFill/>
          <a:ln w="12700">
            <a:solidFill>
              <a:srgbClr val="C0C0C0"/>
            </a:solidFill>
            <a:round/>
            <a:headEnd/>
            <a:tailEnd/>
          </a:ln>
          <a:extLst>
            <a:ext uri="{909E8E84-426E-40DD-AFC4-6F175D3DCCD1}">
              <a14:hiddenFill xmlns:a14="http://schemas.microsoft.com/office/drawing/2010/main">
                <a:noFill/>
              </a14:hiddenFill>
            </a:ext>
          </a:extLst>
        </p:spPr>
        <p:txBody>
          <a:bodyPr/>
          <a:lstStyle/>
          <a:p>
            <a:pPr defTabSz="461040" fontAlgn="base">
              <a:spcBef>
                <a:spcPct val="0"/>
              </a:spcBef>
              <a:spcAft>
                <a:spcPct val="0"/>
              </a:spcAft>
            </a:pPr>
            <a:endParaRPr lang="zh-CN" altLang="en-US" sz="908">
              <a:solidFill>
                <a:srgbClr val="000000"/>
              </a:solidFill>
              <a:latin typeface="Arial" panose="020B0604020202020204" pitchFamily="34" charset="0"/>
            </a:endParaRPr>
          </a:p>
        </p:txBody>
      </p:sp>
      <p:sp>
        <p:nvSpPr>
          <p:cNvPr id="18437" name="Line 10">
            <a:extLst>
              <a:ext uri="{FF2B5EF4-FFF2-40B4-BE49-F238E27FC236}">
                <a16:creationId xmlns:a16="http://schemas.microsoft.com/office/drawing/2014/main" id="{4F5BD3F5-5C2F-F06E-FB25-A59544A48C6F}"/>
              </a:ext>
            </a:extLst>
          </p:cNvPr>
          <p:cNvSpPr>
            <a:spLocks noChangeShapeType="1"/>
          </p:cNvSpPr>
          <p:nvPr/>
        </p:nvSpPr>
        <p:spPr bwMode="auto">
          <a:xfrm>
            <a:off x="299337" y="148054"/>
            <a:ext cx="4137885" cy="0"/>
          </a:xfrm>
          <a:prstGeom prst="line">
            <a:avLst/>
          </a:prstGeom>
          <a:noFill/>
          <a:ln w="12700">
            <a:solidFill>
              <a:srgbClr val="C0C0C0"/>
            </a:solidFill>
            <a:round/>
            <a:headEnd/>
            <a:tailEnd/>
          </a:ln>
          <a:extLst>
            <a:ext uri="{909E8E84-426E-40DD-AFC4-6F175D3DCCD1}">
              <a14:hiddenFill xmlns:a14="http://schemas.microsoft.com/office/drawing/2010/main">
                <a:noFill/>
              </a14:hiddenFill>
            </a:ext>
          </a:extLst>
        </p:spPr>
        <p:txBody>
          <a:bodyPr/>
          <a:lstStyle/>
          <a:p>
            <a:pPr defTabSz="461040" fontAlgn="base">
              <a:spcBef>
                <a:spcPct val="0"/>
              </a:spcBef>
              <a:spcAft>
                <a:spcPct val="0"/>
              </a:spcAft>
            </a:pPr>
            <a:endParaRPr lang="zh-CN" altLang="en-US" sz="908">
              <a:solidFill>
                <a:srgbClr val="000000"/>
              </a:solidFill>
              <a:latin typeface="Arial" panose="020B0604020202020204" pitchFamily="34" charset="0"/>
            </a:endParaRPr>
          </a:p>
        </p:txBody>
      </p:sp>
      <p:sp>
        <p:nvSpPr>
          <p:cNvPr id="18438" name="Rectangle 6">
            <a:extLst>
              <a:ext uri="{FF2B5EF4-FFF2-40B4-BE49-F238E27FC236}">
                <a16:creationId xmlns:a16="http://schemas.microsoft.com/office/drawing/2014/main" id="{77AB63F6-C0DC-F56F-D7F4-0DD27E8BE596}"/>
              </a:ext>
            </a:extLst>
          </p:cNvPr>
          <p:cNvSpPr>
            <a:spLocks noChangeArrowheads="1"/>
          </p:cNvSpPr>
          <p:nvPr/>
        </p:nvSpPr>
        <p:spPr bwMode="auto">
          <a:xfrm>
            <a:off x="4185907" y="3215851"/>
            <a:ext cx="344957" cy="1856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defTabSz="461040" eaLnBrk="1" fontAlgn="base" hangingPunct="1">
              <a:spcBef>
                <a:spcPct val="0"/>
              </a:spcBef>
              <a:spcAft>
                <a:spcPct val="0"/>
              </a:spcAft>
            </a:pPr>
            <a:fld id="{D846E197-8DCF-684A-9FED-460665E163F0}" type="slidenum">
              <a:rPr lang="zh-CN" altLang="zh-CN" sz="857">
                <a:solidFill>
                  <a:srgbClr val="777777"/>
                </a:solidFill>
                <a:latin typeface="Tahoma" panose="020B0604030504040204" pitchFamily="34" charset="0"/>
                <a:ea typeface="宋体" panose="02010600030101010101" pitchFamily="2" charset="-122"/>
              </a:rPr>
              <a:pPr algn="r" defTabSz="461040" eaLnBrk="1" fontAlgn="base" hangingPunct="1">
                <a:spcBef>
                  <a:spcPct val="0"/>
                </a:spcBef>
                <a:spcAft>
                  <a:spcPct val="0"/>
                </a:spcAft>
              </a:pPr>
              <a:t>9</a:t>
            </a:fld>
            <a:endParaRPr lang="zh-CN" altLang="zh-CN" sz="857">
              <a:solidFill>
                <a:srgbClr val="777777"/>
              </a:solidFill>
              <a:latin typeface="Tahoma" panose="020B0604030504040204" pitchFamily="34" charset="0"/>
              <a:ea typeface="宋体" panose="02010600030101010101" pitchFamily="2" charset="-122"/>
            </a:endParaRPr>
          </a:p>
        </p:txBody>
      </p:sp>
      <p:sp>
        <p:nvSpPr>
          <p:cNvPr id="18439" name="FlagCount" hidden="1">
            <a:hlinkClick r:id="rId2"/>
            <a:extLst>
              <a:ext uri="{FF2B5EF4-FFF2-40B4-BE49-F238E27FC236}">
                <a16:creationId xmlns:a16="http://schemas.microsoft.com/office/drawing/2014/main" id="{E4183267-97BD-815B-2E22-773628916B4F}"/>
              </a:ext>
            </a:extLst>
          </p:cNvPr>
          <p:cNvSpPr>
            <a:spLocks noChangeArrowheads="1"/>
          </p:cNvSpPr>
          <p:nvPr/>
        </p:nvSpPr>
        <p:spPr bwMode="auto">
          <a:xfrm>
            <a:off x="4161896" y="129646"/>
            <a:ext cx="192088" cy="160073"/>
          </a:xfrm>
          <a:prstGeom prst="wedgeRoundRectCallout">
            <a:avLst>
              <a:gd name="adj1" fmla="val -43750"/>
              <a:gd name="adj2" fmla="val 70000"/>
              <a:gd name="adj3" fmla="val 16667"/>
            </a:avLst>
          </a:prstGeom>
          <a:solidFill>
            <a:schemeClr val="accent1">
              <a:alpha val="25000"/>
            </a:schemeClr>
          </a:solidFill>
          <a:ln w="19050">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defTabSz="461040" eaLnBrk="1" fontAlgn="base" hangingPunct="1">
              <a:spcBef>
                <a:spcPct val="0"/>
              </a:spcBef>
              <a:spcAft>
                <a:spcPct val="0"/>
              </a:spcAft>
            </a:pPr>
            <a:r>
              <a:rPr lang="en-US" altLang="zh-CN" sz="706" b="1">
                <a:solidFill>
                  <a:srgbClr val="000000"/>
                </a:solidFill>
                <a:latin typeface="Tahoma" panose="020B0604030504040204" pitchFamily="34" charset="0"/>
                <a:ea typeface="宋体" panose="02010600030101010101" pitchFamily="2" charset="-122"/>
              </a:rPr>
              <a:t>0</a:t>
            </a:r>
          </a:p>
        </p:txBody>
      </p:sp>
      <p:graphicFrame>
        <p:nvGraphicFramePr>
          <p:cNvPr id="18440" name="Group 8">
            <a:extLst>
              <a:ext uri="{FF2B5EF4-FFF2-40B4-BE49-F238E27FC236}">
                <a16:creationId xmlns:a16="http://schemas.microsoft.com/office/drawing/2014/main" id="{CC5C6B59-54F1-9601-EC9D-8E7593C1803E}"/>
              </a:ext>
            </a:extLst>
          </p:cNvPr>
          <p:cNvGraphicFramePr>
            <a:graphicFrameLocks noGrp="1"/>
          </p:cNvGraphicFramePr>
          <p:nvPr/>
        </p:nvGraphicFramePr>
        <p:xfrm>
          <a:off x="2420303" y="439387"/>
          <a:ext cx="1916073" cy="1388632"/>
        </p:xfrm>
        <a:graphic>
          <a:graphicData uri="http://schemas.openxmlformats.org/drawingml/2006/table">
            <a:tbl>
              <a:tblPr/>
              <a:tblGrid>
                <a:gridCol w="603475">
                  <a:extLst>
                    <a:ext uri="{9D8B030D-6E8A-4147-A177-3AD203B41FA5}">
                      <a16:colId xmlns:a16="http://schemas.microsoft.com/office/drawing/2014/main" val="2877471645"/>
                    </a:ext>
                  </a:extLst>
                </a:gridCol>
                <a:gridCol w="608277">
                  <a:extLst>
                    <a:ext uri="{9D8B030D-6E8A-4147-A177-3AD203B41FA5}">
                      <a16:colId xmlns:a16="http://schemas.microsoft.com/office/drawing/2014/main" val="2626058661"/>
                    </a:ext>
                  </a:extLst>
                </a:gridCol>
                <a:gridCol w="704321">
                  <a:extLst>
                    <a:ext uri="{9D8B030D-6E8A-4147-A177-3AD203B41FA5}">
                      <a16:colId xmlns:a16="http://schemas.microsoft.com/office/drawing/2014/main" val="1656258429"/>
                    </a:ext>
                  </a:extLst>
                </a:gridCol>
              </a:tblGrid>
              <a:tr h="505830">
                <a:tc>
                  <a:txBody>
                    <a:bodyPr/>
                    <a:lstStyle>
                      <a:lvl1pPr eaLnBrk="0" hangingPunct="0">
                        <a:lnSpc>
                          <a:spcPct val="105000"/>
                        </a:lnSpc>
                        <a:spcBef>
                          <a:spcPct val="45000"/>
                        </a:spcBef>
                        <a:buClr>
                          <a:srgbClr val="339966"/>
                        </a:buClr>
                        <a:buSzPct val="120000"/>
                        <a:buFont typeface="Wingdings" pitchFamily="2" charset="2"/>
                        <a:defRPr sz="2400">
                          <a:solidFill>
                            <a:schemeClr val="tx1"/>
                          </a:solidFill>
                          <a:latin typeface="Arial" panose="020B0604020202020204" pitchFamily="34" charset="0"/>
                        </a:defRPr>
                      </a:lvl1pPr>
                      <a:lvl2pPr eaLnBrk="0" hangingPunct="0">
                        <a:spcBef>
                          <a:spcPct val="15000"/>
                        </a:spcBef>
                        <a:buClr>
                          <a:srgbClr val="996633"/>
                        </a:buClr>
                        <a:buSzPct val="120000"/>
                        <a:buFont typeface="Wingdings" pitchFamily="2" charset="2"/>
                        <a:defRPr sz="2300">
                          <a:solidFill>
                            <a:schemeClr val="tx1"/>
                          </a:solidFill>
                          <a:latin typeface="Arial" panose="020B0604020202020204" pitchFamily="34" charset="0"/>
                        </a:defRPr>
                      </a:lvl2pPr>
                      <a:lvl3pPr eaLnBrk="0" hangingPunct="0">
                        <a:spcBef>
                          <a:spcPct val="15000"/>
                        </a:spcBef>
                        <a:buClr>
                          <a:srgbClr val="339966"/>
                        </a:buClr>
                        <a:buSzPct val="120000"/>
                        <a:buFont typeface="Wingdings" pitchFamily="2" charset="2"/>
                        <a:defRPr sz="2100">
                          <a:solidFill>
                            <a:schemeClr val="tx1"/>
                          </a:solidFill>
                          <a:latin typeface="Arial" panose="020B0604020202020204" pitchFamily="34" charset="0"/>
                        </a:defRPr>
                      </a:lvl3pPr>
                      <a:lvl4pPr eaLnBrk="0" hangingPunct="0">
                        <a:spcBef>
                          <a:spcPct val="15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endParaRPr kumimoji="0" lang="zh-CN" altLang="zh-CN" sz="13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46101" marR="46101" marT="23051" marB="2305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105000"/>
                        </a:lnSpc>
                        <a:spcBef>
                          <a:spcPct val="45000"/>
                        </a:spcBef>
                        <a:buClr>
                          <a:srgbClr val="339966"/>
                        </a:buClr>
                        <a:buSzPct val="120000"/>
                        <a:buFont typeface="Wingdings" pitchFamily="2" charset="2"/>
                        <a:defRPr sz="2400">
                          <a:solidFill>
                            <a:schemeClr val="tx1"/>
                          </a:solidFill>
                          <a:latin typeface="Arial" panose="020B0604020202020204" pitchFamily="34" charset="0"/>
                        </a:defRPr>
                      </a:lvl1pPr>
                      <a:lvl2pPr eaLnBrk="0" hangingPunct="0">
                        <a:spcBef>
                          <a:spcPct val="15000"/>
                        </a:spcBef>
                        <a:buClr>
                          <a:srgbClr val="996633"/>
                        </a:buClr>
                        <a:buSzPct val="120000"/>
                        <a:buFont typeface="Wingdings" pitchFamily="2" charset="2"/>
                        <a:defRPr sz="2300">
                          <a:solidFill>
                            <a:schemeClr val="tx1"/>
                          </a:solidFill>
                          <a:latin typeface="Arial" panose="020B0604020202020204" pitchFamily="34" charset="0"/>
                        </a:defRPr>
                      </a:lvl2pPr>
                      <a:lvl3pPr eaLnBrk="0" hangingPunct="0">
                        <a:spcBef>
                          <a:spcPct val="15000"/>
                        </a:spcBef>
                        <a:buClr>
                          <a:srgbClr val="339966"/>
                        </a:buClr>
                        <a:buSzPct val="120000"/>
                        <a:buFont typeface="Wingdings" pitchFamily="2" charset="2"/>
                        <a:defRPr sz="2100">
                          <a:solidFill>
                            <a:schemeClr val="tx1"/>
                          </a:solidFill>
                          <a:latin typeface="Arial" panose="020B0604020202020204" pitchFamily="34" charset="0"/>
                        </a:defRPr>
                      </a:lvl3pPr>
                      <a:lvl4pPr eaLnBrk="0" hangingPunct="0">
                        <a:spcBef>
                          <a:spcPct val="15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zh-CN" altLang="zh-CN" sz="1300" b="0" i="0" u="none" strike="noStrike" cap="none" normalizeH="0" baseline="0">
                          <a:ln>
                            <a:noFill/>
                          </a:ln>
                          <a:solidFill>
                            <a:schemeClr val="tx1"/>
                          </a:solidFill>
                          <a:effectLst/>
                          <a:latin typeface="Arial" panose="020B0604020202020204" pitchFamily="34" charset="0"/>
                          <a:ea typeface="宋体" panose="02010600030101010101" pitchFamily="2" charset="-122"/>
                        </a:rPr>
                        <a:t>牛肉价格</a:t>
                      </a:r>
                    </a:p>
                  </a:txBody>
                  <a:tcPr marL="46101" marR="46101" marT="23051" marB="2305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105000"/>
                        </a:lnSpc>
                        <a:spcBef>
                          <a:spcPct val="45000"/>
                        </a:spcBef>
                        <a:buClr>
                          <a:srgbClr val="339966"/>
                        </a:buClr>
                        <a:buSzPct val="120000"/>
                        <a:buFont typeface="Wingdings" pitchFamily="2" charset="2"/>
                        <a:defRPr sz="2400">
                          <a:solidFill>
                            <a:schemeClr val="tx1"/>
                          </a:solidFill>
                          <a:latin typeface="Arial" panose="020B0604020202020204" pitchFamily="34" charset="0"/>
                        </a:defRPr>
                      </a:lvl1pPr>
                      <a:lvl2pPr eaLnBrk="0" hangingPunct="0">
                        <a:spcBef>
                          <a:spcPct val="15000"/>
                        </a:spcBef>
                        <a:buClr>
                          <a:srgbClr val="996633"/>
                        </a:buClr>
                        <a:buSzPct val="120000"/>
                        <a:buFont typeface="Wingdings" pitchFamily="2" charset="2"/>
                        <a:defRPr sz="2300">
                          <a:solidFill>
                            <a:schemeClr val="tx1"/>
                          </a:solidFill>
                          <a:latin typeface="Arial" panose="020B0604020202020204" pitchFamily="34" charset="0"/>
                        </a:defRPr>
                      </a:lvl2pPr>
                      <a:lvl3pPr eaLnBrk="0" hangingPunct="0">
                        <a:spcBef>
                          <a:spcPct val="15000"/>
                        </a:spcBef>
                        <a:buClr>
                          <a:srgbClr val="339966"/>
                        </a:buClr>
                        <a:buSzPct val="120000"/>
                        <a:buFont typeface="Wingdings" pitchFamily="2" charset="2"/>
                        <a:defRPr sz="2100">
                          <a:solidFill>
                            <a:schemeClr val="tx1"/>
                          </a:solidFill>
                          <a:latin typeface="Arial" panose="020B0604020202020204" pitchFamily="34" charset="0"/>
                        </a:defRPr>
                      </a:lvl3pPr>
                      <a:lvl4pPr eaLnBrk="0" hangingPunct="0">
                        <a:spcBef>
                          <a:spcPct val="15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zh-CN" altLang="zh-CN" sz="1300" b="0" i="0" u="none" strike="noStrike" cap="none" normalizeH="0" baseline="0">
                          <a:ln>
                            <a:noFill/>
                          </a:ln>
                          <a:solidFill>
                            <a:schemeClr val="tx1"/>
                          </a:solidFill>
                          <a:effectLst/>
                          <a:latin typeface="Arial" panose="020B0604020202020204" pitchFamily="34" charset="0"/>
                          <a:ea typeface="宋体" panose="02010600030101010101" pitchFamily="2" charset="-122"/>
                        </a:rPr>
                        <a:t>鸡肉价格</a:t>
                      </a:r>
                    </a:p>
                  </a:txBody>
                  <a:tcPr marL="46101" marR="46101" marT="23051" marB="2305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759889137"/>
                  </a:ext>
                </a:extLst>
              </a:tr>
              <a:tr h="293734">
                <a:tc>
                  <a:txBody>
                    <a:bodyPr/>
                    <a:lstStyle>
                      <a:lvl1pPr eaLnBrk="0" hangingPunct="0">
                        <a:lnSpc>
                          <a:spcPct val="105000"/>
                        </a:lnSpc>
                        <a:spcBef>
                          <a:spcPct val="45000"/>
                        </a:spcBef>
                        <a:buClr>
                          <a:srgbClr val="339966"/>
                        </a:buClr>
                        <a:buSzPct val="120000"/>
                        <a:buFont typeface="Wingdings" pitchFamily="2" charset="2"/>
                        <a:defRPr sz="2400">
                          <a:solidFill>
                            <a:schemeClr val="tx1"/>
                          </a:solidFill>
                          <a:latin typeface="Arial" panose="020B0604020202020204" pitchFamily="34" charset="0"/>
                        </a:defRPr>
                      </a:lvl1pPr>
                      <a:lvl2pPr eaLnBrk="0" hangingPunct="0">
                        <a:spcBef>
                          <a:spcPct val="15000"/>
                        </a:spcBef>
                        <a:buClr>
                          <a:srgbClr val="996633"/>
                        </a:buClr>
                        <a:buSzPct val="120000"/>
                        <a:buFont typeface="Wingdings" pitchFamily="2" charset="2"/>
                        <a:defRPr sz="2300">
                          <a:solidFill>
                            <a:schemeClr val="tx1"/>
                          </a:solidFill>
                          <a:latin typeface="Arial" panose="020B0604020202020204" pitchFamily="34" charset="0"/>
                        </a:defRPr>
                      </a:lvl2pPr>
                      <a:lvl3pPr eaLnBrk="0" hangingPunct="0">
                        <a:spcBef>
                          <a:spcPct val="15000"/>
                        </a:spcBef>
                        <a:buClr>
                          <a:srgbClr val="339966"/>
                        </a:buClr>
                        <a:buSzPct val="120000"/>
                        <a:buFont typeface="Wingdings" pitchFamily="2" charset="2"/>
                        <a:defRPr sz="2100">
                          <a:solidFill>
                            <a:schemeClr val="tx1"/>
                          </a:solidFill>
                          <a:latin typeface="Arial" panose="020B0604020202020204" pitchFamily="34" charset="0"/>
                        </a:defRPr>
                      </a:lvl3pPr>
                      <a:lvl4pPr eaLnBrk="0" hangingPunct="0">
                        <a:spcBef>
                          <a:spcPct val="15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altLang="zh-CN" sz="1300" b="0" i="0" u="none" strike="noStrike" cap="none" normalizeH="0" baseline="0">
                          <a:ln>
                            <a:noFill/>
                          </a:ln>
                          <a:solidFill>
                            <a:schemeClr val="tx1"/>
                          </a:solidFill>
                          <a:effectLst/>
                          <a:latin typeface="Arial" panose="020B0604020202020204" pitchFamily="34" charset="0"/>
                          <a:ea typeface="宋体" panose="02010600030101010101" pitchFamily="2" charset="-122"/>
                        </a:rPr>
                        <a:t>2004</a:t>
                      </a:r>
                    </a:p>
                  </a:txBody>
                  <a:tcPr marL="46101" marR="46101" marT="23051" marB="2305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105000"/>
                        </a:lnSpc>
                        <a:spcBef>
                          <a:spcPct val="45000"/>
                        </a:spcBef>
                        <a:buClr>
                          <a:srgbClr val="339966"/>
                        </a:buClr>
                        <a:buSzPct val="120000"/>
                        <a:buFont typeface="Wingdings" pitchFamily="2" charset="2"/>
                        <a:defRPr sz="2400">
                          <a:solidFill>
                            <a:schemeClr val="tx1"/>
                          </a:solidFill>
                          <a:latin typeface="Arial" panose="020B0604020202020204" pitchFamily="34" charset="0"/>
                        </a:defRPr>
                      </a:lvl1pPr>
                      <a:lvl2pPr eaLnBrk="0" hangingPunct="0">
                        <a:spcBef>
                          <a:spcPct val="15000"/>
                        </a:spcBef>
                        <a:buClr>
                          <a:srgbClr val="996633"/>
                        </a:buClr>
                        <a:buSzPct val="120000"/>
                        <a:buFont typeface="Wingdings" pitchFamily="2" charset="2"/>
                        <a:defRPr sz="2300">
                          <a:solidFill>
                            <a:schemeClr val="tx1"/>
                          </a:solidFill>
                          <a:latin typeface="Arial" panose="020B0604020202020204" pitchFamily="34" charset="0"/>
                        </a:defRPr>
                      </a:lvl2pPr>
                      <a:lvl3pPr eaLnBrk="0" hangingPunct="0">
                        <a:spcBef>
                          <a:spcPct val="15000"/>
                        </a:spcBef>
                        <a:buClr>
                          <a:srgbClr val="339966"/>
                        </a:buClr>
                        <a:buSzPct val="120000"/>
                        <a:buFont typeface="Wingdings" pitchFamily="2" charset="2"/>
                        <a:defRPr sz="2100">
                          <a:solidFill>
                            <a:schemeClr val="tx1"/>
                          </a:solidFill>
                          <a:latin typeface="Arial" panose="020B0604020202020204" pitchFamily="34" charset="0"/>
                        </a:defRPr>
                      </a:lvl3pPr>
                      <a:lvl4pPr eaLnBrk="0" hangingPunct="0">
                        <a:spcBef>
                          <a:spcPct val="15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altLang="zh-CN" sz="1300" b="0" i="0" u="none" strike="noStrike" cap="none" normalizeH="0" baseline="0">
                          <a:ln>
                            <a:noFill/>
                          </a:ln>
                          <a:solidFill>
                            <a:schemeClr val="tx1"/>
                          </a:solidFill>
                          <a:effectLst/>
                          <a:latin typeface="Arial" panose="020B0604020202020204" pitchFamily="34" charset="0"/>
                          <a:ea typeface="宋体" panose="02010600030101010101" pitchFamily="2" charset="-122"/>
                        </a:rPr>
                        <a:t>$4</a:t>
                      </a:r>
                    </a:p>
                  </a:txBody>
                  <a:tcPr marL="46101" marR="46101" marT="23051" marB="2305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105000"/>
                        </a:lnSpc>
                        <a:spcBef>
                          <a:spcPct val="45000"/>
                        </a:spcBef>
                        <a:buClr>
                          <a:srgbClr val="339966"/>
                        </a:buClr>
                        <a:buSzPct val="120000"/>
                        <a:buFont typeface="Wingdings" pitchFamily="2" charset="2"/>
                        <a:defRPr sz="2400">
                          <a:solidFill>
                            <a:schemeClr val="tx1"/>
                          </a:solidFill>
                          <a:latin typeface="Arial" panose="020B0604020202020204" pitchFamily="34" charset="0"/>
                        </a:defRPr>
                      </a:lvl1pPr>
                      <a:lvl2pPr eaLnBrk="0" hangingPunct="0">
                        <a:spcBef>
                          <a:spcPct val="15000"/>
                        </a:spcBef>
                        <a:buClr>
                          <a:srgbClr val="996633"/>
                        </a:buClr>
                        <a:buSzPct val="120000"/>
                        <a:buFont typeface="Wingdings" pitchFamily="2" charset="2"/>
                        <a:defRPr sz="2300">
                          <a:solidFill>
                            <a:schemeClr val="tx1"/>
                          </a:solidFill>
                          <a:latin typeface="Arial" panose="020B0604020202020204" pitchFamily="34" charset="0"/>
                        </a:defRPr>
                      </a:lvl2pPr>
                      <a:lvl3pPr eaLnBrk="0" hangingPunct="0">
                        <a:spcBef>
                          <a:spcPct val="15000"/>
                        </a:spcBef>
                        <a:buClr>
                          <a:srgbClr val="339966"/>
                        </a:buClr>
                        <a:buSzPct val="120000"/>
                        <a:buFont typeface="Wingdings" pitchFamily="2" charset="2"/>
                        <a:defRPr sz="2100">
                          <a:solidFill>
                            <a:schemeClr val="tx1"/>
                          </a:solidFill>
                          <a:latin typeface="Arial" panose="020B0604020202020204" pitchFamily="34" charset="0"/>
                        </a:defRPr>
                      </a:lvl3pPr>
                      <a:lvl4pPr eaLnBrk="0" hangingPunct="0">
                        <a:spcBef>
                          <a:spcPct val="15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altLang="zh-CN" sz="1300" b="0" i="0" u="none" strike="noStrike" cap="none" normalizeH="0" baseline="0">
                          <a:ln>
                            <a:noFill/>
                          </a:ln>
                          <a:solidFill>
                            <a:schemeClr val="tx1"/>
                          </a:solidFill>
                          <a:effectLst/>
                          <a:latin typeface="Arial" panose="020B0604020202020204" pitchFamily="34" charset="0"/>
                          <a:ea typeface="宋体" panose="02010600030101010101" pitchFamily="2" charset="-122"/>
                        </a:rPr>
                        <a:t>$4</a:t>
                      </a:r>
                    </a:p>
                  </a:txBody>
                  <a:tcPr marL="46101" marR="46101" marT="23051" marB="2305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4105718832"/>
                  </a:ext>
                </a:extLst>
              </a:tr>
              <a:tr h="294534">
                <a:tc>
                  <a:txBody>
                    <a:bodyPr/>
                    <a:lstStyle>
                      <a:lvl1pPr eaLnBrk="0" hangingPunct="0">
                        <a:lnSpc>
                          <a:spcPct val="105000"/>
                        </a:lnSpc>
                        <a:spcBef>
                          <a:spcPct val="45000"/>
                        </a:spcBef>
                        <a:buClr>
                          <a:srgbClr val="339966"/>
                        </a:buClr>
                        <a:buSzPct val="120000"/>
                        <a:buFont typeface="Wingdings" pitchFamily="2" charset="2"/>
                        <a:defRPr sz="2400">
                          <a:solidFill>
                            <a:schemeClr val="tx1"/>
                          </a:solidFill>
                          <a:latin typeface="Arial" panose="020B0604020202020204" pitchFamily="34" charset="0"/>
                        </a:defRPr>
                      </a:lvl1pPr>
                      <a:lvl2pPr eaLnBrk="0" hangingPunct="0">
                        <a:spcBef>
                          <a:spcPct val="15000"/>
                        </a:spcBef>
                        <a:buClr>
                          <a:srgbClr val="996633"/>
                        </a:buClr>
                        <a:buSzPct val="120000"/>
                        <a:buFont typeface="Wingdings" pitchFamily="2" charset="2"/>
                        <a:defRPr sz="2300">
                          <a:solidFill>
                            <a:schemeClr val="tx1"/>
                          </a:solidFill>
                          <a:latin typeface="Arial" panose="020B0604020202020204" pitchFamily="34" charset="0"/>
                        </a:defRPr>
                      </a:lvl2pPr>
                      <a:lvl3pPr eaLnBrk="0" hangingPunct="0">
                        <a:spcBef>
                          <a:spcPct val="15000"/>
                        </a:spcBef>
                        <a:buClr>
                          <a:srgbClr val="339966"/>
                        </a:buClr>
                        <a:buSzPct val="120000"/>
                        <a:buFont typeface="Wingdings" pitchFamily="2" charset="2"/>
                        <a:defRPr sz="2100">
                          <a:solidFill>
                            <a:schemeClr val="tx1"/>
                          </a:solidFill>
                          <a:latin typeface="Arial" panose="020B0604020202020204" pitchFamily="34" charset="0"/>
                        </a:defRPr>
                      </a:lvl3pPr>
                      <a:lvl4pPr eaLnBrk="0" hangingPunct="0">
                        <a:spcBef>
                          <a:spcPct val="15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altLang="zh-CN" sz="1300" b="0" i="0" u="none" strike="noStrike" cap="none" normalizeH="0" baseline="0">
                          <a:ln>
                            <a:noFill/>
                          </a:ln>
                          <a:solidFill>
                            <a:schemeClr val="tx1"/>
                          </a:solidFill>
                          <a:effectLst/>
                          <a:latin typeface="Arial" panose="020B0604020202020204" pitchFamily="34" charset="0"/>
                          <a:ea typeface="宋体" panose="02010600030101010101" pitchFamily="2" charset="-122"/>
                        </a:rPr>
                        <a:t>2005</a:t>
                      </a:r>
                    </a:p>
                  </a:txBody>
                  <a:tcPr marL="46101" marR="46101" marT="23051" marB="2305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105000"/>
                        </a:lnSpc>
                        <a:spcBef>
                          <a:spcPct val="45000"/>
                        </a:spcBef>
                        <a:buClr>
                          <a:srgbClr val="339966"/>
                        </a:buClr>
                        <a:buSzPct val="120000"/>
                        <a:buFont typeface="Wingdings" pitchFamily="2" charset="2"/>
                        <a:defRPr sz="2400">
                          <a:solidFill>
                            <a:schemeClr val="tx1"/>
                          </a:solidFill>
                          <a:latin typeface="Arial" panose="020B0604020202020204" pitchFamily="34" charset="0"/>
                        </a:defRPr>
                      </a:lvl1pPr>
                      <a:lvl2pPr eaLnBrk="0" hangingPunct="0">
                        <a:spcBef>
                          <a:spcPct val="15000"/>
                        </a:spcBef>
                        <a:buClr>
                          <a:srgbClr val="996633"/>
                        </a:buClr>
                        <a:buSzPct val="120000"/>
                        <a:buFont typeface="Wingdings" pitchFamily="2" charset="2"/>
                        <a:defRPr sz="2300">
                          <a:solidFill>
                            <a:schemeClr val="tx1"/>
                          </a:solidFill>
                          <a:latin typeface="Arial" panose="020B0604020202020204" pitchFamily="34" charset="0"/>
                        </a:defRPr>
                      </a:lvl2pPr>
                      <a:lvl3pPr eaLnBrk="0" hangingPunct="0">
                        <a:spcBef>
                          <a:spcPct val="15000"/>
                        </a:spcBef>
                        <a:buClr>
                          <a:srgbClr val="339966"/>
                        </a:buClr>
                        <a:buSzPct val="120000"/>
                        <a:buFont typeface="Wingdings" pitchFamily="2" charset="2"/>
                        <a:defRPr sz="2100">
                          <a:solidFill>
                            <a:schemeClr val="tx1"/>
                          </a:solidFill>
                          <a:latin typeface="Arial" panose="020B0604020202020204" pitchFamily="34" charset="0"/>
                        </a:defRPr>
                      </a:lvl3pPr>
                      <a:lvl4pPr eaLnBrk="0" hangingPunct="0">
                        <a:spcBef>
                          <a:spcPct val="15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altLang="zh-CN" sz="1300" b="0" i="0" u="none" strike="noStrike" cap="none" normalizeH="0" baseline="0">
                          <a:ln>
                            <a:noFill/>
                          </a:ln>
                          <a:solidFill>
                            <a:schemeClr val="tx1"/>
                          </a:solidFill>
                          <a:effectLst/>
                          <a:latin typeface="Arial" panose="020B0604020202020204" pitchFamily="34" charset="0"/>
                          <a:ea typeface="宋体" panose="02010600030101010101" pitchFamily="2" charset="-122"/>
                        </a:rPr>
                        <a:t>$5</a:t>
                      </a:r>
                    </a:p>
                  </a:txBody>
                  <a:tcPr marL="46101" marR="46101" marT="23051" marB="2305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105000"/>
                        </a:lnSpc>
                        <a:spcBef>
                          <a:spcPct val="45000"/>
                        </a:spcBef>
                        <a:buClr>
                          <a:srgbClr val="339966"/>
                        </a:buClr>
                        <a:buSzPct val="120000"/>
                        <a:buFont typeface="Wingdings" pitchFamily="2" charset="2"/>
                        <a:defRPr sz="2400">
                          <a:solidFill>
                            <a:schemeClr val="tx1"/>
                          </a:solidFill>
                          <a:latin typeface="Arial" panose="020B0604020202020204" pitchFamily="34" charset="0"/>
                        </a:defRPr>
                      </a:lvl1pPr>
                      <a:lvl2pPr eaLnBrk="0" hangingPunct="0">
                        <a:spcBef>
                          <a:spcPct val="15000"/>
                        </a:spcBef>
                        <a:buClr>
                          <a:srgbClr val="996633"/>
                        </a:buClr>
                        <a:buSzPct val="120000"/>
                        <a:buFont typeface="Wingdings" pitchFamily="2" charset="2"/>
                        <a:defRPr sz="2300">
                          <a:solidFill>
                            <a:schemeClr val="tx1"/>
                          </a:solidFill>
                          <a:latin typeface="Arial" panose="020B0604020202020204" pitchFamily="34" charset="0"/>
                        </a:defRPr>
                      </a:lvl2pPr>
                      <a:lvl3pPr eaLnBrk="0" hangingPunct="0">
                        <a:spcBef>
                          <a:spcPct val="15000"/>
                        </a:spcBef>
                        <a:buClr>
                          <a:srgbClr val="339966"/>
                        </a:buClr>
                        <a:buSzPct val="120000"/>
                        <a:buFont typeface="Wingdings" pitchFamily="2" charset="2"/>
                        <a:defRPr sz="2100">
                          <a:solidFill>
                            <a:schemeClr val="tx1"/>
                          </a:solidFill>
                          <a:latin typeface="Arial" panose="020B0604020202020204" pitchFamily="34" charset="0"/>
                        </a:defRPr>
                      </a:lvl3pPr>
                      <a:lvl4pPr eaLnBrk="0" hangingPunct="0">
                        <a:spcBef>
                          <a:spcPct val="15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altLang="zh-CN" sz="1300" b="0" i="0" u="none" strike="noStrike" cap="none" normalizeH="0" baseline="0">
                          <a:ln>
                            <a:noFill/>
                          </a:ln>
                          <a:solidFill>
                            <a:schemeClr val="tx1"/>
                          </a:solidFill>
                          <a:effectLst/>
                          <a:latin typeface="Arial" panose="020B0604020202020204" pitchFamily="34" charset="0"/>
                          <a:ea typeface="宋体" panose="02010600030101010101" pitchFamily="2" charset="-122"/>
                        </a:rPr>
                        <a:t>$5</a:t>
                      </a:r>
                    </a:p>
                  </a:txBody>
                  <a:tcPr marL="46101" marR="46101" marT="23051" marB="2305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662962082"/>
                  </a:ext>
                </a:extLst>
              </a:tr>
              <a:tr h="294534">
                <a:tc>
                  <a:txBody>
                    <a:bodyPr/>
                    <a:lstStyle>
                      <a:lvl1pPr eaLnBrk="0" hangingPunct="0">
                        <a:lnSpc>
                          <a:spcPct val="105000"/>
                        </a:lnSpc>
                        <a:spcBef>
                          <a:spcPct val="45000"/>
                        </a:spcBef>
                        <a:buClr>
                          <a:srgbClr val="339966"/>
                        </a:buClr>
                        <a:buSzPct val="120000"/>
                        <a:buFont typeface="Wingdings" pitchFamily="2" charset="2"/>
                        <a:defRPr sz="2400">
                          <a:solidFill>
                            <a:schemeClr val="tx1"/>
                          </a:solidFill>
                          <a:latin typeface="Arial" panose="020B0604020202020204" pitchFamily="34" charset="0"/>
                        </a:defRPr>
                      </a:lvl1pPr>
                      <a:lvl2pPr eaLnBrk="0" hangingPunct="0">
                        <a:spcBef>
                          <a:spcPct val="15000"/>
                        </a:spcBef>
                        <a:buClr>
                          <a:srgbClr val="996633"/>
                        </a:buClr>
                        <a:buSzPct val="120000"/>
                        <a:buFont typeface="Wingdings" pitchFamily="2" charset="2"/>
                        <a:defRPr sz="2300">
                          <a:solidFill>
                            <a:schemeClr val="tx1"/>
                          </a:solidFill>
                          <a:latin typeface="Arial" panose="020B0604020202020204" pitchFamily="34" charset="0"/>
                        </a:defRPr>
                      </a:lvl2pPr>
                      <a:lvl3pPr eaLnBrk="0" hangingPunct="0">
                        <a:spcBef>
                          <a:spcPct val="15000"/>
                        </a:spcBef>
                        <a:buClr>
                          <a:srgbClr val="339966"/>
                        </a:buClr>
                        <a:buSzPct val="120000"/>
                        <a:buFont typeface="Wingdings" pitchFamily="2" charset="2"/>
                        <a:defRPr sz="2100">
                          <a:solidFill>
                            <a:schemeClr val="tx1"/>
                          </a:solidFill>
                          <a:latin typeface="Arial" panose="020B0604020202020204" pitchFamily="34" charset="0"/>
                        </a:defRPr>
                      </a:lvl3pPr>
                      <a:lvl4pPr eaLnBrk="0" hangingPunct="0">
                        <a:spcBef>
                          <a:spcPct val="15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altLang="zh-CN" sz="1300" b="0" i="0" u="none" strike="noStrike" cap="none" normalizeH="0" baseline="0">
                          <a:ln>
                            <a:noFill/>
                          </a:ln>
                          <a:solidFill>
                            <a:schemeClr val="tx1"/>
                          </a:solidFill>
                          <a:effectLst/>
                          <a:latin typeface="Arial" panose="020B0604020202020204" pitchFamily="34" charset="0"/>
                          <a:ea typeface="宋体" panose="02010600030101010101" pitchFamily="2" charset="-122"/>
                        </a:rPr>
                        <a:t>2006</a:t>
                      </a:r>
                    </a:p>
                  </a:txBody>
                  <a:tcPr marL="46101" marR="46101" marT="23051" marB="2305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105000"/>
                        </a:lnSpc>
                        <a:spcBef>
                          <a:spcPct val="45000"/>
                        </a:spcBef>
                        <a:buClr>
                          <a:srgbClr val="339966"/>
                        </a:buClr>
                        <a:buSzPct val="120000"/>
                        <a:buFont typeface="Wingdings" pitchFamily="2" charset="2"/>
                        <a:defRPr sz="2400">
                          <a:solidFill>
                            <a:schemeClr val="tx1"/>
                          </a:solidFill>
                          <a:latin typeface="Arial" panose="020B0604020202020204" pitchFamily="34" charset="0"/>
                        </a:defRPr>
                      </a:lvl1pPr>
                      <a:lvl2pPr eaLnBrk="0" hangingPunct="0">
                        <a:spcBef>
                          <a:spcPct val="15000"/>
                        </a:spcBef>
                        <a:buClr>
                          <a:srgbClr val="996633"/>
                        </a:buClr>
                        <a:buSzPct val="120000"/>
                        <a:buFont typeface="Wingdings" pitchFamily="2" charset="2"/>
                        <a:defRPr sz="2300">
                          <a:solidFill>
                            <a:schemeClr val="tx1"/>
                          </a:solidFill>
                          <a:latin typeface="Arial" panose="020B0604020202020204" pitchFamily="34" charset="0"/>
                        </a:defRPr>
                      </a:lvl2pPr>
                      <a:lvl3pPr eaLnBrk="0" hangingPunct="0">
                        <a:spcBef>
                          <a:spcPct val="15000"/>
                        </a:spcBef>
                        <a:buClr>
                          <a:srgbClr val="339966"/>
                        </a:buClr>
                        <a:buSzPct val="120000"/>
                        <a:buFont typeface="Wingdings" pitchFamily="2" charset="2"/>
                        <a:defRPr sz="2100">
                          <a:solidFill>
                            <a:schemeClr val="tx1"/>
                          </a:solidFill>
                          <a:latin typeface="Arial" panose="020B0604020202020204" pitchFamily="34" charset="0"/>
                        </a:defRPr>
                      </a:lvl3pPr>
                      <a:lvl4pPr eaLnBrk="0" hangingPunct="0">
                        <a:spcBef>
                          <a:spcPct val="15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altLang="zh-CN" sz="1300" b="0" i="0" u="none" strike="noStrike" cap="none" normalizeH="0" baseline="0">
                          <a:ln>
                            <a:noFill/>
                          </a:ln>
                          <a:solidFill>
                            <a:schemeClr val="tx1"/>
                          </a:solidFill>
                          <a:effectLst/>
                          <a:latin typeface="Arial" panose="020B0604020202020204" pitchFamily="34" charset="0"/>
                          <a:ea typeface="宋体" panose="02010600030101010101" pitchFamily="2" charset="-122"/>
                        </a:rPr>
                        <a:t>$9</a:t>
                      </a:r>
                    </a:p>
                  </a:txBody>
                  <a:tcPr marL="46101" marR="46101" marT="23051" marB="2305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105000"/>
                        </a:lnSpc>
                        <a:spcBef>
                          <a:spcPct val="45000"/>
                        </a:spcBef>
                        <a:buClr>
                          <a:srgbClr val="339966"/>
                        </a:buClr>
                        <a:buSzPct val="120000"/>
                        <a:buFont typeface="Wingdings" pitchFamily="2" charset="2"/>
                        <a:defRPr sz="2400">
                          <a:solidFill>
                            <a:schemeClr val="tx1"/>
                          </a:solidFill>
                          <a:latin typeface="Arial" panose="020B0604020202020204" pitchFamily="34" charset="0"/>
                        </a:defRPr>
                      </a:lvl1pPr>
                      <a:lvl2pPr eaLnBrk="0" hangingPunct="0">
                        <a:spcBef>
                          <a:spcPct val="15000"/>
                        </a:spcBef>
                        <a:buClr>
                          <a:srgbClr val="996633"/>
                        </a:buClr>
                        <a:buSzPct val="120000"/>
                        <a:buFont typeface="Wingdings" pitchFamily="2" charset="2"/>
                        <a:defRPr sz="2300">
                          <a:solidFill>
                            <a:schemeClr val="tx1"/>
                          </a:solidFill>
                          <a:latin typeface="Arial" panose="020B0604020202020204" pitchFamily="34" charset="0"/>
                        </a:defRPr>
                      </a:lvl2pPr>
                      <a:lvl3pPr eaLnBrk="0" hangingPunct="0">
                        <a:spcBef>
                          <a:spcPct val="15000"/>
                        </a:spcBef>
                        <a:buClr>
                          <a:srgbClr val="339966"/>
                        </a:buClr>
                        <a:buSzPct val="120000"/>
                        <a:buFont typeface="Wingdings" pitchFamily="2" charset="2"/>
                        <a:defRPr sz="2100">
                          <a:solidFill>
                            <a:schemeClr val="tx1"/>
                          </a:solidFill>
                          <a:latin typeface="Arial" panose="020B0604020202020204" pitchFamily="34" charset="0"/>
                        </a:defRPr>
                      </a:lvl3pPr>
                      <a:lvl4pPr eaLnBrk="0" hangingPunct="0">
                        <a:spcBef>
                          <a:spcPct val="15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altLang="zh-CN" sz="1300" b="0" i="0" u="none" strike="noStrike" cap="none" normalizeH="0" baseline="0">
                          <a:ln>
                            <a:noFill/>
                          </a:ln>
                          <a:solidFill>
                            <a:schemeClr val="tx1"/>
                          </a:solidFill>
                          <a:effectLst/>
                          <a:latin typeface="Arial" panose="020B0604020202020204" pitchFamily="34" charset="0"/>
                          <a:ea typeface="宋体" panose="02010600030101010101" pitchFamily="2" charset="-122"/>
                        </a:rPr>
                        <a:t>$6</a:t>
                      </a:r>
                    </a:p>
                  </a:txBody>
                  <a:tcPr marL="46101" marR="46101" marT="23051" marB="2305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948086275"/>
                  </a:ext>
                </a:extLst>
              </a:tr>
            </a:tbl>
          </a:graphicData>
        </a:graphic>
      </p:graphicFrame>
      <p:sp>
        <p:nvSpPr>
          <p:cNvPr id="18462" name="FlagCount" hidden="1">
            <a:hlinkClick r:id="rId2"/>
            <a:extLst>
              <a:ext uri="{FF2B5EF4-FFF2-40B4-BE49-F238E27FC236}">
                <a16:creationId xmlns:a16="http://schemas.microsoft.com/office/drawing/2014/main" id="{3D5FD47F-DA02-7344-0737-FA626F12F216}"/>
              </a:ext>
            </a:extLst>
          </p:cNvPr>
          <p:cNvSpPr>
            <a:spLocks noChangeArrowheads="1"/>
          </p:cNvSpPr>
          <p:nvPr/>
        </p:nvSpPr>
        <p:spPr bwMode="auto">
          <a:xfrm>
            <a:off x="4161896" y="129646"/>
            <a:ext cx="192088" cy="160073"/>
          </a:xfrm>
          <a:prstGeom prst="wedgeRoundRectCallout">
            <a:avLst>
              <a:gd name="adj1" fmla="val -43750"/>
              <a:gd name="adj2" fmla="val 70000"/>
              <a:gd name="adj3" fmla="val 16667"/>
            </a:avLst>
          </a:prstGeom>
          <a:solidFill>
            <a:schemeClr val="accent1">
              <a:alpha val="25000"/>
            </a:schemeClr>
          </a:solidFill>
          <a:ln w="19050">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defTabSz="461040" eaLnBrk="1" fontAlgn="base" hangingPunct="1">
              <a:spcBef>
                <a:spcPct val="0"/>
              </a:spcBef>
              <a:spcAft>
                <a:spcPct val="0"/>
              </a:spcAft>
            </a:pPr>
            <a:r>
              <a:rPr lang="en-US" altLang="zh-CN" sz="706" b="1">
                <a:solidFill>
                  <a:srgbClr val="000000"/>
                </a:solidFill>
                <a:latin typeface="Tahoma" panose="020B0604030504040204" pitchFamily="34" charset="0"/>
                <a:ea typeface="宋体" panose="02010600030101010101" pitchFamily="2" charset="-122"/>
              </a:rPr>
              <a:t>0</a:t>
            </a:r>
          </a:p>
        </p:txBody>
      </p:sp>
      <p:sp>
        <p:nvSpPr>
          <p:cNvPr id="18463" name="Rectangle 32">
            <a:extLst>
              <a:ext uri="{FF2B5EF4-FFF2-40B4-BE49-F238E27FC236}">
                <a16:creationId xmlns:a16="http://schemas.microsoft.com/office/drawing/2014/main" id="{B13BAF92-2CA9-E04C-6B11-839B92F5AF00}"/>
              </a:ext>
            </a:extLst>
          </p:cNvPr>
          <p:cNvSpPr>
            <a:spLocks noChangeArrowheads="1"/>
          </p:cNvSpPr>
          <p:nvPr/>
        </p:nvSpPr>
        <p:spPr bwMode="auto">
          <a:xfrm>
            <a:off x="242511" y="656286"/>
            <a:ext cx="2091352" cy="12101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1040" eaLnBrk="1" fontAlgn="base" hangingPunct="1">
              <a:lnSpc>
                <a:spcPct val="110000"/>
              </a:lnSpc>
              <a:spcBef>
                <a:spcPct val="30000"/>
              </a:spcBef>
              <a:spcAft>
                <a:spcPct val="0"/>
              </a:spcAft>
              <a:buClr>
                <a:srgbClr val="339966"/>
              </a:buClr>
              <a:buSzPct val="120000"/>
            </a:pPr>
            <a:r>
              <a:rPr lang="zh-CN" altLang="zh-CN" sz="1311">
                <a:solidFill>
                  <a:srgbClr val="000000"/>
                </a:solidFill>
                <a:ea typeface="宋体" panose="02010600030101010101" pitchFamily="2" charset="-122"/>
              </a:rPr>
              <a:t>CPI 篮子:  </a:t>
            </a:r>
            <a:br>
              <a:rPr lang="zh-CN" altLang="zh-CN" sz="1311">
                <a:solidFill>
                  <a:srgbClr val="000000"/>
                </a:solidFill>
                <a:ea typeface="宋体" panose="02010600030101010101" pitchFamily="2" charset="-122"/>
              </a:rPr>
            </a:br>
            <a:r>
              <a:rPr lang="zh-CN" altLang="zh-CN" sz="1311">
                <a:solidFill>
                  <a:srgbClr val="000000"/>
                </a:solidFill>
                <a:ea typeface="宋体" panose="02010600030101010101" pitchFamily="2" charset="-122"/>
              </a:rPr>
              <a:t>   {10 磅牛肉, </a:t>
            </a:r>
            <a:br>
              <a:rPr lang="zh-CN" altLang="zh-CN" sz="1311">
                <a:solidFill>
                  <a:srgbClr val="000000"/>
                </a:solidFill>
                <a:ea typeface="宋体" panose="02010600030101010101" pitchFamily="2" charset="-122"/>
              </a:rPr>
            </a:br>
            <a:r>
              <a:rPr lang="zh-CN" altLang="zh-CN" sz="1311">
                <a:solidFill>
                  <a:srgbClr val="000000"/>
                </a:solidFill>
                <a:ea typeface="宋体" panose="02010600030101010101" pitchFamily="2" charset="-122"/>
              </a:rPr>
              <a:t>     20 磅鸡肉}</a:t>
            </a:r>
          </a:p>
          <a:p>
            <a:pPr defTabSz="461040" eaLnBrk="1" fontAlgn="base" hangingPunct="1">
              <a:lnSpc>
                <a:spcPct val="110000"/>
              </a:lnSpc>
              <a:spcBef>
                <a:spcPct val="30000"/>
              </a:spcBef>
              <a:spcAft>
                <a:spcPct val="0"/>
              </a:spcAft>
              <a:buClr>
                <a:srgbClr val="339966"/>
              </a:buClr>
              <a:buSzPct val="120000"/>
            </a:pPr>
            <a:r>
              <a:rPr lang="zh-CN" altLang="zh-CN" sz="1311">
                <a:solidFill>
                  <a:srgbClr val="000000"/>
                </a:solidFill>
                <a:ea typeface="宋体" panose="02010600030101010101" pitchFamily="2" charset="-122"/>
              </a:rPr>
              <a:t>2004年CPI篮子的费用是120 美元，以2004年为基年</a:t>
            </a:r>
          </a:p>
          <a:p>
            <a:pPr defTabSz="461040" eaLnBrk="1" fontAlgn="base" hangingPunct="1">
              <a:lnSpc>
                <a:spcPct val="110000"/>
              </a:lnSpc>
              <a:spcBef>
                <a:spcPct val="30000"/>
              </a:spcBef>
              <a:spcAft>
                <a:spcPct val="0"/>
              </a:spcAft>
              <a:buClr>
                <a:srgbClr val="339966"/>
              </a:buClr>
              <a:buSzPct val="120000"/>
            </a:pPr>
            <a:endParaRPr lang="zh-CN" altLang="zh-CN" sz="1311">
              <a:solidFill>
                <a:srgbClr val="000000"/>
              </a:solidFill>
              <a:ea typeface="宋体" panose="02010600030101010101" pitchFamily="2" charset="-122"/>
            </a:endParaRPr>
          </a:p>
        </p:txBody>
      </p:sp>
      <p:sp>
        <p:nvSpPr>
          <p:cNvPr id="18464" name="Rectangle 33">
            <a:extLst>
              <a:ext uri="{FF2B5EF4-FFF2-40B4-BE49-F238E27FC236}">
                <a16:creationId xmlns:a16="http://schemas.microsoft.com/office/drawing/2014/main" id="{C8D7090C-CDF8-7A5E-ACD9-3B4546F7BC7A}"/>
              </a:ext>
            </a:extLst>
          </p:cNvPr>
          <p:cNvSpPr>
            <a:spLocks noChangeArrowheads="1"/>
          </p:cNvSpPr>
          <p:nvPr/>
        </p:nvSpPr>
        <p:spPr bwMode="auto">
          <a:xfrm>
            <a:off x="268922" y="1948074"/>
            <a:ext cx="4079459" cy="2801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511175" indent="-511175"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257734" indent="-257734" defTabSz="461040" eaLnBrk="1" fontAlgn="base" hangingPunct="1">
              <a:lnSpc>
                <a:spcPct val="105000"/>
              </a:lnSpc>
              <a:spcBef>
                <a:spcPct val="50000"/>
              </a:spcBef>
              <a:spcAft>
                <a:spcPct val="0"/>
              </a:spcAft>
              <a:buClr>
                <a:srgbClr val="990099"/>
              </a:buClr>
            </a:pPr>
            <a:r>
              <a:rPr lang="zh-CN" altLang="zh-CN" sz="1311" b="1">
                <a:solidFill>
                  <a:srgbClr val="339966"/>
                </a:solidFill>
                <a:ea typeface="宋体" panose="02010600030101010101" pitchFamily="2" charset="-122"/>
              </a:rPr>
              <a:t>B.</a:t>
            </a:r>
            <a:r>
              <a:rPr lang="zh-CN" altLang="zh-CN" sz="1361">
                <a:solidFill>
                  <a:srgbClr val="000000"/>
                </a:solidFill>
                <a:ea typeface="宋体" panose="02010600030101010101" pitchFamily="2" charset="-122"/>
              </a:rPr>
              <a:t>2005年到2006年以CPI计算的通货膨胀率是多少</a:t>
            </a:r>
          </a:p>
          <a:p>
            <a:pPr marL="257734" indent="-257734" defTabSz="461040" eaLnBrk="1" fontAlgn="base" hangingPunct="1">
              <a:lnSpc>
                <a:spcPct val="105000"/>
              </a:lnSpc>
              <a:spcBef>
                <a:spcPct val="50000"/>
              </a:spcBef>
              <a:spcAft>
                <a:spcPct val="0"/>
              </a:spcAft>
              <a:buClr>
                <a:srgbClr val="990099"/>
              </a:buClr>
            </a:pPr>
            <a:endParaRPr lang="zh-CN" altLang="zh-CN" sz="1361">
              <a:solidFill>
                <a:srgbClr val="000000"/>
              </a:solidFill>
              <a:ea typeface="宋体" panose="02010600030101010101" pitchFamily="2" charset="-122"/>
            </a:endParaRPr>
          </a:p>
        </p:txBody>
      </p:sp>
      <p:sp>
        <p:nvSpPr>
          <p:cNvPr id="18465" name="Rectangle 34">
            <a:extLst>
              <a:ext uri="{FF2B5EF4-FFF2-40B4-BE49-F238E27FC236}">
                <a16:creationId xmlns:a16="http://schemas.microsoft.com/office/drawing/2014/main" id="{1DBC22A6-3740-ABEA-4CD5-5B236090F015}"/>
              </a:ext>
            </a:extLst>
          </p:cNvPr>
          <p:cNvSpPr>
            <a:spLocks noChangeArrowheads="1"/>
          </p:cNvSpPr>
          <p:nvPr/>
        </p:nvSpPr>
        <p:spPr bwMode="auto">
          <a:xfrm>
            <a:off x="562657" y="2180180"/>
            <a:ext cx="3603241" cy="1130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511175" indent="-511175"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257734" indent="-257734" defTabSz="461040" eaLnBrk="1" fontAlgn="base" hangingPunct="1">
              <a:lnSpc>
                <a:spcPct val="110000"/>
              </a:lnSpc>
              <a:spcBef>
                <a:spcPct val="30000"/>
              </a:spcBef>
              <a:spcAft>
                <a:spcPct val="0"/>
              </a:spcAft>
              <a:buClr>
                <a:srgbClr val="990099"/>
              </a:buClr>
            </a:pPr>
            <a:r>
              <a:rPr lang="zh-CN" altLang="zh-CN" sz="1361">
                <a:solidFill>
                  <a:srgbClr val="000000"/>
                </a:solidFill>
                <a:ea typeface="宋体" panose="02010600030101010101" pitchFamily="2" charset="-122"/>
              </a:rPr>
              <a:t>2006年CPI篮子的费用</a:t>
            </a:r>
            <a:br>
              <a:rPr lang="zh-CN" altLang="zh-CN" sz="1361">
                <a:solidFill>
                  <a:srgbClr val="000000"/>
                </a:solidFill>
                <a:ea typeface="宋体" panose="02010600030101010101" pitchFamily="2" charset="-122"/>
              </a:rPr>
            </a:br>
            <a:r>
              <a:rPr lang="zh-CN" altLang="zh-CN" sz="1361">
                <a:solidFill>
                  <a:srgbClr val="000000"/>
                </a:solidFill>
                <a:ea typeface="宋体" panose="02010600030101010101" pitchFamily="2" charset="-122"/>
              </a:rPr>
              <a:t>= ($9 x 10) + ($6 x 20)  =  $210 </a:t>
            </a:r>
          </a:p>
          <a:p>
            <a:pPr marL="257734" indent="-257734" defTabSz="461040" eaLnBrk="1" fontAlgn="base" hangingPunct="1">
              <a:lnSpc>
                <a:spcPct val="110000"/>
              </a:lnSpc>
              <a:spcBef>
                <a:spcPct val="30000"/>
              </a:spcBef>
              <a:spcAft>
                <a:spcPct val="0"/>
              </a:spcAft>
              <a:buClr>
                <a:srgbClr val="990099"/>
              </a:buClr>
            </a:pPr>
            <a:r>
              <a:rPr lang="zh-CN" altLang="zh-CN" sz="1361">
                <a:solidFill>
                  <a:srgbClr val="000000"/>
                </a:solidFill>
                <a:ea typeface="宋体" panose="02010600030101010101" pitchFamily="2" charset="-122"/>
              </a:rPr>
              <a:t>2006年的CPI =  100 x ($210/$120)  =  175</a:t>
            </a:r>
          </a:p>
          <a:p>
            <a:pPr marL="257734" indent="-257734" defTabSz="461040" eaLnBrk="1" fontAlgn="base" hangingPunct="1">
              <a:lnSpc>
                <a:spcPct val="110000"/>
              </a:lnSpc>
              <a:spcBef>
                <a:spcPct val="30000"/>
              </a:spcBef>
              <a:spcAft>
                <a:spcPct val="0"/>
              </a:spcAft>
              <a:buClr>
                <a:srgbClr val="990099"/>
              </a:buClr>
            </a:pPr>
            <a:r>
              <a:rPr lang="zh-CN" altLang="zh-CN" sz="1361">
                <a:solidFill>
                  <a:srgbClr val="000000"/>
                </a:solidFill>
                <a:ea typeface="宋体" panose="02010600030101010101" pitchFamily="2" charset="-122"/>
              </a:rPr>
              <a:t>CPI通货膨胀率  =  (175 – 125)/125  =  </a:t>
            </a:r>
            <a:r>
              <a:rPr lang="zh-CN" altLang="zh-CN" sz="1361">
                <a:solidFill>
                  <a:srgbClr val="FF0000"/>
                </a:solidFill>
                <a:ea typeface="宋体" panose="02010600030101010101" pitchFamily="2" charset="-122"/>
              </a:rPr>
              <a:t>40%</a:t>
            </a:r>
          </a:p>
        </p:txBody>
      </p:sp>
    </p:spTree>
    <p:extLst>
      <p:ext uri="{BB962C8B-B14F-4D97-AF65-F5344CB8AC3E}">
        <p14:creationId xmlns:p14="http://schemas.microsoft.com/office/powerpoint/2010/main" val="1568739095"/>
      </p:ext>
    </p:extLst>
  </p:cSld>
  <p:clrMapOvr>
    <a:masterClrMapping/>
  </p:clrMapOvr>
  <p:transition spd="med">
    <p:diamon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18465">
                                            <p:txEl>
                                              <p:pRg st="0" end="0"/>
                                            </p:txEl>
                                          </p:spTgt>
                                        </p:tgtEl>
                                        <p:attrNameLst>
                                          <p:attrName>style.visibility</p:attrName>
                                        </p:attrNameLst>
                                      </p:cBhvr>
                                      <p:to>
                                        <p:strVal val="visible"/>
                                      </p:to>
                                    </p:set>
                                    <p:animEffect transition="in" filter="wipe(left)">
                                      <p:cBhvr>
                                        <p:cTn id="7" dur="500"/>
                                        <p:tgtEl>
                                          <p:spTgt spid="18465">
                                            <p:txEl>
                                              <p:pRg st="0" end="0"/>
                                            </p:txEl>
                                          </p:spTgt>
                                        </p:tgtEl>
                                      </p:cBhvr>
                                    </p:animEffect>
                                  </p:childTnLst>
                                  <p:subTnLst>
                                    <p:animClr clrSpc="rgb" dir="cw">
                                      <p:cBhvr override="childStyle">
                                        <p:cTn dur="1" fill="hold" display="0" masterRel="nextClick" afterEffect="1"/>
                                        <p:tgtEl>
                                          <p:spTgt spid="18465">
                                            <p:txEl>
                                              <p:pRg st="0" end="0"/>
                                            </p:txEl>
                                          </p:spTgt>
                                        </p:tgtEl>
                                        <p:attrNameLst>
                                          <p:attrName>ppt_c</p:attrName>
                                        </p:attrNameLst>
                                      </p:cBhvr>
                                      <p:to>
                                        <a:schemeClr val="bg2"/>
                                      </p:to>
                                    </p:animClr>
                                  </p:sub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18465">
                                            <p:txEl>
                                              <p:pRg st="1" end="1"/>
                                            </p:txEl>
                                          </p:spTgt>
                                        </p:tgtEl>
                                        <p:attrNameLst>
                                          <p:attrName>style.visibility</p:attrName>
                                        </p:attrNameLst>
                                      </p:cBhvr>
                                      <p:to>
                                        <p:strVal val="visible"/>
                                      </p:to>
                                    </p:set>
                                    <p:animEffect transition="in" filter="wipe(left)">
                                      <p:cBhvr>
                                        <p:cTn id="12" dur="500"/>
                                        <p:tgtEl>
                                          <p:spTgt spid="18465">
                                            <p:txEl>
                                              <p:pRg st="1" end="1"/>
                                            </p:txEl>
                                          </p:spTgt>
                                        </p:tgtEl>
                                      </p:cBhvr>
                                    </p:animEffect>
                                  </p:childTnLst>
                                  <p:subTnLst>
                                    <p:animClr clrSpc="rgb" dir="cw">
                                      <p:cBhvr override="childStyle">
                                        <p:cTn dur="1" fill="hold" display="0" masterRel="nextClick" afterEffect="1"/>
                                        <p:tgtEl>
                                          <p:spTgt spid="18465">
                                            <p:txEl>
                                              <p:pRg st="1" end="1"/>
                                            </p:txEl>
                                          </p:spTgt>
                                        </p:tgtEl>
                                        <p:attrNameLst>
                                          <p:attrName>ppt_c</p:attrName>
                                        </p:attrNameLst>
                                      </p:cBhvr>
                                      <p:to>
                                        <a:schemeClr val="bg2"/>
                                      </p:to>
                                    </p:animClr>
                                  </p:sub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18465">
                                            <p:txEl>
                                              <p:pRg st="2" end="2"/>
                                            </p:txEl>
                                          </p:spTgt>
                                        </p:tgtEl>
                                        <p:attrNameLst>
                                          <p:attrName>style.visibility</p:attrName>
                                        </p:attrNameLst>
                                      </p:cBhvr>
                                      <p:to>
                                        <p:strVal val="visible"/>
                                      </p:to>
                                    </p:set>
                                    <p:animEffect transition="in" filter="wipe(left)">
                                      <p:cBhvr>
                                        <p:cTn id="17" dur="500"/>
                                        <p:tgtEl>
                                          <p:spTgt spid="1846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65" grpId="0" build="p" autoUpdateAnimBg="0"/>
    </p:bldLst>
  </p:timing>
</p:sld>
</file>

<file path=ppt/slides/slide1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9458" name="页脚占位符 1">
            <a:extLst>
              <a:ext uri="{FF2B5EF4-FFF2-40B4-BE49-F238E27FC236}">
                <a16:creationId xmlns:a16="http://schemas.microsoft.com/office/drawing/2014/main" id="{3D98C5F0-9AC0-C5D1-F6BB-A1A1AF4CD590}"/>
              </a:ext>
            </a:extLst>
          </p:cNvPr>
          <p:cNvSpPr txBox="1">
            <a:spLocks noGrp="1" noChangeArrowheads="1"/>
          </p:cNvSpPr>
          <p:nvPr/>
        </p:nvSpPr>
        <p:spPr bwMode="auto">
          <a:xfrm>
            <a:off x="144066" y="3224656"/>
            <a:ext cx="3698485" cy="1848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1040" eaLnBrk="1" fontAlgn="base" hangingPunct="1">
              <a:spcBef>
                <a:spcPct val="0"/>
              </a:spcBef>
              <a:spcAft>
                <a:spcPct val="0"/>
              </a:spcAft>
            </a:pPr>
            <a:r>
              <a:rPr lang="en-US" altLang="zh-CN" sz="908" i="1">
                <a:solidFill>
                  <a:srgbClr val="777777"/>
                </a:solidFill>
                <a:ea typeface="宋体" panose="02010600030101010101" pitchFamily="2" charset="-122"/>
              </a:rPr>
              <a:t>MEASURING THE COST OF LIVING</a:t>
            </a:r>
          </a:p>
        </p:txBody>
      </p:sp>
      <p:sp>
        <p:nvSpPr>
          <p:cNvPr id="19459" name="灯片编号占位符 2">
            <a:extLst>
              <a:ext uri="{FF2B5EF4-FFF2-40B4-BE49-F238E27FC236}">
                <a16:creationId xmlns:a16="http://schemas.microsoft.com/office/drawing/2014/main" id="{433D0E73-7936-ABD6-AD54-1D2F0EF00EA1}"/>
              </a:ext>
            </a:extLst>
          </p:cNvPr>
          <p:cNvSpPr txBox="1">
            <a:spLocks noGrp="1" noChangeArrowheads="1"/>
          </p:cNvSpPr>
          <p:nvPr/>
        </p:nvSpPr>
        <p:spPr bwMode="auto">
          <a:xfrm>
            <a:off x="4185907" y="3215851"/>
            <a:ext cx="344957" cy="1856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defTabSz="461040" eaLnBrk="1" fontAlgn="base" hangingPunct="1">
              <a:spcBef>
                <a:spcPct val="0"/>
              </a:spcBef>
              <a:spcAft>
                <a:spcPct val="0"/>
              </a:spcAft>
            </a:pPr>
            <a:fld id="{8D42E11E-0625-1E4C-AEEA-4646781FF445}" type="slidenum">
              <a:rPr lang="zh-CN" altLang="zh-CN" sz="857">
                <a:solidFill>
                  <a:srgbClr val="777777"/>
                </a:solidFill>
                <a:ea typeface="宋体" panose="02010600030101010101" pitchFamily="2" charset="-122"/>
              </a:rPr>
              <a:pPr algn="r" defTabSz="461040" eaLnBrk="1" fontAlgn="base" hangingPunct="1">
                <a:spcBef>
                  <a:spcPct val="0"/>
                </a:spcBef>
                <a:spcAft>
                  <a:spcPct val="0"/>
                </a:spcAft>
              </a:pPr>
              <a:t>10</a:t>
            </a:fld>
            <a:endParaRPr lang="en-US" altLang="zh-CN" sz="857">
              <a:solidFill>
                <a:srgbClr val="777777"/>
              </a:solidFill>
              <a:ea typeface="宋体" panose="02010600030101010101" pitchFamily="2" charset="-122"/>
            </a:endParaRPr>
          </a:p>
        </p:txBody>
      </p:sp>
      <p:sp>
        <p:nvSpPr>
          <p:cNvPr id="19460" name="Rectangle 4">
            <a:extLst>
              <a:ext uri="{FF2B5EF4-FFF2-40B4-BE49-F238E27FC236}">
                <a16:creationId xmlns:a16="http://schemas.microsoft.com/office/drawing/2014/main" id="{0C391C5B-F9E7-B287-6F6B-C9190389EB66}"/>
              </a:ext>
            </a:extLst>
          </p:cNvPr>
          <p:cNvSpPr>
            <a:spLocks noGrp="1" noChangeArrowheads="1"/>
          </p:cNvSpPr>
          <p:nvPr>
            <p:ph type="title" idx="4294967295"/>
          </p:nvPr>
        </p:nvSpPr>
        <p:spPr>
          <a:xfrm>
            <a:off x="230505" y="117641"/>
            <a:ext cx="4149090" cy="327349"/>
          </a:xfrm>
        </p:spPr>
        <p:txBody>
          <a:bodyPr/>
          <a:lstStyle/>
          <a:p>
            <a:pPr eaLnBrk="1" hangingPunct="1"/>
            <a:r>
              <a:rPr lang="en-US" altLang="zh-CN" sz="1815">
                <a:ea typeface="宋体" panose="02010600030101010101" pitchFamily="2" charset="-122"/>
              </a:rPr>
              <a:t>CPI</a:t>
            </a:r>
            <a:r>
              <a:rPr lang="zh-CN" altLang="zh-CN" sz="1815">
                <a:ea typeface="宋体" panose="02010600030101010101" pitchFamily="2" charset="-122"/>
              </a:rPr>
              <a:t>的篮子中有些什么</a:t>
            </a:r>
            <a:r>
              <a:rPr lang="en-US" altLang="zh-CN" sz="1815">
                <a:ea typeface="宋体" panose="02010600030101010101" pitchFamily="2" charset="-122"/>
              </a:rPr>
              <a:t>?</a:t>
            </a:r>
          </a:p>
        </p:txBody>
      </p:sp>
      <p:graphicFrame>
        <p:nvGraphicFramePr>
          <p:cNvPr id="19461" name="Object 5">
            <a:extLst>
              <a:ext uri="{FF2B5EF4-FFF2-40B4-BE49-F238E27FC236}">
                <a16:creationId xmlns:a16="http://schemas.microsoft.com/office/drawing/2014/main" id="{0145AB9F-105A-1867-94E0-2774225E9911}"/>
              </a:ext>
            </a:extLst>
          </p:cNvPr>
          <p:cNvGraphicFramePr>
            <a:graphicFrameLocks noGrp="1" noChangeAspect="1"/>
          </p:cNvGraphicFramePr>
          <p:nvPr>
            <p:ph idx="4294967295"/>
          </p:nvPr>
        </p:nvGraphicFramePr>
        <p:xfrm>
          <a:off x="48022" y="407373"/>
          <a:ext cx="4535666" cy="2875710"/>
        </p:xfrm>
        <a:graphic>
          <a:graphicData uri="http://schemas.openxmlformats.org/presentationml/2006/ole">
            <mc:AlternateContent xmlns:mc="http://schemas.openxmlformats.org/markup-compatibility/2006">
              <mc:Choice xmlns:v="urn:schemas-microsoft-com:vml" Requires="v">
                <p:oleObj r:id="rId3" imgW="9067800" imgH="5753100" progId="MSGraph.Chart.8">
                  <p:embed/>
                </p:oleObj>
              </mc:Choice>
              <mc:Fallback>
                <p:oleObj r:id="rId3" imgW="9067800" imgH="5753100" progId="MSGraph.Chart.8">
                  <p:embed/>
                  <p:pic>
                    <p:nvPicPr>
                      <p:cNvPr id="19461" name="Object 5">
                        <a:extLst>
                          <a:ext uri="{FF2B5EF4-FFF2-40B4-BE49-F238E27FC236}">
                            <a16:creationId xmlns:a16="http://schemas.microsoft.com/office/drawing/2014/main" id="{0145AB9F-105A-1867-94E0-2774225E9911}"/>
                          </a:ext>
                        </a:extLst>
                      </p:cNvPr>
                      <p:cNvPicPr>
                        <a:picLocks noGrp="1"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022" y="407373"/>
                        <a:ext cx="4535666" cy="2875710"/>
                      </a:xfrm>
                      <a:prstGeom prst="rect">
                        <a:avLst/>
                      </a:prstGeom>
                      <a:ln>
                        <a:noFill/>
                      </a:ln>
                      <a:extLs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9462" name="FlagCount" hidden="1">
            <a:hlinkClick r:id="rId5" action="ppaction://hlinkfile"/>
            <a:extLst>
              <a:ext uri="{FF2B5EF4-FFF2-40B4-BE49-F238E27FC236}">
                <a16:creationId xmlns:a16="http://schemas.microsoft.com/office/drawing/2014/main" id="{3317657D-EBB6-EBB5-BC21-E725A60DEC42}"/>
              </a:ext>
            </a:extLst>
          </p:cNvPr>
          <p:cNvSpPr>
            <a:spLocks noChangeArrowheads="1"/>
          </p:cNvSpPr>
          <p:nvPr/>
        </p:nvSpPr>
        <p:spPr bwMode="auto">
          <a:xfrm>
            <a:off x="4161896" y="129646"/>
            <a:ext cx="192088" cy="160073"/>
          </a:xfrm>
          <a:prstGeom prst="wedgeRoundRectCallout">
            <a:avLst>
              <a:gd name="adj1" fmla="val -43750"/>
              <a:gd name="adj2" fmla="val 70000"/>
              <a:gd name="adj3" fmla="val 16667"/>
            </a:avLst>
          </a:prstGeom>
          <a:solidFill>
            <a:schemeClr val="accent1">
              <a:alpha val="25000"/>
            </a:schemeClr>
          </a:solidFill>
          <a:ln w="19050">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defTabSz="461040" eaLnBrk="1" fontAlgn="base" hangingPunct="1">
              <a:spcBef>
                <a:spcPct val="0"/>
              </a:spcBef>
              <a:spcAft>
                <a:spcPct val="0"/>
              </a:spcAft>
            </a:pPr>
            <a:r>
              <a:rPr lang="en-US" altLang="zh-CN" sz="706" b="1">
                <a:solidFill>
                  <a:srgbClr val="000000"/>
                </a:solidFill>
                <a:latin typeface="Tahoma" panose="020B0604030504040204" pitchFamily="34" charset="0"/>
                <a:ea typeface="宋体" panose="02010600030101010101" pitchFamily="2" charset="-122"/>
              </a:rPr>
              <a:t>0</a:t>
            </a: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19461"/>
                                        </p:tgtEl>
                                        <p:attrNameLst>
                                          <p:attrName>style.visibility</p:attrName>
                                        </p:attrNameLst>
                                      </p:cBhvr>
                                      <p:to>
                                        <p:strVal val="visible"/>
                                      </p:to>
                                    </p:set>
                                    <p:animEffect transition="in" filter="fade">
                                      <p:cBhvr>
                                        <p:cTn id="7" dur="500"/>
                                        <p:tgtEl>
                                          <p:spTgt spid="1946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nodeType="clickEffect">
                                  <p:stCondLst>
                                    <p:cond delay="0"/>
                                  </p:stCondLst>
                                  <p:childTnLst>
                                    <p:set>
                                      <p:cBhvr>
                                        <p:cTn id="11" dur="1" fill="hold">
                                          <p:stCondLst>
                                            <p:cond delay="0"/>
                                          </p:stCondLst>
                                        </p:cTn>
                                        <p:tgtEl>
                                          <p:spTgt spid="19461"/>
                                        </p:tgtEl>
                                        <p:attrNameLst>
                                          <p:attrName>style.visibility</p:attrName>
                                        </p:attrNameLst>
                                      </p:cBhvr>
                                      <p:to>
                                        <p:strVal val="visible"/>
                                      </p:to>
                                    </p:set>
                                    <p:animEffect transition="in" filter="fade">
                                      <p:cBhvr>
                                        <p:cTn id="12" dur="500"/>
                                        <p:tgtEl>
                                          <p:spTgt spid="19461"/>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0" presetClass="entr" presetSubtype="0" fill="hold" nodeType="clickEffect">
                                  <p:stCondLst>
                                    <p:cond delay="0"/>
                                  </p:stCondLst>
                                  <p:childTnLst>
                                    <p:set>
                                      <p:cBhvr>
                                        <p:cTn id="16" dur="1" fill="hold">
                                          <p:stCondLst>
                                            <p:cond delay="0"/>
                                          </p:stCondLst>
                                        </p:cTn>
                                        <p:tgtEl>
                                          <p:spTgt spid="19461"/>
                                        </p:tgtEl>
                                        <p:attrNameLst>
                                          <p:attrName>style.visibility</p:attrName>
                                        </p:attrNameLst>
                                      </p:cBhvr>
                                      <p:to>
                                        <p:strVal val="visible"/>
                                      </p:to>
                                    </p:set>
                                    <p:animEffect transition="in" filter="fade">
                                      <p:cBhvr>
                                        <p:cTn id="17" dur="500"/>
                                        <p:tgtEl>
                                          <p:spTgt spid="19461"/>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0" presetClass="entr" presetSubtype="0" fill="hold" nodeType="clickEffect">
                                  <p:stCondLst>
                                    <p:cond delay="0"/>
                                  </p:stCondLst>
                                  <p:childTnLst>
                                    <p:set>
                                      <p:cBhvr>
                                        <p:cTn id="21" dur="1" fill="hold">
                                          <p:stCondLst>
                                            <p:cond delay="0"/>
                                          </p:stCondLst>
                                        </p:cTn>
                                        <p:tgtEl>
                                          <p:spTgt spid="19461"/>
                                        </p:tgtEl>
                                        <p:attrNameLst>
                                          <p:attrName>style.visibility</p:attrName>
                                        </p:attrNameLst>
                                      </p:cBhvr>
                                      <p:to>
                                        <p:strVal val="visible"/>
                                      </p:to>
                                    </p:set>
                                    <p:animEffect transition="in" filter="fade">
                                      <p:cBhvr>
                                        <p:cTn id="22" dur="500"/>
                                        <p:tgtEl>
                                          <p:spTgt spid="19461"/>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0" presetClass="entr" presetSubtype="0" fill="hold" nodeType="clickEffect">
                                  <p:stCondLst>
                                    <p:cond delay="0"/>
                                  </p:stCondLst>
                                  <p:childTnLst>
                                    <p:set>
                                      <p:cBhvr>
                                        <p:cTn id="26" dur="1" fill="hold">
                                          <p:stCondLst>
                                            <p:cond delay="0"/>
                                          </p:stCondLst>
                                        </p:cTn>
                                        <p:tgtEl>
                                          <p:spTgt spid="19461"/>
                                        </p:tgtEl>
                                        <p:attrNameLst>
                                          <p:attrName>style.visibility</p:attrName>
                                        </p:attrNameLst>
                                      </p:cBhvr>
                                      <p:to>
                                        <p:strVal val="visible"/>
                                      </p:to>
                                    </p:set>
                                    <p:animEffect transition="in" filter="fade">
                                      <p:cBhvr>
                                        <p:cTn id="27" dur="500"/>
                                        <p:tgtEl>
                                          <p:spTgt spid="19461"/>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10" presetClass="entr" presetSubtype="0" fill="hold" nodeType="clickEffect">
                                  <p:stCondLst>
                                    <p:cond delay="0"/>
                                  </p:stCondLst>
                                  <p:childTnLst>
                                    <p:set>
                                      <p:cBhvr>
                                        <p:cTn id="31" dur="1" fill="hold">
                                          <p:stCondLst>
                                            <p:cond delay="0"/>
                                          </p:stCondLst>
                                        </p:cTn>
                                        <p:tgtEl>
                                          <p:spTgt spid="19461"/>
                                        </p:tgtEl>
                                        <p:attrNameLst>
                                          <p:attrName>style.visibility</p:attrName>
                                        </p:attrNameLst>
                                      </p:cBhvr>
                                      <p:to>
                                        <p:strVal val="visible"/>
                                      </p:to>
                                    </p:set>
                                    <p:animEffect transition="in" filter="fade">
                                      <p:cBhvr>
                                        <p:cTn id="32" dur="500"/>
                                        <p:tgtEl>
                                          <p:spTgt spid="19461"/>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10" presetClass="entr" presetSubtype="0" fill="hold" nodeType="clickEffect">
                                  <p:stCondLst>
                                    <p:cond delay="0"/>
                                  </p:stCondLst>
                                  <p:childTnLst>
                                    <p:set>
                                      <p:cBhvr>
                                        <p:cTn id="36" dur="1" fill="hold">
                                          <p:stCondLst>
                                            <p:cond delay="0"/>
                                          </p:stCondLst>
                                        </p:cTn>
                                        <p:tgtEl>
                                          <p:spTgt spid="19461"/>
                                        </p:tgtEl>
                                        <p:attrNameLst>
                                          <p:attrName>style.visibility</p:attrName>
                                        </p:attrNameLst>
                                      </p:cBhvr>
                                      <p:to>
                                        <p:strVal val="visible"/>
                                      </p:to>
                                    </p:set>
                                    <p:animEffect transition="in" filter="fade">
                                      <p:cBhvr>
                                        <p:cTn id="37" dur="500"/>
                                        <p:tgtEl>
                                          <p:spTgt spid="19461"/>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10" presetClass="entr" presetSubtype="0" fill="hold" nodeType="clickEffect">
                                  <p:stCondLst>
                                    <p:cond delay="0"/>
                                  </p:stCondLst>
                                  <p:childTnLst>
                                    <p:set>
                                      <p:cBhvr>
                                        <p:cTn id="41" dur="1" fill="hold">
                                          <p:stCondLst>
                                            <p:cond delay="0"/>
                                          </p:stCondLst>
                                        </p:cTn>
                                        <p:tgtEl>
                                          <p:spTgt spid="19461"/>
                                        </p:tgtEl>
                                        <p:attrNameLst>
                                          <p:attrName>style.visibility</p:attrName>
                                        </p:attrNameLst>
                                      </p:cBhvr>
                                      <p:to>
                                        <p:strVal val="visible"/>
                                      </p:to>
                                    </p:set>
                                    <p:animEffect transition="in" filter="fade">
                                      <p:cBhvr>
                                        <p:cTn id="42" dur="500"/>
                                        <p:tgtEl>
                                          <p:spTgt spid="194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B7C230D9-4922-7970-203F-5BBE87D4638B}"/>
              </a:ext>
            </a:extLst>
          </p:cNvPr>
          <p:cNvPicPr>
            <a:picLocks noChangeAspect="1"/>
          </p:cNvPicPr>
          <p:nvPr/>
        </p:nvPicPr>
        <p:blipFill>
          <a:blip r:embed="rId2"/>
          <a:stretch>
            <a:fillRect/>
          </a:stretch>
        </p:blipFill>
        <p:spPr>
          <a:xfrm>
            <a:off x="0" y="471047"/>
            <a:ext cx="4610100" cy="2589565"/>
          </a:xfrm>
          <a:prstGeom prst="rect">
            <a:avLst/>
          </a:prstGeom>
        </p:spPr>
      </p:pic>
      <p:sp>
        <p:nvSpPr>
          <p:cNvPr id="3" name="Rectangle 2">
            <a:extLst>
              <a:ext uri="{FF2B5EF4-FFF2-40B4-BE49-F238E27FC236}">
                <a16:creationId xmlns:a16="http://schemas.microsoft.com/office/drawing/2014/main" id="{35122FA0-C880-057E-38E7-B6ECA6729B08}"/>
              </a:ext>
            </a:extLst>
          </p:cNvPr>
          <p:cNvSpPr txBox="1">
            <a:spLocks noChangeArrowheads="1"/>
          </p:cNvSpPr>
          <p:nvPr/>
        </p:nvSpPr>
        <p:spPr bwMode="auto">
          <a:xfrm>
            <a:off x="172879" y="127376"/>
            <a:ext cx="4240332" cy="3436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1916" b="1" kern="1200">
                <a:solidFill>
                  <a:srgbClr val="333399"/>
                </a:solidFill>
                <a:latin typeface="+mj-lt"/>
                <a:ea typeface="+mj-ea"/>
                <a:cs typeface="+mj-cs"/>
              </a:defRPr>
            </a:lvl1pPr>
            <a:lvl2pPr algn="ctr" rtl="0" eaLnBrk="0" fontAlgn="base" hangingPunct="0">
              <a:spcBef>
                <a:spcPct val="0"/>
              </a:spcBef>
              <a:spcAft>
                <a:spcPct val="0"/>
              </a:spcAft>
              <a:defRPr sz="1916" b="1">
                <a:solidFill>
                  <a:srgbClr val="333399"/>
                </a:solidFill>
                <a:latin typeface="Book Antiqua" panose="02040602050305030304" pitchFamily="18" charset="0"/>
              </a:defRPr>
            </a:lvl2pPr>
            <a:lvl3pPr algn="ctr" rtl="0" eaLnBrk="0" fontAlgn="base" hangingPunct="0">
              <a:spcBef>
                <a:spcPct val="0"/>
              </a:spcBef>
              <a:spcAft>
                <a:spcPct val="0"/>
              </a:spcAft>
              <a:defRPr sz="1916" b="1">
                <a:solidFill>
                  <a:srgbClr val="333399"/>
                </a:solidFill>
                <a:latin typeface="Book Antiqua" panose="02040602050305030304" pitchFamily="18" charset="0"/>
              </a:defRPr>
            </a:lvl3pPr>
            <a:lvl4pPr algn="ctr" rtl="0" eaLnBrk="0" fontAlgn="base" hangingPunct="0">
              <a:spcBef>
                <a:spcPct val="0"/>
              </a:spcBef>
              <a:spcAft>
                <a:spcPct val="0"/>
              </a:spcAft>
              <a:defRPr sz="1916" b="1">
                <a:solidFill>
                  <a:srgbClr val="333399"/>
                </a:solidFill>
                <a:latin typeface="Book Antiqua" panose="02040602050305030304" pitchFamily="18" charset="0"/>
              </a:defRPr>
            </a:lvl4pPr>
            <a:lvl5pPr algn="ctr" rtl="0" eaLnBrk="0" fontAlgn="base" hangingPunct="0">
              <a:spcBef>
                <a:spcPct val="0"/>
              </a:spcBef>
              <a:spcAft>
                <a:spcPct val="0"/>
              </a:spcAft>
              <a:defRPr sz="1916" b="1">
                <a:solidFill>
                  <a:srgbClr val="333399"/>
                </a:solidFill>
                <a:latin typeface="Book Antiqua" panose="02040602050305030304" pitchFamily="18" charset="0"/>
              </a:defRPr>
            </a:lvl5pPr>
            <a:lvl6pPr marL="230520" algn="ctr" rtl="0" eaLnBrk="0" fontAlgn="base" hangingPunct="0">
              <a:spcBef>
                <a:spcPct val="0"/>
              </a:spcBef>
              <a:spcAft>
                <a:spcPct val="0"/>
              </a:spcAft>
              <a:defRPr sz="1916" b="1">
                <a:solidFill>
                  <a:srgbClr val="333399"/>
                </a:solidFill>
                <a:latin typeface="Book Antiqua" panose="02040602050305030304" pitchFamily="18" charset="0"/>
              </a:defRPr>
            </a:lvl6pPr>
            <a:lvl7pPr marL="461040" algn="ctr" rtl="0" eaLnBrk="0" fontAlgn="base" hangingPunct="0">
              <a:spcBef>
                <a:spcPct val="0"/>
              </a:spcBef>
              <a:spcAft>
                <a:spcPct val="0"/>
              </a:spcAft>
              <a:defRPr sz="1916" b="1">
                <a:solidFill>
                  <a:srgbClr val="333399"/>
                </a:solidFill>
                <a:latin typeface="Book Antiqua" panose="02040602050305030304" pitchFamily="18" charset="0"/>
              </a:defRPr>
            </a:lvl7pPr>
            <a:lvl8pPr marL="691561" algn="ctr" rtl="0" eaLnBrk="0" fontAlgn="base" hangingPunct="0">
              <a:spcBef>
                <a:spcPct val="0"/>
              </a:spcBef>
              <a:spcAft>
                <a:spcPct val="0"/>
              </a:spcAft>
              <a:defRPr sz="1916" b="1">
                <a:solidFill>
                  <a:srgbClr val="333399"/>
                </a:solidFill>
                <a:latin typeface="Book Antiqua" panose="02040602050305030304" pitchFamily="18" charset="0"/>
              </a:defRPr>
            </a:lvl8pPr>
            <a:lvl9pPr marL="922081" algn="ctr" rtl="0" eaLnBrk="0" fontAlgn="base" hangingPunct="0">
              <a:spcBef>
                <a:spcPct val="0"/>
              </a:spcBef>
              <a:spcAft>
                <a:spcPct val="0"/>
              </a:spcAft>
              <a:defRPr sz="1916" b="1">
                <a:solidFill>
                  <a:srgbClr val="333399"/>
                </a:solidFill>
                <a:latin typeface="Book Antiqua" panose="02040602050305030304" pitchFamily="18" charset="0"/>
              </a:defRPr>
            </a:lvl9pPr>
          </a:lstStyle>
          <a:p>
            <a:pPr eaLnBrk="1" hangingPunct="1"/>
            <a:r>
              <a:rPr lang="zh-CN" altLang="en-US" sz="1815" dirty="0">
                <a:ea typeface="宋体" panose="02010600030101010101" pitchFamily="2" charset="-122"/>
              </a:rPr>
              <a:t>我国的居民</a:t>
            </a:r>
            <a:r>
              <a:rPr lang="zh-CN" altLang="zh-CN" sz="1815" dirty="0">
                <a:ea typeface="宋体" panose="02010600030101010101" pitchFamily="2" charset="-122"/>
              </a:rPr>
              <a:t>消费</a:t>
            </a:r>
            <a:r>
              <a:rPr lang="zh-CN" altLang="en-US" sz="1815" dirty="0">
                <a:ea typeface="宋体" panose="02010600030101010101" pitchFamily="2" charset="-122"/>
              </a:rPr>
              <a:t>价格</a:t>
            </a:r>
            <a:r>
              <a:rPr lang="zh-CN" altLang="zh-CN" sz="1815" dirty="0">
                <a:ea typeface="宋体" panose="02010600030101010101" pitchFamily="2" charset="-122"/>
              </a:rPr>
              <a:t>指数</a:t>
            </a:r>
          </a:p>
        </p:txBody>
      </p:sp>
    </p:spTree>
    <p:extLst>
      <p:ext uri="{BB962C8B-B14F-4D97-AF65-F5344CB8AC3E}">
        <p14:creationId xmlns:p14="http://schemas.microsoft.com/office/powerpoint/2010/main" val="386611000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75790515-3F28-3C1B-29FE-CFCE297B247F}"/>
              </a:ext>
            </a:extLst>
          </p:cNvPr>
          <p:cNvPicPr>
            <a:picLocks noChangeAspect="1"/>
          </p:cNvPicPr>
          <p:nvPr/>
        </p:nvPicPr>
        <p:blipFill rotWithShape="1">
          <a:blip r:embed="rId2"/>
          <a:srcRect t="14564"/>
          <a:stretch/>
        </p:blipFill>
        <p:spPr>
          <a:xfrm>
            <a:off x="0" y="938287"/>
            <a:ext cx="4610100" cy="1689694"/>
          </a:xfrm>
          <a:prstGeom prst="rect">
            <a:avLst/>
          </a:prstGeom>
        </p:spPr>
      </p:pic>
      <p:sp>
        <p:nvSpPr>
          <p:cNvPr id="4" name="文本框 3">
            <a:extLst>
              <a:ext uri="{FF2B5EF4-FFF2-40B4-BE49-F238E27FC236}">
                <a16:creationId xmlns:a16="http://schemas.microsoft.com/office/drawing/2014/main" id="{1AF3B097-40BB-AD6D-DE32-6EA42F6A10E8}"/>
              </a:ext>
            </a:extLst>
          </p:cNvPr>
          <p:cNvSpPr txBox="1"/>
          <p:nvPr/>
        </p:nvSpPr>
        <p:spPr>
          <a:xfrm>
            <a:off x="576858" y="938287"/>
            <a:ext cx="3888996" cy="230832"/>
          </a:xfrm>
          <a:prstGeom prst="rect">
            <a:avLst/>
          </a:prstGeom>
          <a:noFill/>
        </p:spPr>
        <p:txBody>
          <a:bodyPr wrap="square">
            <a:spAutoFit/>
          </a:bodyPr>
          <a:lstStyle/>
          <a:p>
            <a:pPr algn="ctr"/>
            <a:r>
              <a:rPr lang="zh-CN" altLang="en-US" sz="900" b="1" dirty="0">
                <a:solidFill>
                  <a:srgbClr val="333333"/>
                </a:solidFill>
                <a:latin typeface="Times New Roman" panose="02020603050405020304" pitchFamily="18" charset="0"/>
                <a:ea typeface="宋体" panose="02010600030101010101" pitchFamily="2" charset="-122"/>
              </a:rPr>
              <a:t>表 我国</a:t>
            </a:r>
            <a:r>
              <a:rPr lang="en-US" altLang="zh-CN" sz="900" b="1" i="0" u="none" strike="noStrike" dirty="0">
                <a:solidFill>
                  <a:srgbClr val="333333"/>
                </a:solidFill>
                <a:effectLst/>
                <a:latin typeface="Times New Roman" panose="02020603050405020304" pitchFamily="18" charset="0"/>
                <a:ea typeface="宋体" panose="02010600030101010101" pitchFamily="2" charset="-122"/>
              </a:rPr>
              <a:t>2021</a:t>
            </a:r>
            <a:r>
              <a:rPr lang="zh-CN" altLang="en-US" sz="900" b="1" i="0" u="none" strike="noStrike" dirty="0">
                <a:solidFill>
                  <a:srgbClr val="333333"/>
                </a:solidFill>
                <a:effectLst/>
                <a:latin typeface="宋体" panose="02010600030101010101" pitchFamily="2" charset="-122"/>
                <a:ea typeface="宋体" panose="02010600030101010101" pitchFamily="2" charset="-122"/>
              </a:rPr>
              <a:t>年居民消费价格比上年涨跌幅度</a:t>
            </a:r>
            <a:endParaRPr lang="zh-CN" altLang="en-US" sz="900" dirty="0"/>
          </a:p>
        </p:txBody>
      </p:sp>
      <p:sp>
        <p:nvSpPr>
          <p:cNvPr id="5" name="Rectangle 2">
            <a:extLst>
              <a:ext uri="{FF2B5EF4-FFF2-40B4-BE49-F238E27FC236}">
                <a16:creationId xmlns:a16="http://schemas.microsoft.com/office/drawing/2014/main" id="{70CE962B-D13D-1717-909B-D327E14F7DBF}"/>
              </a:ext>
            </a:extLst>
          </p:cNvPr>
          <p:cNvSpPr txBox="1">
            <a:spLocks noChangeArrowheads="1"/>
          </p:cNvSpPr>
          <p:nvPr/>
        </p:nvSpPr>
        <p:spPr bwMode="auto">
          <a:xfrm>
            <a:off x="184884" y="218207"/>
            <a:ext cx="4240332" cy="3436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1916" b="1" kern="1200">
                <a:solidFill>
                  <a:srgbClr val="333399"/>
                </a:solidFill>
                <a:latin typeface="+mj-lt"/>
                <a:ea typeface="+mj-ea"/>
                <a:cs typeface="+mj-cs"/>
              </a:defRPr>
            </a:lvl1pPr>
            <a:lvl2pPr algn="ctr" rtl="0" eaLnBrk="0" fontAlgn="base" hangingPunct="0">
              <a:spcBef>
                <a:spcPct val="0"/>
              </a:spcBef>
              <a:spcAft>
                <a:spcPct val="0"/>
              </a:spcAft>
              <a:defRPr sz="1916" b="1">
                <a:solidFill>
                  <a:srgbClr val="333399"/>
                </a:solidFill>
                <a:latin typeface="Book Antiqua" panose="02040602050305030304" pitchFamily="18" charset="0"/>
              </a:defRPr>
            </a:lvl2pPr>
            <a:lvl3pPr algn="ctr" rtl="0" eaLnBrk="0" fontAlgn="base" hangingPunct="0">
              <a:spcBef>
                <a:spcPct val="0"/>
              </a:spcBef>
              <a:spcAft>
                <a:spcPct val="0"/>
              </a:spcAft>
              <a:defRPr sz="1916" b="1">
                <a:solidFill>
                  <a:srgbClr val="333399"/>
                </a:solidFill>
                <a:latin typeface="Book Antiqua" panose="02040602050305030304" pitchFamily="18" charset="0"/>
              </a:defRPr>
            </a:lvl3pPr>
            <a:lvl4pPr algn="ctr" rtl="0" eaLnBrk="0" fontAlgn="base" hangingPunct="0">
              <a:spcBef>
                <a:spcPct val="0"/>
              </a:spcBef>
              <a:spcAft>
                <a:spcPct val="0"/>
              </a:spcAft>
              <a:defRPr sz="1916" b="1">
                <a:solidFill>
                  <a:srgbClr val="333399"/>
                </a:solidFill>
                <a:latin typeface="Book Antiqua" panose="02040602050305030304" pitchFamily="18" charset="0"/>
              </a:defRPr>
            </a:lvl4pPr>
            <a:lvl5pPr algn="ctr" rtl="0" eaLnBrk="0" fontAlgn="base" hangingPunct="0">
              <a:spcBef>
                <a:spcPct val="0"/>
              </a:spcBef>
              <a:spcAft>
                <a:spcPct val="0"/>
              </a:spcAft>
              <a:defRPr sz="1916" b="1">
                <a:solidFill>
                  <a:srgbClr val="333399"/>
                </a:solidFill>
                <a:latin typeface="Book Antiqua" panose="02040602050305030304" pitchFamily="18" charset="0"/>
              </a:defRPr>
            </a:lvl5pPr>
            <a:lvl6pPr marL="230520" algn="ctr" rtl="0" eaLnBrk="0" fontAlgn="base" hangingPunct="0">
              <a:spcBef>
                <a:spcPct val="0"/>
              </a:spcBef>
              <a:spcAft>
                <a:spcPct val="0"/>
              </a:spcAft>
              <a:defRPr sz="1916" b="1">
                <a:solidFill>
                  <a:srgbClr val="333399"/>
                </a:solidFill>
                <a:latin typeface="Book Antiqua" panose="02040602050305030304" pitchFamily="18" charset="0"/>
              </a:defRPr>
            </a:lvl6pPr>
            <a:lvl7pPr marL="461040" algn="ctr" rtl="0" eaLnBrk="0" fontAlgn="base" hangingPunct="0">
              <a:spcBef>
                <a:spcPct val="0"/>
              </a:spcBef>
              <a:spcAft>
                <a:spcPct val="0"/>
              </a:spcAft>
              <a:defRPr sz="1916" b="1">
                <a:solidFill>
                  <a:srgbClr val="333399"/>
                </a:solidFill>
                <a:latin typeface="Book Antiqua" panose="02040602050305030304" pitchFamily="18" charset="0"/>
              </a:defRPr>
            </a:lvl7pPr>
            <a:lvl8pPr marL="691561" algn="ctr" rtl="0" eaLnBrk="0" fontAlgn="base" hangingPunct="0">
              <a:spcBef>
                <a:spcPct val="0"/>
              </a:spcBef>
              <a:spcAft>
                <a:spcPct val="0"/>
              </a:spcAft>
              <a:defRPr sz="1916" b="1">
                <a:solidFill>
                  <a:srgbClr val="333399"/>
                </a:solidFill>
                <a:latin typeface="Book Antiqua" panose="02040602050305030304" pitchFamily="18" charset="0"/>
              </a:defRPr>
            </a:lvl8pPr>
            <a:lvl9pPr marL="922081" algn="ctr" rtl="0" eaLnBrk="0" fontAlgn="base" hangingPunct="0">
              <a:spcBef>
                <a:spcPct val="0"/>
              </a:spcBef>
              <a:spcAft>
                <a:spcPct val="0"/>
              </a:spcAft>
              <a:defRPr sz="1916" b="1">
                <a:solidFill>
                  <a:srgbClr val="333399"/>
                </a:solidFill>
                <a:latin typeface="Book Antiqua" panose="02040602050305030304" pitchFamily="18" charset="0"/>
              </a:defRPr>
            </a:lvl9pPr>
          </a:lstStyle>
          <a:p>
            <a:pPr eaLnBrk="1" hangingPunct="1"/>
            <a:r>
              <a:rPr lang="zh-CN" altLang="en-US" sz="1815" dirty="0">
                <a:ea typeface="宋体" panose="02010600030101010101" pitchFamily="2" charset="-122"/>
              </a:rPr>
              <a:t>我国的居民</a:t>
            </a:r>
            <a:r>
              <a:rPr lang="zh-CN" altLang="zh-CN" sz="1815" dirty="0">
                <a:ea typeface="宋体" panose="02010600030101010101" pitchFamily="2" charset="-122"/>
              </a:rPr>
              <a:t>消费</a:t>
            </a:r>
            <a:r>
              <a:rPr lang="zh-CN" altLang="en-US" sz="1815" dirty="0">
                <a:ea typeface="宋体" panose="02010600030101010101" pitchFamily="2" charset="-122"/>
              </a:rPr>
              <a:t>价格指数构成</a:t>
            </a:r>
            <a:endParaRPr lang="zh-CN" altLang="zh-CN" sz="1815" dirty="0">
              <a:ea typeface="宋体" panose="02010600030101010101" pitchFamily="2" charset="-122"/>
            </a:endParaRPr>
          </a:p>
        </p:txBody>
      </p:sp>
      <p:sp>
        <p:nvSpPr>
          <p:cNvPr id="6" name="文本框 5">
            <a:extLst>
              <a:ext uri="{FF2B5EF4-FFF2-40B4-BE49-F238E27FC236}">
                <a16:creationId xmlns:a16="http://schemas.microsoft.com/office/drawing/2014/main" id="{E89827F5-F4B9-8168-7563-B4F790505121}"/>
              </a:ext>
            </a:extLst>
          </p:cNvPr>
          <p:cNvSpPr txBox="1"/>
          <p:nvPr/>
        </p:nvSpPr>
        <p:spPr>
          <a:xfrm>
            <a:off x="55299" y="2627981"/>
            <a:ext cx="4554801" cy="184666"/>
          </a:xfrm>
          <a:prstGeom prst="rect">
            <a:avLst/>
          </a:prstGeom>
          <a:noFill/>
        </p:spPr>
        <p:txBody>
          <a:bodyPr wrap="square">
            <a:spAutoFit/>
          </a:bodyPr>
          <a:lstStyle/>
          <a:p>
            <a:r>
              <a:rPr lang="en-US" altLang="zh-CN" sz="600" b="0" i="0" u="none" strike="noStrike" dirty="0">
                <a:solidFill>
                  <a:srgbClr val="333333"/>
                </a:solidFill>
                <a:effectLst/>
                <a:latin typeface="SimSun" panose="02010600030101010101" pitchFamily="2" charset="-122"/>
                <a:ea typeface="SimSun" panose="02010600030101010101" pitchFamily="2" charset="-122"/>
              </a:rPr>
              <a:t>[13]</a:t>
            </a:r>
            <a:r>
              <a:rPr lang="zh-CN" altLang="en-US" sz="600" b="0" i="0" u="none" strike="noStrike" dirty="0">
                <a:solidFill>
                  <a:srgbClr val="333333"/>
                </a:solidFill>
                <a:effectLst/>
                <a:latin typeface="SimSun" panose="02010600030101010101" pitchFamily="2" charset="-122"/>
                <a:ea typeface="SimSun" panose="02010600030101010101" pitchFamily="2" charset="-122"/>
              </a:rPr>
              <a:t>居住类价格包括租赁房房租、住房保养维修及管理、水电燃料等价格。</a:t>
            </a:r>
            <a:endParaRPr lang="zh-CN" altLang="en-US" sz="600" dirty="0">
              <a:latin typeface="SimSun" panose="02010600030101010101" pitchFamily="2" charset="-122"/>
              <a:ea typeface="SimSun" panose="02010600030101010101" pitchFamily="2" charset="-122"/>
            </a:endParaRPr>
          </a:p>
        </p:txBody>
      </p:sp>
    </p:spTree>
    <p:extLst>
      <p:ext uri="{BB962C8B-B14F-4D97-AF65-F5344CB8AC3E}">
        <p14:creationId xmlns:p14="http://schemas.microsoft.com/office/powerpoint/2010/main" val="303020899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5842" name="页脚占位符 1">
            <a:extLst>
              <a:ext uri="{FF2B5EF4-FFF2-40B4-BE49-F238E27FC236}">
                <a16:creationId xmlns:a16="http://schemas.microsoft.com/office/drawing/2014/main" id="{DEDC1F2A-1D37-092E-AFEE-907F41F8A810}"/>
              </a:ext>
            </a:extLst>
          </p:cNvPr>
          <p:cNvSpPr txBox="1">
            <a:spLocks noGrp="1" noChangeArrowheads="1"/>
          </p:cNvSpPr>
          <p:nvPr/>
        </p:nvSpPr>
        <p:spPr bwMode="auto">
          <a:xfrm>
            <a:off x="144066" y="3224656"/>
            <a:ext cx="3698485" cy="1848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1040" eaLnBrk="1" fontAlgn="base" hangingPunct="1">
              <a:spcBef>
                <a:spcPct val="0"/>
              </a:spcBef>
              <a:spcAft>
                <a:spcPct val="0"/>
              </a:spcAft>
            </a:pPr>
            <a:r>
              <a:rPr lang="en-US" altLang="zh-CN" sz="908" i="1">
                <a:solidFill>
                  <a:srgbClr val="777777"/>
                </a:solidFill>
                <a:ea typeface="宋体" panose="02010600030101010101" pitchFamily="2" charset="-122"/>
              </a:rPr>
              <a:t>MEASURING THE COST OF LIVING</a:t>
            </a:r>
          </a:p>
        </p:txBody>
      </p:sp>
      <p:sp>
        <p:nvSpPr>
          <p:cNvPr id="35843" name="灯片编号占位符 2">
            <a:extLst>
              <a:ext uri="{FF2B5EF4-FFF2-40B4-BE49-F238E27FC236}">
                <a16:creationId xmlns:a16="http://schemas.microsoft.com/office/drawing/2014/main" id="{02845C39-804F-0C1F-CD7B-CAA76AD56F78}"/>
              </a:ext>
            </a:extLst>
          </p:cNvPr>
          <p:cNvSpPr txBox="1">
            <a:spLocks noGrp="1" noChangeArrowheads="1"/>
          </p:cNvSpPr>
          <p:nvPr/>
        </p:nvSpPr>
        <p:spPr bwMode="auto">
          <a:xfrm>
            <a:off x="4185907" y="3215851"/>
            <a:ext cx="344957" cy="1856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defTabSz="461040" eaLnBrk="1" fontAlgn="base" hangingPunct="1">
              <a:spcBef>
                <a:spcPct val="0"/>
              </a:spcBef>
              <a:spcAft>
                <a:spcPct val="0"/>
              </a:spcAft>
            </a:pPr>
            <a:fld id="{E7AA46E9-1E9C-944E-9320-AEE777C9FC10}" type="slidenum">
              <a:rPr lang="zh-CN" altLang="zh-CN" sz="857">
                <a:solidFill>
                  <a:srgbClr val="777777"/>
                </a:solidFill>
                <a:ea typeface="宋体" panose="02010600030101010101" pitchFamily="2" charset="-122"/>
              </a:rPr>
              <a:pPr algn="r" defTabSz="461040" eaLnBrk="1" fontAlgn="base" hangingPunct="1">
                <a:spcBef>
                  <a:spcPct val="0"/>
                </a:spcBef>
                <a:spcAft>
                  <a:spcPct val="0"/>
                </a:spcAft>
              </a:pPr>
              <a:t>13</a:t>
            </a:fld>
            <a:endParaRPr lang="zh-CN" altLang="zh-CN" sz="857">
              <a:solidFill>
                <a:srgbClr val="777777"/>
              </a:solidFill>
              <a:ea typeface="宋体" panose="02010600030101010101" pitchFamily="2" charset="-122"/>
            </a:endParaRPr>
          </a:p>
        </p:txBody>
      </p:sp>
      <p:sp>
        <p:nvSpPr>
          <p:cNvPr id="35844" name="Rectangle 2">
            <a:extLst>
              <a:ext uri="{FF2B5EF4-FFF2-40B4-BE49-F238E27FC236}">
                <a16:creationId xmlns:a16="http://schemas.microsoft.com/office/drawing/2014/main" id="{5CD8655C-680C-751D-EC7F-8187725879C1}"/>
              </a:ext>
            </a:extLst>
          </p:cNvPr>
          <p:cNvSpPr>
            <a:spLocks noGrp="1" noChangeArrowheads="1"/>
          </p:cNvSpPr>
          <p:nvPr>
            <p:ph type="body" idx="4294967295"/>
          </p:nvPr>
        </p:nvSpPr>
        <p:spPr>
          <a:xfrm>
            <a:off x="199291" y="524226"/>
            <a:ext cx="2539557" cy="741138"/>
          </a:xfrm>
          <a:solidFill>
            <a:srgbClr val="FFFFCC"/>
          </a:solidFill>
          <a:ln>
            <a:solidFill>
              <a:schemeClr val="tx1"/>
            </a:solidFill>
            <a:miter lim="800000"/>
            <a:headEnd/>
            <a:tailEnd/>
          </a:ln>
          <a:effectLst>
            <a:outerShdw dist="107763" dir="2700000" algn="ctr" rotWithShape="0">
              <a:schemeClr val="bg2"/>
            </a:outerShdw>
          </a:effectLst>
        </p:spPr>
        <p:txBody>
          <a:bodyPr/>
          <a:lstStyle/>
          <a:p>
            <a:pPr marL="0" indent="0" eaLnBrk="1" hangingPunct="1">
              <a:lnSpc>
                <a:spcPct val="100000"/>
              </a:lnSpc>
              <a:buNone/>
            </a:pPr>
            <a:r>
              <a:rPr lang="zh-CN" altLang="zh-CN">
                <a:ea typeface="宋体" panose="02010600030101010101" pitchFamily="2" charset="-122"/>
              </a:rPr>
              <a:t>进口消费物品：</a:t>
            </a:r>
          </a:p>
          <a:p>
            <a:pPr marL="230520" lvl="1" indent="-148077" eaLnBrk="1" hangingPunct="1">
              <a:lnSpc>
                <a:spcPct val="80000"/>
              </a:lnSpc>
              <a:spcBef>
                <a:spcPct val="10000"/>
              </a:spcBef>
              <a:buClr>
                <a:srgbClr val="FF6600"/>
              </a:buClr>
              <a:buSzPct val="115000"/>
            </a:pPr>
            <a:r>
              <a:rPr lang="zh-CN" altLang="zh-CN" sz="1412">
                <a:ea typeface="宋体" panose="02010600030101010101" pitchFamily="2" charset="-122"/>
              </a:rPr>
              <a:t>包含在CPI内</a:t>
            </a:r>
          </a:p>
          <a:p>
            <a:pPr marL="230520" lvl="1" indent="-148077" eaLnBrk="1" hangingPunct="1">
              <a:lnSpc>
                <a:spcPct val="80000"/>
              </a:lnSpc>
              <a:spcBef>
                <a:spcPct val="10000"/>
              </a:spcBef>
              <a:buClr>
                <a:srgbClr val="FF6600"/>
              </a:buClr>
              <a:buSzPct val="115000"/>
            </a:pPr>
            <a:r>
              <a:rPr lang="zh-CN" altLang="zh-CN" sz="1412">
                <a:ea typeface="宋体" panose="02010600030101010101" pitchFamily="2" charset="-122"/>
              </a:rPr>
              <a:t>不包含在GDP平减指数内</a:t>
            </a:r>
          </a:p>
        </p:txBody>
      </p:sp>
      <p:sp>
        <p:nvSpPr>
          <p:cNvPr id="35845" name="Rectangle 3">
            <a:extLst>
              <a:ext uri="{FF2B5EF4-FFF2-40B4-BE49-F238E27FC236}">
                <a16:creationId xmlns:a16="http://schemas.microsoft.com/office/drawing/2014/main" id="{4ABF99A1-B7DC-C802-1109-8094EDA057BE}"/>
              </a:ext>
            </a:extLst>
          </p:cNvPr>
          <p:cNvSpPr>
            <a:spLocks noChangeArrowheads="1"/>
          </p:cNvSpPr>
          <p:nvPr/>
        </p:nvSpPr>
        <p:spPr bwMode="auto">
          <a:xfrm>
            <a:off x="80037" y="1744782"/>
            <a:ext cx="3274292" cy="1545504"/>
          </a:xfrm>
          <a:prstGeom prst="rect">
            <a:avLst/>
          </a:prstGeom>
          <a:solidFill>
            <a:srgbClr val="FFCCFF"/>
          </a:solidFill>
          <a:ln w="9525">
            <a:solidFill>
              <a:schemeClr val="tx1"/>
            </a:solidFill>
            <a:miter lim="800000"/>
            <a:headEnd/>
            <a:tailEnd/>
          </a:ln>
          <a:effectLst>
            <a:outerShdw dist="107763" dir="2700000" algn="ctr" rotWithShape="0">
              <a:schemeClr val="bg2"/>
            </a:outerShdw>
          </a:effectLst>
        </p:spPr>
        <p:txBody>
          <a:bodyPr/>
          <a:lstStyle>
            <a:lvl1pPr eaLnBrk="0" hangingPunct="0">
              <a:defRPr>
                <a:solidFill>
                  <a:schemeClr val="tx1"/>
                </a:solidFill>
                <a:latin typeface="Arial" panose="020B0604020202020204" pitchFamily="34" charset="0"/>
              </a:defRPr>
            </a:lvl1pPr>
            <a:lvl2pPr indent="-293688"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1040" eaLnBrk="1" fontAlgn="base" hangingPunct="1">
              <a:spcBef>
                <a:spcPct val="45000"/>
              </a:spcBef>
              <a:spcAft>
                <a:spcPct val="0"/>
              </a:spcAft>
              <a:buClr>
                <a:srgbClr val="00B85C"/>
              </a:buClr>
              <a:buSzPct val="120000"/>
            </a:pPr>
            <a:r>
              <a:rPr lang="zh-CN" altLang="zh-CN" sz="1311">
                <a:solidFill>
                  <a:srgbClr val="000000"/>
                </a:solidFill>
                <a:ea typeface="宋体" panose="02010600030101010101" pitchFamily="2" charset="-122"/>
              </a:rPr>
              <a:t>篮子：</a:t>
            </a:r>
          </a:p>
          <a:p>
            <a:pPr marL="230520" lvl="1" indent="-148077" defTabSz="461040" eaLnBrk="1" fontAlgn="base" hangingPunct="1">
              <a:spcBef>
                <a:spcPct val="10000"/>
              </a:spcBef>
              <a:spcAft>
                <a:spcPct val="0"/>
              </a:spcAft>
              <a:buClr>
                <a:srgbClr val="990099"/>
              </a:buClr>
              <a:buSzPct val="115000"/>
              <a:buFont typeface="Wingdings" pitchFamily="2" charset="2"/>
              <a:buChar char="§"/>
            </a:pPr>
            <a:r>
              <a:rPr lang="zh-CN" altLang="zh-CN" sz="1311">
                <a:solidFill>
                  <a:srgbClr val="000000"/>
                </a:solidFill>
                <a:ea typeface="宋体" panose="02010600030101010101" pitchFamily="2" charset="-122"/>
              </a:rPr>
              <a:t>CPI用固定的篮子</a:t>
            </a:r>
          </a:p>
          <a:p>
            <a:pPr marL="230520" lvl="1" indent="-148077" defTabSz="461040" eaLnBrk="1" fontAlgn="base" hangingPunct="1">
              <a:spcBef>
                <a:spcPct val="10000"/>
              </a:spcBef>
              <a:spcAft>
                <a:spcPct val="0"/>
              </a:spcAft>
              <a:buClr>
                <a:srgbClr val="990099"/>
              </a:buClr>
              <a:buSzPct val="115000"/>
              <a:buFont typeface="Wingdings" pitchFamily="2" charset="2"/>
              <a:buChar char="§"/>
            </a:pPr>
            <a:r>
              <a:rPr lang="zh-CN" altLang="zh-CN" sz="1311">
                <a:solidFill>
                  <a:srgbClr val="000000"/>
                </a:solidFill>
                <a:ea typeface="宋体" panose="02010600030101010101" pitchFamily="2" charset="-122"/>
              </a:rPr>
              <a:t>GDP平减指数用一篮子现期生产的物品和劳务</a:t>
            </a:r>
          </a:p>
          <a:p>
            <a:pPr marL="230520" lvl="1" indent="-148077" defTabSz="461040" eaLnBrk="1" fontAlgn="base" hangingPunct="1">
              <a:spcBef>
                <a:spcPct val="10000"/>
              </a:spcBef>
              <a:spcAft>
                <a:spcPct val="0"/>
              </a:spcAft>
              <a:buClr>
                <a:srgbClr val="990099"/>
              </a:buClr>
              <a:buSzPct val="115000"/>
              <a:buFont typeface="Wingdings" pitchFamily="2" charset="2"/>
              <a:buChar char="§"/>
            </a:pPr>
            <a:r>
              <a:rPr lang="zh-CN" altLang="zh-CN" sz="1311">
                <a:solidFill>
                  <a:srgbClr val="000000"/>
                </a:solidFill>
                <a:ea typeface="宋体" panose="02010600030101010101" pitchFamily="2" charset="-122"/>
              </a:rPr>
              <a:t>如果不同物品与劳务价格的变动量不同，我们对各种价格加权的方法对于整个通货膨胀率就是至关重要的</a:t>
            </a:r>
          </a:p>
        </p:txBody>
      </p:sp>
      <p:sp>
        <p:nvSpPr>
          <p:cNvPr id="35846" name="Rectangle 4">
            <a:extLst>
              <a:ext uri="{FF2B5EF4-FFF2-40B4-BE49-F238E27FC236}">
                <a16:creationId xmlns:a16="http://schemas.microsoft.com/office/drawing/2014/main" id="{1B6D0C0B-681D-1535-AA71-5A2777A96581}"/>
              </a:ext>
            </a:extLst>
          </p:cNvPr>
          <p:cNvSpPr>
            <a:spLocks noChangeArrowheads="1"/>
          </p:cNvSpPr>
          <p:nvPr/>
        </p:nvSpPr>
        <p:spPr bwMode="auto">
          <a:xfrm>
            <a:off x="2180193" y="1227746"/>
            <a:ext cx="2262631" cy="960438"/>
          </a:xfrm>
          <a:prstGeom prst="rect">
            <a:avLst/>
          </a:prstGeom>
          <a:solidFill>
            <a:srgbClr val="CCFFCC"/>
          </a:solidFill>
          <a:ln w="9525">
            <a:solidFill>
              <a:schemeClr val="tx1"/>
            </a:solidFill>
            <a:miter lim="800000"/>
            <a:headEnd/>
            <a:tailEnd/>
          </a:ln>
          <a:effectLst>
            <a:outerShdw dist="107763" dir="2700000" algn="ctr" rotWithShape="0">
              <a:schemeClr val="bg2"/>
            </a:outerShdw>
          </a:effectLst>
        </p:spPr>
        <p:txBody>
          <a:bodyPr/>
          <a:lstStyle>
            <a:lvl1pPr eaLnBrk="0" hangingPunct="0">
              <a:defRPr>
                <a:solidFill>
                  <a:schemeClr val="tx1"/>
                </a:solidFill>
                <a:latin typeface="Arial" panose="020B0604020202020204" pitchFamily="34" charset="0"/>
              </a:defRPr>
            </a:lvl1pPr>
            <a:lvl2pPr indent="-293688"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1040" eaLnBrk="1" fontAlgn="base" hangingPunct="1">
              <a:spcBef>
                <a:spcPct val="45000"/>
              </a:spcBef>
              <a:spcAft>
                <a:spcPct val="0"/>
              </a:spcAft>
              <a:buClr>
                <a:srgbClr val="00B85C"/>
              </a:buClr>
              <a:buSzPct val="120000"/>
            </a:pPr>
            <a:r>
              <a:rPr lang="zh-CN" altLang="zh-CN" sz="1412">
                <a:solidFill>
                  <a:srgbClr val="000000"/>
                </a:solidFill>
                <a:ea typeface="宋体" panose="02010600030101010101" pitchFamily="2" charset="-122"/>
              </a:rPr>
              <a:t>资本商品:</a:t>
            </a:r>
          </a:p>
          <a:p>
            <a:pPr marL="230520" lvl="1" indent="-148077" defTabSz="461040" eaLnBrk="1" fontAlgn="base" hangingPunct="1">
              <a:spcBef>
                <a:spcPct val="10000"/>
              </a:spcBef>
              <a:spcAft>
                <a:spcPct val="0"/>
              </a:spcAft>
              <a:buClr>
                <a:srgbClr val="0066FF"/>
              </a:buClr>
              <a:buSzPct val="115000"/>
              <a:buFont typeface="Wingdings" pitchFamily="2" charset="2"/>
              <a:buChar char="§"/>
            </a:pPr>
            <a:r>
              <a:rPr lang="zh-CN" altLang="zh-CN" sz="1412">
                <a:solidFill>
                  <a:srgbClr val="000000"/>
                </a:solidFill>
                <a:ea typeface="宋体" panose="02010600030101010101" pitchFamily="2" charset="-122"/>
              </a:rPr>
              <a:t>不包含在CPI内 </a:t>
            </a:r>
          </a:p>
          <a:p>
            <a:pPr marL="230520" lvl="1" indent="-148077" defTabSz="461040" eaLnBrk="1" fontAlgn="base" hangingPunct="1">
              <a:spcBef>
                <a:spcPct val="10000"/>
              </a:spcBef>
              <a:spcAft>
                <a:spcPct val="0"/>
              </a:spcAft>
              <a:buClr>
                <a:srgbClr val="0066FF"/>
              </a:buClr>
              <a:buSzPct val="115000"/>
              <a:buFont typeface="Wingdings" pitchFamily="2" charset="2"/>
              <a:buChar char="§"/>
            </a:pPr>
            <a:r>
              <a:rPr lang="zh-CN" altLang="zh-CN" sz="1412">
                <a:solidFill>
                  <a:srgbClr val="000000"/>
                </a:solidFill>
                <a:ea typeface="宋体" panose="02010600030101010101" pitchFamily="2" charset="-122"/>
              </a:rPr>
              <a:t>包含在GDP平减指数内 (如果是在国内生产)</a:t>
            </a:r>
          </a:p>
        </p:txBody>
      </p:sp>
      <p:sp>
        <p:nvSpPr>
          <p:cNvPr id="35847" name="Rectangle 5">
            <a:extLst>
              <a:ext uri="{FF2B5EF4-FFF2-40B4-BE49-F238E27FC236}">
                <a16:creationId xmlns:a16="http://schemas.microsoft.com/office/drawing/2014/main" id="{55196FD9-6F3F-C81C-C1EE-9A85B0FB1CF4}"/>
              </a:ext>
            </a:extLst>
          </p:cNvPr>
          <p:cNvSpPr>
            <a:spLocks noGrp="1" noChangeArrowheads="1"/>
          </p:cNvSpPr>
          <p:nvPr>
            <p:ph type="title" idx="4294967295"/>
          </p:nvPr>
        </p:nvSpPr>
        <p:spPr>
          <a:xfrm>
            <a:off x="133661" y="134448"/>
            <a:ext cx="4369991" cy="283329"/>
          </a:xfrm>
        </p:spPr>
        <p:txBody>
          <a:bodyPr/>
          <a:lstStyle/>
          <a:p>
            <a:pPr eaLnBrk="1" hangingPunct="1"/>
            <a:r>
              <a:rPr lang="zh-CN" altLang="zh-CN" sz="1815">
                <a:ea typeface="宋体" panose="02010600030101010101" pitchFamily="2" charset="-122"/>
              </a:rPr>
              <a:t>CPI与GDP平减指数的对比</a:t>
            </a:r>
          </a:p>
        </p:txBody>
      </p:sp>
      <p:sp>
        <p:nvSpPr>
          <p:cNvPr id="35848" name="FlagCount" hidden="1">
            <a:hlinkClick r:id="rId2" action="ppaction://hlinkfile"/>
            <a:extLst>
              <a:ext uri="{FF2B5EF4-FFF2-40B4-BE49-F238E27FC236}">
                <a16:creationId xmlns:a16="http://schemas.microsoft.com/office/drawing/2014/main" id="{C3B0A8B2-70B3-4D1F-8ED9-0D2F34EC0F51}"/>
              </a:ext>
            </a:extLst>
          </p:cNvPr>
          <p:cNvSpPr>
            <a:spLocks noChangeArrowheads="1"/>
          </p:cNvSpPr>
          <p:nvPr/>
        </p:nvSpPr>
        <p:spPr bwMode="auto">
          <a:xfrm>
            <a:off x="4161896" y="129646"/>
            <a:ext cx="192088" cy="160073"/>
          </a:xfrm>
          <a:prstGeom prst="wedgeRoundRectCallout">
            <a:avLst>
              <a:gd name="adj1" fmla="val -43750"/>
              <a:gd name="adj2" fmla="val 70000"/>
              <a:gd name="adj3" fmla="val 16667"/>
            </a:avLst>
          </a:prstGeom>
          <a:solidFill>
            <a:schemeClr val="accent1">
              <a:alpha val="25000"/>
            </a:schemeClr>
          </a:solidFill>
          <a:ln w="19050">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defTabSz="461040" eaLnBrk="1" fontAlgn="base" hangingPunct="1">
              <a:spcBef>
                <a:spcPct val="0"/>
              </a:spcBef>
              <a:spcAft>
                <a:spcPct val="0"/>
              </a:spcAft>
            </a:pPr>
            <a:r>
              <a:rPr lang="en-US" altLang="zh-CN" sz="706" b="1">
                <a:solidFill>
                  <a:srgbClr val="000000"/>
                </a:solidFill>
                <a:latin typeface="Tahoma" panose="020B0604030504040204" pitchFamily="34" charset="0"/>
                <a:ea typeface="宋体" panose="02010600030101010101" pitchFamily="2" charset="-122"/>
              </a:rPr>
              <a:t>0</a:t>
            </a:r>
          </a:p>
        </p:txBody>
      </p:sp>
    </p:spTree>
    <p:extLst>
      <p:ext uri="{BB962C8B-B14F-4D97-AF65-F5344CB8AC3E}">
        <p14:creationId xmlns:p14="http://schemas.microsoft.com/office/powerpoint/2010/main" val="1975979836"/>
      </p:ext>
    </p:extLst>
  </p:cSld>
  <p:clrMapOvr>
    <a:masterClrMapping/>
  </p:clrMapOvr>
  <p:transition>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35844"/>
                                        </p:tgtEl>
                                        <p:attrNameLst>
                                          <p:attrName>style.visibility</p:attrName>
                                        </p:attrNameLst>
                                      </p:cBhvr>
                                      <p:to>
                                        <p:strVal val="visible"/>
                                      </p:to>
                                    </p:set>
                                    <p:animEffect transition="in" filter="fade">
                                      <p:cBhvr>
                                        <p:cTn id="7" dur="500"/>
                                        <p:tgtEl>
                                          <p:spTgt spid="3584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nodeType="clickEffect">
                                  <p:stCondLst>
                                    <p:cond delay="0"/>
                                  </p:stCondLst>
                                  <p:childTnLst>
                                    <p:set>
                                      <p:cBhvr>
                                        <p:cTn id="11" dur="1" fill="hold">
                                          <p:stCondLst>
                                            <p:cond delay="0"/>
                                          </p:stCondLst>
                                        </p:cTn>
                                        <p:tgtEl>
                                          <p:spTgt spid="35846"/>
                                        </p:tgtEl>
                                        <p:attrNameLst>
                                          <p:attrName>style.visibility</p:attrName>
                                        </p:attrNameLst>
                                      </p:cBhvr>
                                      <p:to>
                                        <p:strVal val="visible"/>
                                      </p:to>
                                    </p:set>
                                    <p:animEffect transition="in" filter="fade">
                                      <p:cBhvr>
                                        <p:cTn id="12" dur="500"/>
                                        <p:tgtEl>
                                          <p:spTgt spid="35846"/>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0" presetClass="entr" presetSubtype="0" fill="hold" nodeType="clickEffect">
                                  <p:stCondLst>
                                    <p:cond delay="0"/>
                                  </p:stCondLst>
                                  <p:childTnLst>
                                    <p:set>
                                      <p:cBhvr>
                                        <p:cTn id="16" dur="1" fill="hold">
                                          <p:stCondLst>
                                            <p:cond delay="0"/>
                                          </p:stCondLst>
                                        </p:cTn>
                                        <p:tgtEl>
                                          <p:spTgt spid="35845"/>
                                        </p:tgtEl>
                                        <p:attrNameLst>
                                          <p:attrName>style.visibility</p:attrName>
                                        </p:attrNameLst>
                                      </p:cBhvr>
                                      <p:to>
                                        <p:strVal val="visible"/>
                                      </p:to>
                                    </p:set>
                                    <p:animEffect transition="in" filter="fade">
                                      <p:cBhvr>
                                        <p:cTn id="17" dur="500"/>
                                        <p:tgtEl>
                                          <p:spTgt spid="358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844" grpId="0" animBg="1" autoUpdateAnimBg="0"/>
      <p:bldP spid="35845" grpId="0" bldLvl="0" animBg="1" autoUpdateAnimBg="0"/>
      <p:bldP spid="35846" grpId="0" bldLvl="0" animBg="1" autoUpdateAnimBg="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a:extLst>
              <a:ext uri="{FF2B5EF4-FFF2-40B4-BE49-F238E27FC236}">
                <a16:creationId xmlns:a16="http://schemas.microsoft.com/office/drawing/2014/main" id="{48646708-8BFD-9DB9-D5F0-D7B7C9CA3E14}"/>
              </a:ext>
            </a:extLst>
          </p:cNvPr>
          <p:cNvSpPr>
            <a:spLocks noGrp="1" noChangeArrowheads="1"/>
          </p:cNvSpPr>
          <p:nvPr>
            <p:ph type="body" idx="4294967295"/>
          </p:nvPr>
        </p:nvSpPr>
        <p:spPr>
          <a:xfrm>
            <a:off x="306540" y="737123"/>
            <a:ext cx="4143487" cy="2406696"/>
          </a:xfrm>
        </p:spPr>
        <p:txBody>
          <a:bodyPr/>
          <a:lstStyle/>
          <a:p>
            <a:pPr marL="0" indent="0" eaLnBrk="1" hangingPunct="1">
              <a:spcBef>
                <a:spcPct val="40000"/>
              </a:spcBef>
              <a:buNone/>
            </a:pPr>
            <a:r>
              <a:rPr lang="zh-CN" altLang="zh-CN">
                <a:ea typeface="宋体" panose="02010600030101010101" pitchFamily="2" charset="-122"/>
              </a:rPr>
              <a:t>在下列情况下，说出对CPI和GDP平减指数的影响 </a:t>
            </a:r>
          </a:p>
          <a:p>
            <a:pPr marL="316965" lvl="1" indent="-259335" eaLnBrk="1" hangingPunct="1">
              <a:lnSpc>
                <a:spcPct val="105000"/>
              </a:lnSpc>
              <a:spcBef>
                <a:spcPct val="40000"/>
              </a:spcBef>
              <a:buClr>
                <a:srgbClr val="990099"/>
              </a:buClr>
              <a:buSzTx/>
              <a:buNone/>
            </a:pPr>
            <a:r>
              <a:rPr lang="zh-CN" altLang="zh-CN" sz="1311" b="1">
                <a:solidFill>
                  <a:srgbClr val="339966"/>
                </a:solidFill>
                <a:ea typeface="宋体" panose="02010600030101010101" pitchFamily="2" charset="-122"/>
              </a:rPr>
              <a:t>A.	</a:t>
            </a:r>
            <a:r>
              <a:rPr lang="zh-CN" altLang="zh-CN" sz="1412">
                <a:ea typeface="宋体" panose="02010600030101010101" pitchFamily="2" charset="-122"/>
              </a:rPr>
              <a:t>星巴克提高了法布奇诺咖啡的价格</a:t>
            </a:r>
          </a:p>
          <a:p>
            <a:pPr marL="316965" lvl="1" indent="-259335" eaLnBrk="1" hangingPunct="1">
              <a:lnSpc>
                <a:spcPct val="105000"/>
              </a:lnSpc>
              <a:spcBef>
                <a:spcPct val="40000"/>
              </a:spcBef>
              <a:buClr>
                <a:srgbClr val="990099"/>
              </a:buClr>
              <a:buSzTx/>
              <a:buNone/>
            </a:pPr>
            <a:r>
              <a:rPr lang="zh-CN" altLang="zh-CN" sz="1311" b="1">
                <a:solidFill>
                  <a:srgbClr val="339966"/>
                </a:solidFill>
                <a:ea typeface="宋体" panose="02010600030101010101" pitchFamily="2" charset="-122"/>
              </a:rPr>
              <a:t>B.	</a:t>
            </a:r>
            <a:r>
              <a:rPr lang="zh-CN" altLang="zh-CN" sz="1412">
                <a:ea typeface="宋体" panose="02010600030101010101" pitchFamily="2" charset="-122"/>
              </a:rPr>
              <a:t>卡特彼勒提高了它在伊利诺伊州工厂生产的工业拖拉机的价格</a:t>
            </a:r>
          </a:p>
          <a:p>
            <a:pPr marL="316965" lvl="1" indent="-259335" eaLnBrk="1" hangingPunct="1">
              <a:lnSpc>
                <a:spcPct val="105000"/>
              </a:lnSpc>
              <a:spcBef>
                <a:spcPct val="40000"/>
              </a:spcBef>
              <a:buClr>
                <a:srgbClr val="990099"/>
              </a:buClr>
              <a:buSzTx/>
              <a:buNone/>
            </a:pPr>
            <a:r>
              <a:rPr lang="zh-CN" altLang="zh-CN" sz="1311" b="1">
                <a:solidFill>
                  <a:srgbClr val="339966"/>
                </a:solidFill>
                <a:ea typeface="宋体" panose="02010600030101010101" pitchFamily="2" charset="-122"/>
              </a:rPr>
              <a:t>C.	</a:t>
            </a:r>
            <a:r>
              <a:rPr lang="zh-CN" altLang="zh-CN" sz="1412">
                <a:ea typeface="宋体" panose="02010600030101010101" pitchFamily="2" charset="-122"/>
              </a:rPr>
              <a:t>亚曼尼提高了它在美国销售的意大利牛仔的价格</a:t>
            </a:r>
            <a:endParaRPr lang="zh-CN" altLang="zh-CN">
              <a:ea typeface="宋体" panose="02010600030101010101" pitchFamily="2" charset="-122"/>
            </a:endParaRPr>
          </a:p>
        </p:txBody>
      </p:sp>
      <p:sp>
        <p:nvSpPr>
          <p:cNvPr id="36867" name="Rectangle 8">
            <a:extLst>
              <a:ext uri="{FF2B5EF4-FFF2-40B4-BE49-F238E27FC236}">
                <a16:creationId xmlns:a16="http://schemas.microsoft.com/office/drawing/2014/main" id="{C80C1E3F-A42F-AF25-99C8-4BB977E982EF}"/>
              </a:ext>
            </a:extLst>
          </p:cNvPr>
          <p:cNvSpPr>
            <a:spLocks noChangeArrowheads="1"/>
          </p:cNvSpPr>
          <p:nvPr/>
        </p:nvSpPr>
        <p:spPr bwMode="auto">
          <a:xfrm>
            <a:off x="0" y="1588"/>
            <a:ext cx="192088" cy="3457575"/>
          </a:xfrm>
          <a:prstGeom prst="rect">
            <a:avLst/>
          </a:prstGeom>
          <a:solidFill>
            <a:srgbClr val="996633"/>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1040" eaLnBrk="1" fontAlgn="base" hangingPunct="1">
              <a:spcBef>
                <a:spcPct val="0"/>
              </a:spcBef>
              <a:spcAft>
                <a:spcPct val="0"/>
              </a:spcAft>
            </a:pPr>
            <a:endParaRPr lang="zh-CN" altLang="zh-CN" sz="908">
              <a:solidFill>
                <a:srgbClr val="000000"/>
              </a:solidFill>
              <a:ea typeface="宋体" panose="02010600030101010101" pitchFamily="2" charset="-122"/>
            </a:endParaRPr>
          </a:p>
        </p:txBody>
      </p:sp>
      <p:sp>
        <p:nvSpPr>
          <p:cNvPr id="36868" name="Rectangle 4">
            <a:extLst>
              <a:ext uri="{FF2B5EF4-FFF2-40B4-BE49-F238E27FC236}">
                <a16:creationId xmlns:a16="http://schemas.microsoft.com/office/drawing/2014/main" id="{1A2914A6-58E2-1A98-3F13-7C3D120BB884}"/>
              </a:ext>
            </a:extLst>
          </p:cNvPr>
          <p:cNvSpPr>
            <a:spLocks noGrp="1" noChangeArrowheads="1"/>
          </p:cNvSpPr>
          <p:nvPr>
            <p:ph type="title" idx="4294967295"/>
          </p:nvPr>
        </p:nvSpPr>
        <p:spPr>
          <a:xfrm>
            <a:off x="296135" y="179269"/>
            <a:ext cx="4138686" cy="481019"/>
          </a:xfrm>
        </p:spPr>
        <p:txBody>
          <a:bodyPr vert="horz" wrap="square" lIns="91440" tIns="0" rIns="91440" bIns="0" numCol="1" anchor="t" anchorCtr="0" compatLnSpc="1">
            <a:prstTxWarp prst="textNoShape">
              <a:avLst/>
            </a:prstTxWarp>
          </a:bodyPr>
          <a:lstStyle/>
          <a:p>
            <a:pPr algn="l" eaLnBrk="1" hangingPunct="1"/>
            <a:r>
              <a:rPr lang="zh-CN" altLang="zh-CN" sz="121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主动学习  </a:t>
            </a:r>
            <a:r>
              <a:rPr lang="zh-CN" altLang="zh-CN" sz="1412" i="1">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3</a:t>
            </a:r>
            <a:r>
              <a:rPr lang="zh-CN" altLang="zh-CN" sz="121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 </a:t>
            </a:r>
            <a:r>
              <a:rPr lang="zh-CN" altLang="zh-CN" sz="1210" b="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  </a:t>
            </a:r>
            <a:br>
              <a:rPr lang="zh-CN" altLang="zh-CN" sz="1210" b="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br>
            <a:r>
              <a:rPr lang="zh-CN" altLang="zh-CN" sz="1613">
                <a:solidFill>
                  <a:srgbClr val="339966"/>
                </a:solidFill>
                <a:effectLst>
                  <a:outerShdw blurRad="38100" dist="38100" dir="2700000" algn="tl">
                    <a:srgbClr val="C0C0C0"/>
                  </a:outerShdw>
                </a:effectLst>
                <a:ea typeface="宋体" panose="02010600030101010101" pitchFamily="2" charset="-122"/>
              </a:rPr>
              <a:t>CPI与GDP平减指数</a:t>
            </a:r>
          </a:p>
        </p:txBody>
      </p:sp>
      <p:grpSp>
        <p:nvGrpSpPr>
          <p:cNvPr id="36869" name="Group 5">
            <a:extLst>
              <a:ext uri="{FF2B5EF4-FFF2-40B4-BE49-F238E27FC236}">
                <a16:creationId xmlns:a16="http://schemas.microsoft.com/office/drawing/2014/main" id="{8FC5E6DE-AA65-E3AF-7CEA-F4544E3DAE0A}"/>
              </a:ext>
            </a:extLst>
          </p:cNvPr>
          <p:cNvGrpSpPr>
            <a:grpSpLocks/>
          </p:cNvGrpSpPr>
          <p:nvPr/>
        </p:nvGrpSpPr>
        <p:grpSpPr bwMode="auto">
          <a:xfrm>
            <a:off x="299336" y="148055"/>
            <a:ext cx="4139486" cy="529041"/>
            <a:chOff x="0" y="0"/>
            <a:chExt cx="5000" cy="661"/>
          </a:xfrm>
        </p:grpSpPr>
        <p:sp>
          <p:nvSpPr>
            <p:cNvPr id="36870" name="Line 9">
              <a:extLst>
                <a:ext uri="{FF2B5EF4-FFF2-40B4-BE49-F238E27FC236}">
                  <a16:creationId xmlns:a16="http://schemas.microsoft.com/office/drawing/2014/main" id="{B148F26C-7AA8-51F0-7EDE-621A14374BD6}"/>
                </a:ext>
              </a:extLst>
            </p:cNvPr>
            <p:cNvSpPr>
              <a:spLocks noChangeShapeType="1"/>
            </p:cNvSpPr>
            <p:nvPr/>
          </p:nvSpPr>
          <p:spPr bwMode="auto">
            <a:xfrm>
              <a:off x="2" y="661"/>
              <a:ext cx="4998" cy="0"/>
            </a:xfrm>
            <a:prstGeom prst="line">
              <a:avLst/>
            </a:prstGeom>
            <a:noFill/>
            <a:ln w="12700">
              <a:solidFill>
                <a:srgbClr val="C0C0C0"/>
              </a:solidFill>
              <a:round/>
              <a:headEnd/>
              <a:tailEnd/>
            </a:ln>
            <a:extLst>
              <a:ext uri="{909E8E84-426E-40DD-AFC4-6F175D3DCCD1}">
                <a14:hiddenFill xmlns:a14="http://schemas.microsoft.com/office/drawing/2010/main">
                  <a:noFill/>
                </a14:hiddenFill>
              </a:ext>
            </a:extLst>
          </p:spPr>
          <p:txBody>
            <a:bodyPr/>
            <a:lstStyle/>
            <a:p>
              <a:pPr defTabSz="461040" fontAlgn="base">
                <a:spcBef>
                  <a:spcPct val="0"/>
                </a:spcBef>
                <a:spcAft>
                  <a:spcPct val="0"/>
                </a:spcAft>
              </a:pPr>
              <a:endParaRPr lang="zh-CN" altLang="en-US" sz="908">
                <a:solidFill>
                  <a:srgbClr val="000000"/>
                </a:solidFill>
                <a:latin typeface="Arial" panose="020B0604020202020204" pitchFamily="34" charset="0"/>
              </a:endParaRPr>
            </a:p>
          </p:txBody>
        </p:sp>
        <p:sp>
          <p:nvSpPr>
            <p:cNvPr id="36871" name="Line 10">
              <a:extLst>
                <a:ext uri="{FF2B5EF4-FFF2-40B4-BE49-F238E27FC236}">
                  <a16:creationId xmlns:a16="http://schemas.microsoft.com/office/drawing/2014/main" id="{987BF79A-EE50-F089-EE48-089F0B1AC07C}"/>
                </a:ext>
              </a:extLst>
            </p:cNvPr>
            <p:cNvSpPr>
              <a:spLocks noChangeShapeType="1"/>
            </p:cNvSpPr>
            <p:nvPr/>
          </p:nvSpPr>
          <p:spPr bwMode="auto">
            <a:xfrm>
              <a:off x="0" y="0"/>
              <a:ext cx="4998" cy="0"/>
            </a:xfrm>
            <a:prstGeom prst="line">
              <a:avLst/>
            </a:prstGeom>
            <a:noFill/>
            <a:ln w="12700">
              <a:solidFill>
                <a:srgbClr val="C0C0C0"/>
              </a:solidFill>
              <a:round/>
              <a:headEnd/>
              <a:tailEnd/>
            </a:ln>
            <a:extLst>
              <a:ext uri="{909E8E84-426E-40DD-AFC4-6F175D3DCCD1}">
                <a14:hiddenFill xmlns:a14="http://schemas.microsoft.com/office/drawing/2010/main">
                  <a:noFill/>
                </a14:hiddenFill>
              </a:ext>
            </a:extLst>
          </p:spPr>
          <p:txBody>
            <a:bodyPr/>
            <a:lstStyle/>
            <a:p>
              <a:pPr defTabSz="461040" fontAlgn="base">
                <a:spcBef>
                  <a:spcPct val="0"/>
                </a:spcBef>
                <a:spcAft>
                  <a:spcPct val="0"/>
                </a:spcAft>
              </a:pPr>
              <a:endParaRPr lang="zh-CN" altLang="en-US" sz="908">
                <a:solidFill>
                  <a:srgbClr val="000000"/>
                </a:solidFill>
                <a:latin typeface="Arial" panose="020B0604020202020204" pitchFamily="34" charset="0"/>
              </a:endParaRPr>
            </a:p>
          </p:txBody>
        </p:sp>
      </p:grpSp>
      <p:sp>
        <p:nvSpPr>
          <p:cNvPr id="36872" name="Rectangle 8">
            <a:extLst>
              <a:ext uri="{FF2B5EF4-FFF2-40B4-BE49-F238E27FC236}">
                <a16:creationId xmlns:a16="http://schemas.microsoft.com/office/drawing/2014/main" id="{CDA21835-9020-44B9-A98F-AC11AAEA2075}"/>
              </a:ext>
            </a:extLst>
          </p:cNvPr>
          <p:cNvSpPr>
            <a:spLocks noChangeArrowheads="1"/>
          </p:cNvSpPr>
          <p:nvPr/>
        </p:nvSpPr>
        <p:spPr bwMode="auto">
          <a:xfrm>
            <a:off x="4185907" y="3215851"/>
            <a:ext cx="344957" cy="1856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defTabSz="461040" eaLnBrk="1" fontAlgn="base" hangingPunct="1">
              <a:spcBef>
                <a:spcPct val="0"/>
              </a:spcBef>
              <a:spcAft>
                <a:spcPct val="0"/>
              </a:spcAft>
            </a:pPr>
            <a:fld id="{B03BEABC-4E02-7942-9360-68FDCDE3A959}" type="slidenum">
              <a:rPr lang="zh-CN" altLang="zh-CN" sz="857">
                <a:solidFill>
                  <a:srgbClr val="777777"/>
                </a:solidFill>
                <a:latin typeface="Tahoma" panose="020B0604030504040204" pitchFamily="34" charset="0"/>
                <a:ea typeface="宋体" panose="02010600030101010101" pitchFamily="2" charset="-122"/>
              </a:rPr>
              <a:pPr algn="r" defTabSz="461040" eaLnBrk="1" fontAlgn="base" hangingPunct="1">
                <a:spcBef>
                  <a:spcPct val="0"/>
                </a:spcBef>
                <a:spcAft>
                  <a:spcPct val="0"/>
                </a:spcAft>
              </a:pPr>
              <a:t>14</a:t>
            </a:fld>
            <a:endParaRPr lang="zh-CN" altLang="zh-CN" sz="857">
              <a:solidFill>
                <a:srgbClr val="777777"/>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2336692437"/>
      </p:ext>
    </p:extLst>
  </p:cSld>
  <p:clrMapOvr>
    <a:masterClrMapping/>
  </p:clrMapOvr>
  <p:transition spd="med">
    <p:diamond/>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a:extLst>
              <a:ext uri="{FF2B5EF4-FFF2-40B4-BE49-F238E27FC236}">
                <a16:creationId xmlns:a16="http://schemas.microsoft.com/office/drawing/2014/main" id="{23DD523F-E8C6-AD23-C101-85BBC6987B45}"/>
              </a:ext>
            </a:extLst>
          </p:cNvPr>
          <p:cNvSpPr>
            <a:spLocks noGrp="1" noChangeArrowheads="1"/>
          </p:cNvSpPr>
          <p:nvPr>
            <p:ph type="body" idx="4294967295"/>
          </p:nvPr>
        </p:nvSpPr>
        <p:spPr>
          <a:xfrm>
            <a:off x="289732" y="742725"/>
            <a:ext cx="4143488" cy="2406697"/>
          </a:xfrm>
        </p:spPr>
        <p:txBody>
          <a:bodyPr/>
          <a:lstStyle/>
          <a:p>
            <a:pPr marL="233722" indent="-233722" eaLnBrk="1" hangingPunct="1">
              <a:spcBef>
                <a:spcPct val="40000"/>
              </a:spcBef>
              <a:buNone/>
            </a:pPr>
            <a:r>
              <a:rPr lang="zh-CN" altLang="zh-CN" sz="1311" b="1">
                <a:solidFill>
                  <a:srgbClr val="339966"/>
                </a:solidFill>
                <a:ea typeface="宋体" panose="02010600030101010101" pitchFamily="2" charset="-122"/>
              </a:rPr>
              <a:t>A.	</a:t>
            </a:r>
            <a:r>
              <a:rPr lang="zh-CN" altLang="zh-CN">
                <a:ea typeface="宋体" panose="02010600030101010101" pitchFamily="2" charset="-122"/>
              </a:rPr>
              <a:t>星巴克提高了法布奇诺咖啡的价格</a:t>
            </a:r>
          </a:p>
          <a:p>
            <a:pPr marL="233722" indent="-233722" eaLnBrk="1" hangingPunct="1">
              <a:spcBef>
                <a:spcPct val="25000"/>
              </a:spcBef>
              <a:buNone/>
            </a:pPr>
            <a:r>
              <a:rPr lang="zh-CN" altLang="zh-CN" i="1">
                <a:ea typeface="宋体" panose="02010600030101010101" pitchFamily="2" charset="-122"/>
              </a:rPr>
              <a:t>	</a:t>
            </a:r>
            <a:r>
              <a:rPr lang="zh-CN" altLang="zh-CN">
                <a:solidFill>
                  <a:srgbClr val="FF0000"/>
                </a:solidFill>
                <a:ea typeface="宋体" panose="02010600030101010101" pitchFamily="2" charset="-122"/>
              </a:rPr>
              <a:t>CPI和GDP平减指数都上升了  </a:t>
            </a:r>
          </a:p>
          <a:p>
            <a:pPr marL="233722" indent="-233722" eaLnBrk="1" hangingPunct="1">
              <a:spcBef>
                <a:spcPct val="60000"/>
              </a:spcBef>
              <a:buClr>
                <a:srgbClr val="990099"/>
              </a:buClr>
              <a:buSzTx/>
              <a:buNone/>
            </a:pPr>
            <a:r>
              <a:rPr lang="zh-CN" altLang="zh-CN" sz="1311" b="1">
                <a:solidFill>
                  <a:srgbClr val="339966"/>
                </a:solidFill>
                <a:ea typeface="宋体" panose="02010600030101010101" pitchFamily="2" charset="-122"/>
              </a:rPr>
              <a:t>B.	</a:t>
            </a:r>
            <a:r>
              <a:rPr lang="zh-CN" altLang="zh-CN">
                <a:ea typeface="宋体" panose="02010600030101010101" pitchFamily="2" charset="-122"/>
              </a:rPr>
              <a:t>卡特彼勒提高了它在伊利诺伊州工厂生产的工业拖拉机的价格</a:t>
            </a:r>
          </a:p>
          <a:p>
            <a:pPr marL="233722" indent="-233722" eaLnBrk="1" hangingPunct="1">
              <a:spcBef>
                <a:spcPct val="25000"/>
              </a:spcBef>
              <a:buClr>
                <a:srgbClr val="990099"/>
              </a:buClr>
              <a:buSzTx/>
              <a:buNone/>
            </a:pPr>
            <a:r>
              <a:rPr lang="zh-CN" altLang="zh-CN">
                <a:ea typeface="宋体" panose="02010600030101010101" pitchFamily="2" charset="-122"/>
              </a:rPr>
              <a:t>	</a:t>
            </a:r>
            <a:r>
              <a:rPr lang="zh-CN" altLang="zh-CN">
                <a:solidFill>
                  <a:srgbClr val="FF0000"/>
                </a:solidFill>
                <a:ea typeface="宋体" panose="02010600030101010101" pitchFamily="2" charset="-122"/>
              </a:rPr>
              <a:t>GDP平减指数上升, CPI不变 </a:t>
            </a:r>
          </a:p>
          <a:p>
            <a:pPr marL="233722" indent="-233722" eaLnBrk="1" hangingPunct="1">
              <a:spcBef>
                <a:spcPct val="60000"/>
              </a:spcBef>
              <a:buClr>
                <a:srgbClr val="990099"/>
              </a:buClr>
              <a:buSzTx/>
              <a:buNone/>
            </a:pPr>
            <a:r>
              <a:rPr lang="zh-CN" altLang="zh-CN" sz="1311" b="1">
                <a:solidFill>
                  <a:srgbClr val="339966"/>
                </a:solidFill>
                <a:ea typeface="宋体" panose="02010600030101010101" pitchFamily="2" charset="-122"/>
              </a:rPr>
              <a:t>C.	</a:t>
            </a:r>
            <a:r>
              <a:rPr lang="zh-CN" altLang="zh-CN">
                <a:ea typeface="宋体" panose="02010600030101010101" pitchFamily="2" charset="-122"/>
              </a:rPr>
              <a:t>亚曼尼提高了它在美国销售的意大利牛仔的价格</a:t>
            </a:r>
          </a:p>
          <a:p>
            <a:pPr marL="233722" indent="-233722" eaLnBrk="1" hangingPunct="1">
              <a:spcBef>
                <a:spcPct val="60000"/>
              </a:spcBef>
              <a:buClr>
                <a:srgbClr val="990099"/>
              </a:buClr>
              <a:buSzTx/>
              <a:buNone/>
            </a:pPr>
            <a:r>
              <a:rPr lang="zh-CN" altLang="zh-CN">
                <a:ea typeface="宋体" panose="02010600030101010101" pitchFamily="2" charset="-122"/>
              </a:rPr>
              <a:t>	</a:t>
            </a:r>
            <a:r>
              <a:rPr lang="zh-CN" altLang="zh-CN">
                <a:solidFill>
                  <a:srgbClr val="FF0000"/>
                </a:solidFill>
                <a:ea typeface="宋体" panose="02010600030101010101" pitchFamily="2" charset="-122"/>
              </a:rPr>
              <a:t> CPI上升，GDP平减指数不变</a:t>
            </a:r>
          </a:p>
        </p:txBody>
      </p:sp>
      <p:sp>
        <p:nvSpPr>
          <p:cNvPr id="38915" name="Rectangle 8">
            <a:extLst>
              <a:ext uri="{FF2B5EF4-FFF2-40B4-BE49-F238E27FC236}">
                <a16:creationId xmlns:a16="http://schemas.microsoft.com/office/drawing/2014/main" id="{21A03F37-FAA2-E8E8-0CD8-B733F008CDA7}"/>
              </a:ext>
            </a:extLst>
          </p:cNvPr>
          <p:cNvSpPr>
            <a:spLocks noChangeArrowheads="1"/>
          </p:cNvSpPr>
          <p:nvPr/>
        </p:nvSpPr>
        <p:spPr bwMode="auto">
          <a:xfrm>
            <a:off x="0" y="1588"/>
            <a:ext cx="192088" cy="3457575"/>
          </a:xfrm>
          <a:prstGeom prst="rect">
            <a:avLst/>
          </a:prstGeom>
          <a:solidFill>
            <a:srgbClr val="996633"/>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1040" eaLnBrk="1" fontAlgn="base" hangingPunct="1">
              <a:spcBef>
                <a:spcPct val="0"/>
              </a:spcBef>
              <a:spcAft>
                <a:spcPct val="0"/>
              </a:spcAft>
            </a:pPr>
            <a:endParaRPr lang="zh-CN" altLang="zh-CN" sz="908">
              <a:solidFill>
                <a:srgbClr val="000000"/>
              </a:solidFill>
              <a:ea typeface="宋体" panose="02010600030101010101" pitchFamily="2" charset="-122"/>
            </a:endParaRPr>
          </a:p>
        </p:txBody>
      </p:sp>
      <p:sp>
        <p:nvSpPr>
          <p:cNvPr id="38916" name="Rectangle 4">
            <a:extLst>
              <a:ext uri="{FF2B5EF4-FFF2-40B4-BE49-F238E27FC236}">
                <a16:creationId xmlns:a16="http://schemas.microsoft.com/office/drawing/2014/main" id="{686F08A7-8B1B-291F-7D88-6CADECAC0F60}"/>
              </a:ext>
            </a:extLst>
          </p:cNvPr>
          <p:cNvSpPr>
            <a:spLocks noGrp="1" noChangeArrowheads="1"/>
          </p:cNvSpPr>
          <p:nvPr>
            <p:ph type="title" idx="4294967295"/>
          </p:nvPr>
        </p:nvSpPr>
        <p:spPr>
          <a:xfrm>
            <a:off x="296135" y="179269"/>
            <a:ext cx="4138686" cy="481019"/>
          </a:xfrm>
        </p:spPr>
        <p:txBody>
          <a:bodyPr vert="horz" wrap="square" lIns="91440" tIns="0" rIns="91440" bIns="0" numCol="1" anchor="t" anchorCtr="0" compatLnSpc="1">
            <a:prstTxWarp prst="textNoShape">
              <a:avLst/>
            </a:prstTxWarp>
          </a:bodyPr>
          <a:lstStyle/>
          <a:p>
            <a:pPr algn="l" eaLnBrk="1" hangingPunct="1"/>
            <a:r>
              <a:rPr lang="zh-CN" altLang="zh-CN" sz="1210" b="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主动学习  </a:t>
            </a:r>
            <a:r>
              <a:rPr lang="zh-CN" altLang="zh-CN" sz="1412" i="1">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3</a:t>
            </a:r>
            <a:r>
              <a:rPr lang="zh-CN" altLang="zh-CN" sz="1210" b="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   </a:t>
            </a:r>
            <a:br>
              <a:rPr lang="zh-CN" altLang="zh-CN" sz="1210" b="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br>
            <a:r>
              <a:rPr lang="zh-CN" altLang="zh-CN" sz="1613">
                <a:solidFill>
                  <a:srgbClr val="339966"/>
                </a:solidFill>
                <a:effectLst>
                  <a:outerShdw blurRad="38100" dist="38100" dir="2700000" algn="tl">
                    <a:srgbClr val="C0C0C0"/>
                  </a:outerShdw>
                </a:effectLst>
                <a:ea typeface="宋体" panose="02010600030101010101" pitchFamily="2" charset="-122"/>
              </a:rPr>
              <a:t>参考答案</a:t>
            </a:r>
          </a:p>
        </p:txBody>
      </p:sp>
      <p:grpSp>
        <p:nvGrpSpPr>
          <p:cNvPr id="38917" name="Group 5">
            <a:extLst>
              <a:ext uri="{FF2B5EF4-FFF2-40B4-BE49-F238E27FC236}">
                <a16:creationId xmlns:a16="http://schemas.microsoft.com/office/drawing/2014/main" id="{9CBDFC3B-64FE-52D0-9EE4-6F72DEACE554}"/>
              </a:ext>
            </a:extLst>
          </p:cNvPr>
          <p:cNvGrpSpPr>
            <a:grpSpLocks/>
          </p:cNvGrpSpPr>
          <p:nvPr/>
        </p:nvGrpSpPr>
        <p:grpSpPr bwMode="auto">
          <a:xfrm>
            <a:off x="299336" y="148055"/>
            <a:ext cx="4139486" cy="529041"/>
            <a:chOff x="0" y="0"/>
            <a:chExt cx="5000" cy="661"/>
          </a:xfrm>
        </p:grpSpPr>
        <p:sp>
          <p:nvSpPr>
            <p:cNvPr id="38918" name="Line 9">
              <a:extLst>
                <a:ext uri="{FF2B5EF4-FFF2-40B4-BE49-F238E27FC236}">
                  <a16:creationId xmlns:a16="http://schemas.microsoft.com/office/drawing/2014/main" id="{39D94E84-BEE4-B8F9-DCF8-42D45710DF5E}"/>
                </a:ext>
              </a:extLst>
            </p:cNvPr>
            <p:cNvSpPr>
              <a:spLocks noChangeShapeType="1"/>
            </p:cNvSpPr>
            <p:nvPr/>
          </p:nvSpPr>
          <p:spPr bwMode="auto">
            <a:xfrm>
              <a:off x="2" y="661"/>
              <a:ext cx="4998" cy="0"/>
            </a:xfrm>
            <a:prstGeom prst="line">
              <a:avLst/>
            </a:prstGeom>
            <a:noFill/>
            <a:ln w="12700">
              <a:solidFill>
                <a:srgbClr val="C0C0C0"/>
              </a:solidFill>
              <a:round/>
              <a:headEnd/>
              <a:tailEnd/>
            </a:ln>
            <a:extLst>
              <a:ext uri="{909E8E84-426E-40DD-AFC4-6F175D3DCCD1}">
                <a14:hiddenFill xmlns:a14="http://schemas.microsoft.com/office/drawing/2010/main">
                  <a:noFill/>
                </a14:hiddenFill>
              </a:ext>
            </a:extLst>
          </p:spPr>
          <p:txBody>
            <a:bodyPr/>
            <a:lstStyle/>
            <a:p>
              <a:pPr defTabSz="461040" fontAlgn="base">
                <a:spcBef>
                  <a:spcPct val="0"/>
                </a:spcBef>
                <a:spcAft>
                  <a:spcPct val="0"/>
                </a:spcAft>
              </a:pPr>
              <a:endParaRPr lang="zh-CN" altLang="en-US" sz="908">
                <a:solidFill>
                  <a:srgbClr val="000000"/>
                </a:solidFill>
                <a:latin typeface="Arial" panose="020B0604020202020204" pitchFamily="34" charset="0"/>
              </a:endParaRPr>
            </a:p>
          </p:txBody>
        </p:sp>
        <p:sp>
          <p:nvSpPr>
            <p:cNvPr id="38919" name="Line 10">
              <a:extLst>
                <a:ext uri="{FF2B5EF4-FFF2-40B4-BE49-F238E27FC236}">
                  <a16:creationId xmlns:a16="http://schemas.microsoft.com/office/drawing/2014/main" id="{3613FA0F-3833-BC3E-80D3-C2304D979CCB}"/>
                </a:ext>
              </a:extLst>
            </p:cNvPr>
            <p:cNvSpPr>
              <a:spLocks noChangeShapeType="1"/>
            </p:cNvSpPr>
            <p:nvPr/>
          </p:nvSpPr>
          <p:spPr bwMode="auto">
            <a:xfrm>
              <a:off x="0" y="0"/>
              <a:ext cx="4998" cy="0"/>
            </a:xfrm>
            <a:prstGeom prst="line">
              <a:avLst/>
            </a:prstGeom>
            <a:noFill/>
            <a:ln w="12700">
              <a:solidFill>
                <a:srgbClr val="C0C0C0"/>
              </a:solidFill>
              <a:round/>
              <a:headEnd/>
              <a:tailEnd/>
            </a:ln>
            <a:extLst>
              <a:ext uri="{909E8E84-426E-40DD-AFC4-6F175D3DCCD1}">
                <a14:hiddenFill xmlns:a14="http://schemas.microsoft.com/office/drawing/2010/main">
                  <a:noFill/>
                </a14:hiddenFill>
              </a:ext>
            </a:extLst>
          </p:spPr>
          <p:txBody>
            <a:bodyPr/>
            <a:lstStyle/>
            <a:p>
              <a:pPr defTabSz="461040" fontAlgn="base">
                <a:spcBef>
                  <a:spcPct val="0"/>
                </a:spcBef>
                <a:spcAft>
                  <a:spcPct val="0"/>
                </a:spcAft>
              </a:pPr>
              <a:endParaRPr lang="zh-CN" altLang="en-US" sz="908">
                <a:solidFill>
                  <a:srgbClr val="000000"/>
                </a:solidFill>
                <a:latin typeface="Arial" panose="020B0604020202020204" pitchFamily="34" charset="0"/>
              </a:endParaRPr>
            </a:p>
          </p:txBody>
        </p:sp>
      </p:grpSp>
      <p:sp>
        <p:nvSpPr>
          <p:cNvPr id="38920" name="Rectangle 8">
            <a:extLst>
              <a:ext uri="{FF2B5EF4-FFF2-40B4-BE49-F238E27FC236}">
                <a16:creationId xmlns:a16="http://schemas.microsoft.com/office/drawing/2014/main" id="{C565278D-4B20-EE25-3A60-93E394DF4A9E}"/>
              </a:ext>
            </a:extLst>
          </p:cNvPr>
          <p:cNvSpPr>
            <a:spLocks noChangeArrowheads="1"/>
          </p:cNvSpPr>
          <p:nvPr/>
        </p:nvSpPr>
        <p:spPr bwMode="auto">
          <a:xfrm>
            <a:off x="4185907" y="3215851"/>
            <a:ext cx="344957" cy="1856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defTabSz="461040" eaLnBrk="1" fontAlgn="base" hangingPunct="1">
              <a:spcBef>
                <a:spcPct val="0"/>
              </a:spcBef>
              <a:spcAft>
                <a:spcPct val="0"/>
              </a:spcAft>
            </a:pPr>
            <a:fld id="{BD578E5E-2697-854A-B7A1-17E9D833F7C1}" type="slidenum">
              <a:rPr lang="zh-CN" altLang="zh-CN" sz="857">
                <a:solidFill>
                  <a:srgbClr val="777777"/>
                </a:solidFill>
                <a:latin typeface="Tahoma" panose="020B0604030504040204" pitchFamily="34" charset="0"/>
                <a:ea typeface="宋体" panose="02010600030101010101" pitchFamily="2" charset="-122"/>
              </a:rPr>
              <a:pPr algn="r" defTabSz="461040" eaLnBrk="1" fontAlgn="base" hangingPunct="1">
                <a:spcBef>
                  <a:spcPct val="0"/>
                </a:spcBef>
                <a:spcAft>
                  <a:spcPct val="0"/>
                </a:spcAft>
              </a:pPr>
              <a:t>15</a:t>
            </a:fld>
            <a:endParaRPr lang="zh-CN" altLang="zh-CN" sz="857">
              <a:solidFill>
                <a:srgbClr val="777777"/>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622710104"/>
      </p:ext>
    </p:extLst>
  </p:cSld>
  <p:clrMapOvr>
    <a:masterClrMapping/>
  </p:clrMapOvr>
  <p:transition spd="med">
    <p:diamond/>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1" name="灯片编号占位符 2">
            <a:extLst>
              <a:ext uri="{FF2B5EF4-FFF2-40B4-BE49-F238E27FC236}">
                <a16:creationId xmlns:a16="http://schemas.microsoft.com/office/drawing/2014/main" id="{DD9E7CA9-B78B-E6D9-75BF-5A39A980329F}"/>
              </a:ext>
            </a:extLst>
          </p:cNvPr>
          <p:cNvSpPr txBox="1">
            <a:spLocks noGrp="1" noChangeArrowheads="1"/>
          </p:cNvSpPr>
          <p:nvPr/>
        </p:nvSpPr>
        <p:spPr bwMode="auto">
          <a:xfrm>
            <a:off x="4185907" y="3215851"/>
            <a:ext cx="344957" cy="1856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defTabSz="461040" eaLnBrk="1" fontAlgn="base" hangingPunct="1">
              <a:spcBef>
                <a:spcPct val="0"/>
              </a:spcBef>
              <a:spcAft>
                <a:spcPct val="0"/>
              </a:spcAft>
            </a:pPr>
            <a:fld id="{A14BA748-BB80-1045-AA3F-B6953F908921}" type="slidenum">
              <a:rPr lang="zh-CN" altLang="zh-CN" sz="857">
                <a:solidFill>
                  <a:srgbClr val="777777"/>
                </a:solidFill>
                <a:ea typeface="宋体" panose="02010600030101010101" pitchFamily="2" charset="-122"/>
              </a:rPr>
              <a:pPr algn="r" defTabSz="461040" eaLnBrk="1" fontAlgn="base" hangingPunct="1">
                <a:spcBef>
                  <a:spcPct val="0"/>
                </a:spcBef>
                <a:spcAft>
                  <a:spcPct val="0"/>
                </a:spcAft>
              </a:pPr>
              <a:t>16</a:t>
            </a:fld>
            <a:endParaRPr lang="zh-CN" altLang="zh-CN" sz="857">
              <a:solidFill>
                <a:srgbClr val="777777"/>
              </a:solidFill>
              <a:ea typeface="宋体" panose="02010600030101010101" pitchFamily="2" charset="-122"/>
            </a:endParaRPr>
          </a:p>
        </p:txBody>
      </p:sp>
      <p:sp>
        <p:nvSpPr>
          <p:cNvPr id="27652" name="Rectangle 2">
            <a:extLst>
              <a:ext uri="{FF2B5EF4-FFF2-40B4-BE49-F238E27FC236}">
                <a16:creationId xmlns:a16="http://schemas.microsoft.com/office/drawing/2014/main" id="{09C1D011-4597-3D54-0C0B-17822D145699}"/>
              </a:ext>
            </a:extLst>
          </p:cNvPr>
          <p:cNvSpPr>
            <a:spLocks noGrp="1" noChangeArrowheads="1"/>
          </p:cNvSpPr>
          <p:nvPr>
            <p:ph type="title" idx="4294967295"/>
          </p:nvPr>
        </p:nvSpPr>
        <p:spPr>
          <a:xfrm>
            <a:off x="230505" y="134448"/>
            <a:ext cx="4161096" cy="517036"/>
          </a:xfrm>
        </p:spPr>
        <p:txBody>
          <a:bodyPr/>
          <a:lstStyle/>
          <a:p>
            <a:pPr eaLnBrk="1" hangingPunct="1"/>
            <a:r>
              <a:rPr lang="en-US" altLang="zh-CN" sz="1613">
                <a:ea typeface="宋体" panose="02010600030101010101" pitchFamily="2" charset="-122"/>
              </a:rPr>
              <a:t>CPI</a:t>
            </a:r>
            <a:r>
              <a:rPr lang="zh-CN" altLang="en-US" sz="1613">
                <a:ea typeface="宋体" panose="02010600030101010101" pitchFamily="2" charset="-122"/>
              </a:rPr>
              <a:t>存在的问题</a:t>
            </a:r>
            <a:r>
              <a:rPr lang="en-US" altLang="zh-CN" sz="1613">
                <a:ea typeface="宋体" panose="02010600030101010101" pitchFamily="2" charset="-122"/>
              </a:rPr>
              <a:t>:</a:t>
            </a:r>
            <a:r>
              <a:rPr lang="zh-CN" altLang="en-US" sz="1613">
                <a:solidFill>
                  <a:srgbClr val="CC0000"/>
                </a:solidFill>
                <a:ea typeface="宋体" panose="02010600030101010101" pitchFamily="2" charset="-122"/>
              </a:rPr>
              <a:t>替代偏向</a:t>
            </a:r>
          </a:p>
        </p:txBody>
      </p:sp>
      <p:sp>
        <p:nvSpPr>
          <p:cNvPr id="27653" name="Rectangle 3">
            <a:extLst>
              <a:ext uri="{FF2B5EF4-FFF2-40B4-BE49-F238E27FC236}">
                <a16:creationId xmlns:a16="http://schemas.microsoft.com/office/drawing/2014/main" id="{8C2EA739-B0A9-915A-6D63-FA8C47D1489F}"/>
              </a:ext>
            </a:extLst>
          </p:cNvPr>
          <p:cNvSpPr>
            <a:spLocks noGrp="1" noChangeArrowheads="1"/>
          </p:cNvSpPr>
          <p:nvPr>
            <p:ph type="body" idx="4294967295"/>
          </p:nvPr>
        </p:nvSpPr>
        <p:spPr>
          <a:xfrm>
            <a:off x="188086" y="673894"/>
            <a:ext cx="4191509" cy="2263431"/>
          </a:xfrm>
        </p:spPr>
        <p:txBody>
          <a:bodyPr/>
          <a:lstStyle/>
          <a:p>
            <a:pPr eaLnBrk="1" hangingPunct="1"/>
            <a:r>
              <a:rPr lang="zh-CN" altLang="zh-CN">
                <a:ea typeface="宋体" panose="02010600030101010101" pitchFamily="2" charset="-122"/>
              </a:rPr>
              <a:t>当价格年复一年地变动时，一些物品的价格上升得比另一些快一些</a:t>
            </a:r>
          </a:p>
          <a:p>
            <a:pPr eaLnBrk="1" hangingPunct="1"/>
            <a:r>
              <a:rPr lang="zh-CN" altLang="zh-CN">
                <a:ea typeface="宋体" panose="02010600030101010101" pitchFamily="2" charset="-122"/>
              </a:rPr>
              <a:t>消费者用那些变得不太昂贵的物品来替代</a:t>
            </a:r>
          </a:p>
          <a:p>
            <a:pPr eaLnBrk="1" hangingPunct="1"/>
            <a:r>
              <a:rPr lang="zh-CN" altLang="zh-CN">
                <a:ea typeface="宋体" panose="02010600030101010101" pitchFamily="2" charset="-122"/>
              </a:rPr>
              <a:t>CPI没有考虑这种替代，因为它使用了一篮子固定不变的物品 </a:t>
            </a:r>
          </a:p>
          <a:p>
            <a:pPr eaLnBrk="1" hangingPunct="1"/>
            <a:r>
              <a:rPr lang="zh-CN" altLang="zh-CN">
                <a:ea typeface="宋体" panose="02010600030101010101" pitchFamily="2" charset="-122"/>
              </a:rPr>
              <a:t>因此CPI高估了生活费用的增加</a:t>
            </a:r>
          </a:p>
        </p:txBody>
      </p:sp>
      <p:sp>
        <p:nvSpPr>
          <p:cNvPr id="27654" name="FlagCount" hidden="1">
            <a:hlinkClick r:id="rId3" action="ppaction://hlinkfile"/>
            <a:extLst>
              <a:ext uri="{FF2B5EF4-FFF2-40B4-BE49-F238E27FC236}">
                <a16:creationId xmlns:a16="http://schemas.microsoft.com/office/drawing/2014/main" id="{01DB6AB5-4BD4-759A-C361-0B549E9A0FD7}"/>
              </a:ext>
            </a:extLst>
          </p:cNvPr>
          <p:cNvSpPr>
            <a:spLocks noChangeArrowheads="1"/>
          </p:cNvSpPr>
          <p:nvPr/>
        </p:nvSpPr>
        <p:spPr bwMode="auto">
          <a:xfrm>
            <a:off x="4161896" y="157659"/>
            <a:ext cx="192088" cy="160073"/>
          </a:xfrm>
          <a:prstGeom prst="wedgeRoundRectCallout">
            <a:avLst>
              <a:gd name="adj1" fmla="val -43750"/>
              <a:gd name="adj2" fmla="val 70000"/>
              <a:gd name="adj3" fmla="val 16667"/>
            </a:avLst>
          </a:prstGeom>
          <a:solidFill>
            <a:schemeClr val="accent1">
              <a:alpha val="25000"/>
            </a:schemeClr>
          </a:solidFill>
          <a:ln w="19050">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defTabSz="461040" eaLnBrk="1" fontAlgn="base" hangingPunct="1">
              <a:spcBef>
                <a:spcPct val="0"/>
              </a:spcBef>
              <a:spcAft>
                <a:spcPct val="0"/>
              </a:spcAft>
            </a:pPr>
            <a:r>
              <a:rPr lang="en-US" altLang="zh-CN" sz="706" b="1">
                <a:solidFill>
                  <a:srgbClr val="000000"/>
                </a:solidFill>
                <a:latin typeface="Tahoma" panose="020B0604030504040204" pitchFamily="34" charset="0"/>
                <a:ea typeface="宋体" panose="02010600030101010101" pitchFamily="2" charset="-122"/>
              </a:rPr>
              <a:t>0</a:t>
            </a:r>
          </a:p>
        </p:txBody>
      </p:sp>
    </p:spTree>
  </p:cSld>
  <p:clrMapOvr>
    <a:masterClrMapping/>
  </p:clrMapOvr>
  <p:transition>
    <p:wipe dir="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7">
            <a:extLst>
              <a:ext uri="{FF2B5EF4-FFF2-40B4-BE49-F238E27FC236}">
                <a16:creationId xmlns:a16="http://schemas.microsoft.com/office/drawing/2014/main" id="{2752E504-6F6B-27A2-107E-3C951CF31C15}"/>
              </a:ext>
            </a:extLst>
          </p:cNvPr>
          <p:cNvSpPr>
            <a:spLocks noChangeArrowheads="1"/>
          </p:cNvSpPr>
          <p:nvPr/>
        </p:nvSpPr>
        <p:spPr bwMode="auto">
          <a:xfrm>
            <a:off x="245713" y="623471"/>
            <a:ext cx="4182705" cy="17792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1040" eaLnBrk="1" fontAlgn="base" hangingPunct="1">
              <a:lnSpc>
                <a:spcPct val="110000"/>
              </a:lnSpc>
              <a:spcBef>
                <a:spcPct val="30000"/>
              </a:spcBef>
              <a:spcAft>
                <a:spcPct val="0"/>
              </a:spcAft>
              <a:buClr>
                <a:srgbClr val="339966"/>
              </a:buClr>
              <a:buSzPct val="120000"/>
            </a:pPr>
            <a:r>
              <a:rPr lang="zh-CN" altLang="zh-CN" sz="1311">
                <a:solidFill>
                  <a:srgbClr val="000000"/>
                </a:solidFill>
                <a:ea typeface="宋体" panose="02010600030101010101" pitchFamily="2" charset="-122"/>
              </a:rPr>
              <a:t>CPI 篮子：</a:t>
            </a:r>
            <a:br>
              <a:rPr lang="zh-CN" altLang="zh-CN" sz="1311">
                <a:solidFill>
                  <a:srgbClr val="000000"/>
                </a:solidFill>
                <a:ea typeface="宋体" panose="02010600030101010101" pitchFamily="2" charset="-122"/>
              </a:rPr>
            </a:br>
            <a:r>
              <a:rPr lang="zh-CN" altLang="zh-CN" sz="1311">
                <a:solidFill>
                  <a:srgbClr val="000000"/>
                </a:solidFill>
                <a:ea typeface="宋体" panose="02010600030101010101" pitchFamily="2" charset="-122"/>
              </a:rPr>
              <a:t>  {10 磅牛肉, </a:t>
            </a:r>
            <a:br>
              <a:rPr lang="zh-CN" altLang="zh-CN" sz="1311">
                <a:solidFill>
                  <a:srgbClr val="000000"/>
                </a:solidFill>
                <a:ea typeface="宋体" panose="02010600030101010101" pitchFamily="2" charset="-122"/>
              </a:rPr>
            </a:br>
            <a:r>
              <a:rPr lang="zh-CN" altLang="zh-CN" sz="1311">
                <a:solidFill>
                  <a:srgbClr val="000000"/>
                </a:solidFill>
                <a:ea typeface="宋体" panose="02010600030101010101" pitchFamily="2" charset="-122"/>
              </a:rPr>
              <a:t>     20 磅鸡肉}</a:t>
            </a:r>
          </a:p>
          <a:p>
            <a:pPr defTabSz="461040" eaLnBrk="1" fontAlgn="base" hangingPunct="1">
              <a:lnSpc>
                <a:spcPct val="110000"/>
              </a:lnSpc>
              <a:spcBef>
                <a:spcPct val="30000"/>
              </a:spcBef>
              <a:spcAft>
                <a:spcPct val="0"/>
              </a:spcAft>
              <a:buClr>
                <a:srgbClr val="339966"/>
              </a:buClr>
              <a:buSzPct val="120000"/>
            </a:pPr>
            <a:r>
              <a:rPr lang="zh-CN" altLang="zh-CN" sz="1311">
                <a:solidFill>
                  <a:srgbClr val="000000"/>
                </a:solidFill>
                <a:ea typeface="宋体" panose="02010600030101010101" pitchFamily="2" charset="-122"/>
              </a:rPr>
              <a:t>2004-5: </a:t>
            </a:r>
            <a:br>
              <a:rPr lang="zh-CN" altLang="zh-CN" sz="1311">
                <a:solidFill>
                  <a:srgbClr val="000000"/>
                </a:solidFill>
                <a:ea typeface="宋体" panose="02010600030101010101" pitchFamily="2" charset="-122"/>
              </a:rPr>
            </a:br>
            <a:r>
              <a:rPr lang="zh-CN" altLang="zh-CN" sz="1311">
                <a:solidFill>
                  <a:srgbClr val="000000"/>
                </a:solidFill>
                <a:ea typeface="宋体" panose="02010600030101010101" pitchFamily="2" charset="-122"/>
              </a:rPr>
              <a:t>家庭购买CPI篮子</a:t>
            </a:r>
          </a:p>
          <a:p>
            <a:pPr defTabSz="461040" eaLnBrk="1" fontAlgn="base" hangingPunct="1">
              <a:lnSpc>
                <a:spcPct val="110000"/>
              </a:lnSpc>
              <a:spcBef>
                <a:spcPct val="30000"/>
              </a:spcBef>
              <a:spcAft>
                <a:spcPct val="0"/>
              </a:spcAft>
              <a:buClr>
                <a:srgbClr val="339966"/>
              </a:buClr>
              <a:buSzPct val="120000"/>
            </a:pPr>
            <a:endParaRPr lang="zh-CN" altLang="zh-CN" sz="1311">
              <a:solidFill>
                <a:srgbClr val="000000"/>
              </a:solidFill>
              <a:ea typeface="宋体" panose="02010600030101010101" pitchFamily="2" charset="-122"/>
            </a:endParaRPr>
          </a:p>
          <a:p>
            <a:pPr defTabSz="461040" eaLnBrk="1" fontAlgn="base" hangingPunct="1">
              <a:lnSpc>
                <a:spcPct val="110000"/>
              </a:lnSpc>
              <a:spcBef>
                <a:spcPct val="30000"/>
              </a:spcBef>
              <a:spcAft>
                <a:spcPct val="0"/>
              </a:spcAft>
              <a:buClr>
                <a:srgbClr val="339966"/>
              </a:buClr>
              <a:buSzPct val="120000"/>
            </a:pPr>
            <a:r>
              <a:rPr lang="zh-CN" altLang="zh-CN" sz="1311">
                <a:solidFill>
                  <a:srgbClr val="000000"/>
                </a:solidFill>
                <a:ea typeface="宋体" panose="02010600030101010101" pitchFamily="2" charset="-122"/>
              </a:rPr>
              <a:t>2006：家庭买  {5 磅牛肉, 25 磅鸡肉}</a:t>
            </a:r>
          </a:p>
        </p:txBody>
      </p:sp>
      <p:sp>
        <p:nvSpPr>
          <p:cNvPr id="21507" name="Rectangle 8">
            <a:extLst>
              <a:ext uri="{FF2B5EF4-FFF2-40B4-BE49-F238E27FC236}">
                <a16:creationId xmlns:a16="http://schemas.microsoft.com/office/drawing/2014/main" id="{72804E82-7BB7-28D9-BB73-C87DA16ACAB7}"/>
              </a:ext>
            </a:extLst>
          </p:cNvPr>
          <p:cNvSpPr>
            <a:spLocks noChangeArrowheads="1"/>
          </p:cNvSpPr>
          <p:nvPr/>
        </p:nvSpPr>
        <p:spPr bwMode="auto">
          <a:xfrm>
            <a:off x="0" y="1588"/>
            <a:ext cx="192088" cy="3457575"/>
          </a:xfrm>
          <a:prstGeom prst="rect">
            <a:avLst/>
          </a:prstGeom>
          <a:solidFill>
            <a:srgbClr val="996633"/>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1040" eaLnBrk="1" fontAlgn="base" hangingPunct="1">
              <a:spcBef>
                <a:spcPct val="0"/>
              </a:spcBef>
              <a:spcAft>
                <a:spcPct val="0"/>
              </a:spcAft>
            </a:pPr>
            <a:endParaRPr lang="zh-CN" altLang="zh-CN" sz="908">
              <a:solidFill>
                <a:srgbClr val="000000"/>
              </a:solidFill>
              <a:ea typeface="宋体" panose="02010600030101010101" pitchFamily="2" charset="-122"/>
            </a:endParaRPr>
          </a:p>
        </p:txBody>
      </p:sp>
      <p:sp>
        <p:nvSpPr>
          <p:cNvPr id="21508" name="Rectangle 4">
            <a:extLst>
              <a:ext uri="{FF2B5EF4-FFF2-40B4-BE49-F238E27FC236}">
                <a16:creationId xmlns:a16="http://schemas.microsoft.com/office/drawing/2014/main" id="{A1382D24-8952-C55D-FD4B-2C70CE1E313F}"/>
              </a:ext>
            </a:extLst>
          </p:cNvPr>
          <p:cNvSpPr>
            <a:spLocks noGrp="1" noChangeArrowheads="1"/>
          </p:cNvSpPr>
          <p:nvPr>
            <p:ph type="title" idx="4294967295"/>
          </p:nvPr>
        </p:nvSpPr>
        <p:spPr>
          <a:xfrm>
            <a:off x="296135" y="168063"/>
            <a:ext cx="4138686" cy="420992"/>
          </a:xfrm>
        </p:spPr>
        <p:txBody>
          <a:bodyPr vert="horz" wrap="square" lIns="91440" tIns="0" rIns="91440" bIns="0" numCol="1" anchor="t" anchorCtr="0" compatLnSpc="1">
            <a:prstTxWarp prst="textNoShape">
              <a:avLst/>
            </a:prstTxWarp>
          </a:bodyPr>
          <a:lstStyle/>
          <a:p>
            <a:pPr algn="l" eaLnBrk="1" hangingPunct="1"/>
            <a:r>
              <a:rPr lang="zh-CN" altLang="zh-CN" sz="1210" b="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主动学习  </a:t>
            </a:r>
            <a:r>
              <a:rPr lang="zh-CN" altLang="zh-CN" sz="1210" i="1">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2</a:t>
            </a:r>
            <a:r>
              <a:rPr lang="zh-CN" altLang="zh-CN" sz="1210" b="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   </a:t>
            </a:r>
            <a:br>
              <a:rPr lang="zh-CN" altLang="zh-CN" sz="1210" b="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br>
            <a:r>
              <a:rPr lang="zh-CN" altLang="zh-CN" sz="1613">
                <a:solidFill>
                  <a:srgbClr val="339966"/>
                </a:solidFill>
                <a:effectLst>
                  <a:outerShdw blurRad="38100" dist="38100" dir="2700000" algn="tl">
                    <a:srgbClr val="C0C0C0"/>
                  </a:outerShdw>
                </a:effectLst>
                <a:ea typeface="宋体" panose="02010600030101010101" pitchFamily="2" charset="-122"/>
              </a:rPr>
              <a:t>替代偏向</a:t>
            </a:r>
          </a:p>
        </p:txBody>
      </p:sp>
      <p:sp>
        <p:nvSpPr>
          <p:cNvPr id="21509" name="Line 9">
            <a:extLst>
              <a:ext uri="{FF2B5EF4-FFF2-40B4-BE49-F238E27FC236}">
                <a16:creationId xmlns:a16="http://schemas.microsoft.com/office/drawing/2014/main" id="{8EF0718B-7529-D972-4471-B5B5A1422AFD}"/>
              </a:ext>
            </a:extLst>
          </p:cNvPr>
          <p:cNvSpPr>
            <a:spLocks noChangeShapeType="1"/>
          </p:cNvSpPr>
          <p:nvPr/>
        </p:nvSpPr>
        <p:spPr bwMode="auto">
          <a:xfrm>
            <a:off x="300937" y="621070"/>
            <a:ext cx="4137885" cy="0"/>
          </a:xfrm>
          <a:prstGeom prst="line">
            <a:avLst/>
          </a:prstGeom>
          <a:noFill/>
          <a:ln w="12700">
            <a:solidFill>
              <a:srgbClr val="C0C0C0"/>
            </a:solidFill>
            <a:round/>
            <a:headEnd/>
            <a:tailEnd/>
          </a:ln>
          <a:extLst>
            <a:ext uri="{909E8E84-426E-40DD-AFC4-6F175D3DCCD1}">
              <a14:hiddenFill xmlns:a14="http://schemas.microsoft.com/office/drawing/2010/main">
                <a:noFill/>
              </a14:hiddenFill>
            </a:ext>
          </a:extLst>
        </p:spPr>
        <p:txBody>
          <a:bodyPr/>
          <a:lstStyle/>
          <a:p>
            <a:pPr defTabSz="461040" fontAlgn="base">
              <a:spcBef>
                <a:spcPct val="0"/>
              </a:spcBef>
              <a:spcAft>
                <a:spcPct val="0"/>
              </a:spcAft>
            </a:pPr>
            <a:endParaRPr lang="zh-CN" altLang="en-US" sz="908">
              <a:solidFill>
                <a:srgbClr val="000000"/>
              </a:solidFill>
              <a:latin typeface="Arial" panose="020B0604020202020204" pitchFamily="34" charset="0"/>
            </a:endParaRPr>
          </a:p>
        </p:txBody>
      </p:sp>
      <p:sp>
        <p:nvSpPr>
          <p:cNvPr id="21510" name="Line 10">
            <a:extLst>
              <a:ext uri="{FF2B5EF4-FFF2-40B4-BE49-F238E27FC236}">
                <a16:creationId xmlns:a16="http://schemas.microsoft.com/office/drawing/2014/main" id="{A2C5AFCB-8682-FA42-3DC3-BE91DF6E2375}"/>
              </a:ext>
            </a:extLst>
          </p:cNvPr>
          <p:cNvSpPr>
            <a:spLocks noChangeShapeType="1"/>
          </p:cNvSpPr>
          <p:nvPr/>
        </p:nvSpPr>
        <p:spPr bwMode="auto">
          <a:xfrm>
            <a:off x="299337" y="148054"/>
            <a:ext cx="4137885" cy="0"/>
          </a:xfrm>
          <a:prstGeom prst="line">
            <a:avLst/>
          </a:prstGeom>
          <a:noFill/>
          <a:ln w="12700">
            <a:solidFill>
              <a:srgbClr val="C0C0C0"/>
            </a:solidFill>
            <a:round/>
            <a:headEnd/>
            <a:tailEnd/>
          </a:ln>
          <a:extLst>
            <a:ext uri="{909E8E84-426E-40DD-AFC4-6F175D3DCCD1}">
              <a14:hiddenFill xmlns:a14="http://schemas.microsoft.com/office/drawing/2010/main">
                <a:noFill/>
              </a14:hiddenFill>
            </a:ext>
          </a:extLst>
        </p:spPr>
        <p:txBody>
          <a:bodyPr/>
          <a:lstStyle/>
          <a:p>
            <a:pPr defTabSz="461040" fontAlgn="base">
              <a:spcBef>
                <a:spcPct val="0"/>
              </a:spcBef>
              <a:spcAft>
                <a:spcPct val="0"/>
              </a:spcAft>
            </a:pPr>
            <a:endParaRPr lang="zh-CN" altLang="en-US" sz="908">
              <a:solidFill>
                <a:srgbClr val="000000"/>
              </a:solidFill>
              <a:latin typeface="Arial" panose="020B0604020202020204" pitchFamily="34" charset="0"/>
            </a:endParaRPr>
          </a:p>
        </p:txBody>
      </p:sp>
      <p:sp>
        <p:nvSpPr>
          <p:cNvPr id="21511" name="Rectangle 7">
            <a:extLst>
              <a:ext uri="{FF2B5EF4-FFF2-40B4-BE49-F238E27FC236}">
                <a16:creationId xmlns:a16="http://schemas.microsoft.com/office/drawing/2014/main" id="{19AEE4B5-497A-09F0-3F88-60227A2F316C}"/>
              </a:ext>
            </a:extLst>
          </p:cNvPr>
          <p:cNvSpPr>
            <a:spLocks noChangeArrowheads="1"/>
          </p:cNvSpPr>
          <p:nvPr/>
        </p:nvSpPr>
        <p:spPr bwMode="auto">
          <a:xfrm>
            <a:off x="4185907" y="3215851"/>
            <a:ext cx="344957" cy="1856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defTabSz="461040" eaLnBrk="1" fontAlgn="base" hangingPunct="1">
              <a:spcBef>
                <a:spcPct val="0"/>
              </a:spcBef>
              <a:spcAft>
                <a:spcPct val="0"/>
              </a:spcAft>
            </a:pPr>
            <a:fld id="{70C0B599-D316-E642-836C-2BAFA79DD62C}" type="slidenum">
              <a:rPr lang="zh-CN" altLang="zh-CN" sz="857">
                <a:solidFill>
                  <a:srgbClr val="777777"/>
                </a:solidFill>
                <a:latin typeface="Tahoma" panose="020B0604030504040204" pitchFamily="34" charset="0"/>
                <a:ea typeface="宋体" panose="02010600030101010101" pitchFamily="2" charset="-122"/>
              </a:rPr>
              <a:pPr algn="r" defTabSz="461040" eaLnBrk="1" fontAlgn="base" hangingPunct="1">
                <a:spcBef>
                  <a:spcPct val="0"/>
                </a:spcBef>
                <a:spcAft>
                  <a:spcPct val="0"/>
                </a:spcAft>
              </a:pPr>
              <a:t>17</a:t>
            </a:fld>
            <a:endParaRPr lang="zh-CN" altLang="zh-CN" sz="857">
              <a:solidFill>
                <a:srgbClr val="777777"/>
              </a:solidFill>
              <a:latin typeface="Tahoma" panose="020B0604030504040204" pitchFamily="34" charset="0"/>
              <a:ea typeface="宋体" panose="02010600030101010101" pitchFamily="2" charset="-122"/>
            </a:endParaRPr>
          </a:p>
        </p:txBody>
      </p:sp>
      <p:graphicFrame>
        <p:nvGraphicFramePr>
          <p:cNvPr id="21512" name="Group 8">
            <a:extLst>
              <a:ext uri="{FF2B5EF4-FFF2-40B4-BE49-F238E27FC236}">
                <a16:creationId xmlns:a16="http://schemas.microsoft.com/office/drawing/2014/main" id="{F9BA964E-7784-1A53-B6E8-E41DC1B154F4}"/>
              </a:ext>
            </a:extLst>
          </p:cNvPr>
          <p:cNvGraphicFramePr>
            <a:graphicFrameLocks noGrp="1"/>
          </p:cNvGraphicFramePr>
          <p:nvPr/>
        </p:nvGraphicFramePr>
        <p:xfrm>
          <a:off x="1819229" y="714713"/>
          <a:ext cx="2622794" cy="1260575"/>
        </p:xfrm>
        <a:graphic>
          <a:graphicData uri="http://schemas.openxmlformats.org/drawingml/2006/table">
            <a:tbl>
              <a:tblPr/>
              <a:tblGrid>
                <a:gridCol w="514634">
                  <a:extLst>
                    <a:ext uri="{9D8B030D-6E8A-4147-A177-3AD203B41FA5}">
                      <a16:colId xmlns:a16="http://schemas.microsoft.com/office/drawing/2014/main" val="706118017"/>
                    </a:ext>
                  </a:extLst>
                </a:gridCol>
                <a:gridCol w="520237">
                  <a:extLst>
                    <a:ext uri="{9D8B030D-6E8A-4147-A177-3AD203B41FA5}">
                      <a16:colId xmlns:a16="http://schemas.microsoft.com/office/drawing/2014/main" val="3879407714"/>
                    </a:ext>
                  </a:extLst>
                </a:gridCol>
                <a:gridCol w="659500">
                  <a:extLst>
                    <a:ext uri="{9D8B030D-6E8A-4147-A177-3AD203B41FA5}">
                      <a16:colId xmlns:a16="http://schemas.microsoft.com/office/drawing/2014/main" val="1327706317"/>
                    </a:ext>
                  </a:extLst>
                </a:gridCol>
                <a:gridCol w="928423">
                  <a:extLst>
                    <a:ext uri="{9D8B030D-6E8A-4147-A177-3AD203B41FA5}">
                      <a16:colId xmlns:a16="http://schemas.microsoft.com/office/drawing/2014/main" val="2149673341"/>
                    </a:ext>
                  </a:extLst>
                </a:gridCol>
              </a:tblGrid>
              <a:tr h="466613">
                <a:tc>
                  <a:txBody>
                    <a:bodyPr/>
                    <a:lstStyle>
                      <a:lvl1pPr eaLnBrk="0" hangingPunct="0">
                        <a:lnSpc>
                          <a:spcPct val="105000"/>
                        </a:lnSpc>
                        <a:spcBef>
                          <a:spcPct val="45000"/>
                        </a:spcBef>
                        <a:buClr>
                          <a:srgbClr val="339966"/>
                        </a:buClr>
                        <a:buSzPct val="120000"/>
                        <a:buFont typeface="Wingdings" pitchFamily="2" charset="2"/>
                        <a:defRPr sz="2400">
                          <a:solidFill>
                            <a:schemeClr val="tx1"/>
                          </a:solidFill>
                          <a:latin typeface="Arial" panose="020B0604020202020204" pitchFamily="34" charset="0"/>
                        </a:defRPr>
                      </a:lvl1pPr>
                      <a:lvl2pPr eaLnBrk="0" hangingPunct="0">
                        <a:spcBef>
                          <a:spcPct val="15000"/>
                        </a:spcBef>
                        <a:buClr>
                          <a:srgbClr val="996633"/>
                        </a:buClr>
                        <a:buSzPct val="120000"/>
                        <a:buFont typeface="Wingdings" pitchFamily="2" charset="2"/>
                        <a:defRPr sz="2300">
                          <a:solidFill>
                            <a:schemeClr val="tx1"/>
                          </a:solidFill>
                          <a:latin typeface="Arial" panose="020B0604020202020204" pitchFamily="34" charset="0"/>
                        </a:defRPr>
                      </a:lvl2pPr>
                      <a:lvl3pPr eaLnBrk="0" hangingPunct="0">
                        <a:spcBef>
                          <a:spcPct val="15000"/>
                        </a:spcBef>
                        <a:buClr>
                          <a:srgbClr val="339966"/>
                        </a:buClr>
                        <a:buSzPct val="120000"/>
                        <a:buFont typeface="Wingdings" pitchFamily="2" charset="2"/>
                        <a:defRPr sz="2100">
                          <a:solidFill>
                            <a:schemeClr val="tx1"/>
                          </a:solidFill>
                          <a:latin typeface="Arial" panose="020B0604020202020204" pitchFamily="34" charset="0"/>
                        </a:defRPr>
                      </a:lvl3pPr>
                      <a:lvl4pPr eaLnBrk="0" hangingPunct="0">
                        <a:spcBef>
                          <a:spcPct val="15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endParaRPr kumimoji="0" lang="zh-CN" altLang="zh-CN" sz="13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46101" marR="46101" marT="23051" marB="2305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105000"/>
                        </a:lnSpc>
                        <a:spcBef>
                          <a:spcPct val="45000"/>
                        </a:spcBef>
                        <a:buClr>
                          <a:srgbClr val="339966"/>
                        </a:buClr>
                        <a:buSzPct val="120000"/>
                        <a:buFont typeface="Wingdings" pitchFamily="2" charset="2"/>
                        <a:defRPr sz="2400">
                          <a:solidFill>
                            <a:schemeClr val="tx1"/>
                          </a:solidFill>
                          <a:latin typeface="Arial" panose="020B0604020202020204" pitchFamily="34" charset="0"/>
                        </a:defRPr>
                      </a:lvl1pPr>
                      <a:lvl2pPr eaLnBrk="0" hangingPunct="0">
                        <a:spcBef>
                          <a:spcPct val="15000"/>
                        </a:spcBef>
                        <a:buClr>
                          <a:srgbClr val="996633"/>
                        </a:buClr>
                        <a:buSzPct val="120000"/>
                        <a:buFont typeface="Wingdings" pitchFamily="2" charset="2"/>
                        <a:defRPr sz="2300">
                          <a:solidFill>
                            <a:schemeClr val="tx1"/>
                          </a:solidFill>
                          <a:latin typeface="Arial" panose="020B0604020202020204" pitchFamily="34" charset="0"/>
                        </a:defRPr>
                      </a:lvl2pPr>
                      <a:lvl3pPr eaLnBrk="0" hangingPunct="0">
                        <a:spcBef>
                          <a:spcPct val="15000"/>
                        </a:spcBef>
                        <a:buClr>
                          <a:srgbClr val="339966"/>
                        </a:buClr>
                        <a:buSzPct val="120000"/>
                        <a:buFont typeface="Wingdings" pitchFamily="2" charset="2"/>
                        <a:defRPr sz="2100">
                          <a:solidFill>
                            <a:schemeClr val="tx1"/>
                          </a:solidFill>
                          <a:latin typeface="Arial" panose="020B0604020202020204" pitchFamily="34" charset="0"/>
                        </a:defRPr>
                      </a:lvl3pPr>
                      <a:lvl4pPr eaLnBrk="0" hangingPunct="0">
                        <a:spcBef>
                          <a:spcPct val="15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zh-CN" altLang="zh-CN" sz="1300" b="0" i="1" u="none" strike="noStrike" cap="none" normalizeH="0" baseline="0">
                          <a:ln>
                            <a:noFill/>
                          </a:ln>
                          <a:solidFill>
                            <a:schemeClr val="tx1"/>
                          </a:solidFill>
                          <a:effectLst/>
                          <a:latin typeface="Arial" panose="020B0604020202020204" pitchFamily="34" charset="0"/>
                          <a:ea typeface="宋体" panose="02010600030101010101" pitchFamily="2" charset="-122"/>
                        </a:rPr>
                        <a:t>牛肉</a:t>
                      </a:r>
                    </a:p>
                  </a:txBody>
                  <a:tcPr marL="46101" marR="46101" marT="23051" marB="2305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105000"/>
                        </a:lnSpc>
                        <a:spcBef>
                          <a:spcPct val="45000"/>
                        </a:spcBef>
                        <a:buClr>
                          <a:srgbClr val="339966"/>
                        </a:buClr>
                        <a:buSzPct val="120000"/>
                        <a:buFont typeface="Wingdings" pitchFamily="2" charset="2"/>
                        <a:defRPr sz="2400">
                          <a:solidFill>
                            <a:schemeClr val="tx1"/>
                          </a:solidFill>
                          <a:latin typeface="Arial" panose="020B0604020202020204" pitchFamily="34" charset="0"/>
                        </a:defRPr>
                      </a:lvl1pPr>
                      <a:lvl2pPr eaLnBrk="0" hangingPunct="0">
                        <a:spcBef>
                          <a:spcPct val="15000"/>
                        </a:spcBef>
                        <a:buClr>
                          <a:srgbClr val="996633"/>
                        </a:buClr>
                        <a:buSzPct val="120000"/>
                        <a:buFont typeface="Wingdings" pitchFamily="2" charset="2"/>
                        <a:defRPr sz="2300">
                          <a:solidFill>
                            <a:schemeClr val="tx1"/>
                          </a:solidFill>
                          <a:latin typeface="Arial" panose="020B0604020202020204" pitchFamily="34" charset="0"/>
                        </a:defRPr>
                      </a:lvl2pPr>
                      <a:lvl3pPr eaLnBrk="0" hangingPunct="0">
                        <a:spcBef>
                          <a:spcPct val="15000"/>
                        </a:spcBef>
                        <a:buClr>
                          <a:srgbClr val="339966"/>
                        </a:buClr>
                        <a:buSzPct val="120000"/>
                        <a:buFont typeface="Wingdings" pitchFamily="2" charset="2"/>
                        <a:defRPr sz="2100">
                          <a:solidFill>
                            <a:schemeClr val="tx1"/>
                          </a:solidFill>
                          <a:latin typeface="Arial" panose="020B0604020202020204" pitchFamily="34" charset="0"/>
                        </a:defRPr>
                      </a:lvl3pPr>
                      <a:lvl4pPr eaLnBrk="0" hangingPunct="0">
                        <a:spcBef>
                          <a:spcPct val="15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zh-CN" altLang="zh-CN" sz="1300" b="0" i="1" u="none" strike="noStrike" cap="none" normalizeH="0" baseline="0">
                          <a:ln>
                            <a:noFill/>
                          </a:ln>
                          <a:solidFill>
                            <a:schemeClr val="tx1"/>
                          </a:solidFill>
                          <a:effectLst/>
                          <a:latin typeface="Arial" panose="020B0604020202020204" pitchFamily="34" charset="0"/>
                          <a:ea typeface="宋体" panose="02010600030101010101" pitchFamily="2" charset="-122"/>
                        </a:rPr>
                        <a:t>鸡肉</a:t>
                      </a:r>
                    </a:p>
                  </a:txBody>
                  <a:tcPr marL="46101" marR="46101" marT="23051" marB="2305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105000"/>
                        </a:lnSpc>
                        <a:spcBef>
                          <a:spcPct val="45000"/>
                        </a:spcBef>
                        <a:buClr>
                          <a:srgbClr val="339966"/>
                        </a:buClr>
                        <a:buSzPct val="120000"/>
                        <a:buFont typeface="Wingdings" pitchFamily="2" charset="2"/>
                        <a:defRPr sz="2400">
                          <a:solidFill>
                            <a:schemeClr val="tx1"/>
                          </a:solidFill>
                          <a:latin typeface="Arial" panose="020B0604020202020204" pitchFamily="34" charset="0"/>
                        </a:defRPr>
                      </a:lvl1pPr>
                      <a:lvl2pPr eaLnBrk="0" hangingPunct="0">
                        <a:spcBef>
                          <a:spcPct val="15000"/>
                        </a:spcBef>
                        <a:buClr>
                          <a:srgbClr val="996633"/>
                        </a:buClr>
                        <a:buSzPct val="120000"/>
                        <a:buFont typeface="Wingdings" pitchFamily="2" charset="2"/>
                        <a:defRPr sz="2300">
                          <a:solidFill>
                            <a:schemeClr val="tx1"/>
                          </a:solidFill>
                          <a:latin typeface="Arial" panose="020B0604020202020204" pitchFamily="34" charset="0"/>
                        </a:defRPr>
                      </a:lvl2pPr>
                      <a:lvl3pPr eaLnBrk="0" hangingPunct="0">
                        <a:spcBef>
                          <a:spcPct val="15000"/>
                        </a:spcBef>
                        <a:buClr>
                          <a:srgbClr val="339966"/>
                        </a:buClr>
                        <a:buSzPct val="120000"/>
                        <a:buFont typeface="Wingdings" pitchFamily="2" charset="2"/>
                        <a:defRPr sz="2100">
                          <a:solidFill>
                            <a:schemeClr val="tx1"/>
                          </a:solidFill>
                          <a:latin typeface="Arial" panose="020B0604020202020204" pitchFamily="34" charset="0"/>
                        </a:defRPr>
                      </a:lvl3pPr>
                      <a:lvl4pPr eaLnBrk="0" hangingPunct="0">
                        <a:spcBef>
                          <a:spcPct val="15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zh-CN" altLang="zh-CN" sz="1300" b="0" i="0" u="none" strike="noStrike" cap="none" normalizeH="0" baseline="0">
                          <a:ln>
                            <a:noFill/>
                          </a:ln>
                          <a:solidFill>
                            <a:schemeClr val="tx1"/>
                          </a:solidFill>
                          <a:effectLst/>
                          <a:latin typeface="Arial" panose="020B0604020202020204" pitchFamily="34" charset="0"/>
                          <a:ea typeface="宋体" panose="02010600030101010101" pitchFamily="2" charset="-122"/>
                        </a:rPr>
                        <a:t>CPI篮子的费用</a:t>
                      </a:r>
                    </a:p>
                  </a:txBody>
                  <a:tcPr marL="46101" marR="46101" marT="23051" marB="2305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3225018462"/>
                  </a:ext>
                </a:extLst>
              </a:tr>
              <a:tr h="262520">
                <a:tc>
                  <a:txBody>
                    <a:bodyPr/>
                    <a:lstStyle>
                      <a:lvl1pPr eaLnBrk="0" hangingPunct="0">
                        <a:lnSpc>
                          <a:spcPct val="105000"/>
                        </a:lnSpc>
                        <a:spcBef>
                          <a:spcPct val="45000"/>
                        </a:spcBef>
                        <a:buClr>
                          <a:srgbClr val="339966"/>
                        </a:buClr>
                        <a:buSzPct val="120000"/>
                        <a:buFont typeface="Wingdings" pitchFamily="2" charset="2"/>
                        <a:defRPr sz="2400">
                          <a:solidFill>
                            <a:schemeClr val="tx1"/>
                          </a:solidFill>
                          <a:latin typeface="Arial" panose="020B0604020202020204" pitchFamily="34" charset="0"/>
                        </a:defRPr>
                      </a:lvl1pPr>
                      <a:lvl2pPr eaLnBrk="0" hangingPunct="0">
                        <a:spcBef>
                          <a:spcPct val="15000"/>
                        </a:spcBef>
                        <a:buClr>
                          <a:srgbClr val="996633"/>
                        </a:buClr>
                        <a:buSzPct val="120000"/>
                        <a:buFont typeface="Wingdings" pitchFamily="2" charset="2"/>
                        <a:defRPr sz="2300">
                          <a:solidFill>
                            <a:schemeClr val="tx1"/>
                          </a:solidFill>
                          <a:latin typeface="Arial" panose="020B0604020202020204" pitchFamily="34" charset="0"/>
                        </a:defRPr>
                      </a:lvl2pPr>
                      <a:lvl3pPr eaLnBrk="0" hangingPunct="0">
                        <a:spcBef>
                          <a:spcPct val="15000"/>
                        </a:spcBef>
                        <a:buClr>
                          <a:srgbClr val="339966"/>
                        </a:buClr>
                        <a:buSzPct val="120000"/>
                        <a:buFont typeface="Wingdings" pitchFamily="2" charset="2"/>
                        <a:defRPr sz="2100">
                          <a:solidFill>
                            <a:schemeClr val="tx1"/>
                          </a:solidFill>
                          <a:latin typeface="Arial" panose="020B0604020202020204" pitchFamily="34" charset="0"/>
                        </a:defRPr>
                      </a:lvl3pPr>
                      <a:lvl4pPr eaLnBrk="0" hangingPunct="0">
                        <a:spcBef>
                          <a:spcPct val="15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altLang="zh-CN" sz="1300" b="0" i="0" u="none" strike="noStrike" cap="none" normalizeH="0" baseline="0">
                          <a:ln>
                            <a:noFill/>
                          </a:ln>
                          <a:solidFill>
                            <a:schemeClr val="tx1"/>
                          </a:solidFill>
                          <a:effectLst/>
                          <a:latin typeface="Arial" panose="020B0604020202020204" pitchFamily="34" charset="0"/>
                          <a:ea typeface="宋体" panose="02010600030101010101" pitchFamily="2" charset="-122"/>
                        </a:rPr>
                        <a:t>2004</a:t>
                      </a:r>
                    </a:p>
                  </a:txBody>
                  <a:tcPr marL="46101" marR="46101" marT="23051" marB="2305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105000"/>
                        </a:lnSpc>
                        <a:spcBef>
                          <a:spcPct val="45000"/>
                        </a:spcBef>
                        <a:buClr>
                          <a:srgbClr val="339966"/>
                        </a:buClr>
                        <a:buSzPct val="120000"/>
                        <a:buFont typeface="Wingdings" pitchFamily="2" charset="2"/>
                        <a:defRPr sz="2400">
                          <a:solidFill>
                            <a:schemeClr val="tx1"/>
                          </a:solidFill>
                          <a:latin typeface="Arial" panose="020B0604020202020204" pitchFamily="34" charset="0"/>
                        </a:defRPr>
                      </a:lvl1pPr>
                      <a:lvl2pPr eaLnBrk="0" hangingPunct="0">
                        <a:spcBef>
                          <a:spcPct val="15000"/>
                        </a:spcBef>
                        <a:buClr>
                          <a:srgbClr val="996633"/>
                        </a:buClr>
                        <a:buSzPct val="120000"/>
                        <a:buFont typeface="Wingdings" pitchFamily="2" charset="2"/>
                        <a:defRPr sz="2300">
                          <a:solidFill>
                            <a:schemeClr val="tx1"/>
                          </a:solidFill>
                          <a:latin typeface="Arial" panose="020B0604020202020204" pitchFamily="34" charset="0"/>
                        </a:defRPr>
                      </a:lvl2pPr>
                      <a:lvl3pPr eaLnBrk="0" hangingPunct="0">
                        <a:spcBef>
                          <a:spcPct val="15000"/>
                        </a:spcBef>
                        <a:buClr>
                          <a:srgbClr val="339966"/>
                        </a:buClr>
                        <a:buSzPct val="120000"/>
                        <a:buFont typeface="Wingdings" pitchFamily="2" charset="2"/>
                        <a:defRPr sz="2100">
                          <a:solidFill>
                            <a:schemeClr val="tx1"/>
                          </a:solidFill>
                          <a:latin typeface="Arial" panose="020B0604020202020204" pitchFamily="34" charset="0"/>
                        </a:defRPr>
                      </a:lvl3pPr>
                      <a:lvl4pPr eaLnBrk="0" hangingPunct="0">
                        <a:spcBef>
                          <a:spcPct val="15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altLang="zh-CN" sz="1300" b="0" i="0" u="none" strike="noStrike" cap="none" normalizeH="0" baseline="0">
                          <a:ln>
                            <a:noFill/>
                          </a:ln>
                          <a:solidFill>
                            <a:schemeClr val="tx1"/>
                          </a:solidFill>
                          <a:effectLst/>
                          <a:latin typeface="Arial" panose="020B0604020202020204" pitchFamily="34" charset="0"/>
                          <a:ea typeface="宋体" panose="02010600030101010101" pitchFamily="2" charset="-122"/>
                        </a:rPr>
                        <a:t>$4</a:t>
                      </a:r>
                    </a:p>
                  </a:txBody>
                  <a:tcPr marL="46101" marR="46101" marT="23051" marB="2305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105000"/>
                        </a:lnSpc>
                        <a:spcBef>
                          <a:spcPct val="45000"/>
                        </a:spcBef>
                        <a:buClr>
                          <a:srgbClr val="339966"/>
                        </a:buClr>
                        <a:buSzPct val="120000"/>
                        <a:buFont typeface="Wingdings" pitchFamily="2" charset="2"/>
                        <a:defRPr sz="2400">
                          <a:solidFill>
                            <a:schemeClr val="tx1"/>
                          </a:solidFill>
                          <a:latin typeface="Arial" panose="020B0604020202020204" pitchFamily="34" charset="0"/>
                        </a:defRPr>
                      </a:lvl1pPr>
                      <a:lvl2pPr eaLnBrk="0" hangingPunct="0">
                        <a:spcBef>
                          <a:spcPct val="15000"/>
                        </a:spcBef>
                        <a:buClr>
                          <a:srgbClr val="996633"/>
                        </a:buClr>
                        <a:buSzPct val="120000"/>
                        <a:buFont typeface="Wingdings" pitchFamily="2" charset="2"/>
                        <a:defRPr sz="2300">
                          <a:solidFill>
                            <a:schemeClr val="tx1"/>
                          </a:solidFill>
                          <a:latin typeface="Arial" panose="020B0604020202020204" pitchFamily="34" charset="0"/>
                        </a:defRPr>
                      </a:lvl2pPr>
                      <a:lvl3pPr eaLnBrk="0" hangingPunct="0">
                        <a:spcBef>
                          <a:spcPct val="15000"/>
                        </a:spcBef>
                        <a:buClr>
                          <a:srgbClr val="339966"/>
                        </a:buClr>
                        <a:buSzPct val="120000"/>
                        <a:buFont typeface="Wingdings" pitchFamily="2" charset="2"/>
                        <a:defRPr sz="2100">
                          <a:solidFill>
                            <a:schemeClr val="tx1"/>
                          </a:solidFill>
                          <a:latin typeface="Arial" panose="020B0604020202020204" pitchFamily="34" charset="0"/>
                        </a:defRPr>
                      </a:lvl3pPr>
                      <a:lvl4pPr eaLnBrk="0" hangingPunct="0">
                        <a:spcBef>
                          <a:spcPct val="15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altLang="zh-CN" sz="1300" b="0" i="0" u="none" strike="noStrike" cap="none" normalizeH="0" baseline="0">
                          <a:ln>
                            <a:noFill/>
                          </a:ln>
                          <a:solidFill>
                            <a:schemeClr val="tx1"/>
                          </a:solidFill>
                          <a:effectLst/>
                          <a:latin typeface="Arial" panose="020B0604020202020204" pitchFamily="34" charset="0"/>
                          <a:ea typeface="宋体" panose="02010600030101010101" pitchFamily="2" charset="-122"/>
                        </a:rPr>
                        <a:t>$4</a:t>
                      </a:r>
                    </a:p>
                  </a:txBody>
                  <a:tcPr marL="46101" marR="46101" marT="23051" marB="2305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105000"/>
                        </a:lnSpc>
                        <a:spcBef>
                          <a:spcPct val="45000"/>
                        </a:spcBef>
                        <a:buClr>
                          <a:srgbClr val="339966"/>
                        </a:buClr>
                        <a:buSzPct val="120000"/>
                        <a:buFont typeface="Wingdings" pitchFamily="2" charset="2"/>
                        <a:defRPr sz="2400">
                          <a:solidFill>
                            <a:schemeClr val="tx1"/>
                          </a:solidFill>
                          <a:latin typeface="Arial" panose="020B0604020202020204" pitchFamily="34" charset="0"/>
                        </a:defRPr>
                      </a:lvl1pPr>
                      <a:lvl2pPr eaLnBrk="0" hangingPunct="0">
                        <a:spcBef>
                          <a:spcPct val="15000"/>
                        </a:spcBef>
                        <a:buClr>
                          <a:srgbClr val="996633"/>
                        </a:buClr>
                        <a:buSzPct val="120000"/>
                        <a:buFont typeface="Wingdings" pitchFamily="2" charset="2"/>
                        <a:defRPr sz="2300">
                          <a:solidFill>
                            <a:schemeClr val="tx1"/>
                          </a:solidFill>
                          <a:latin typeface="Arial" panose="020B0604020202020204" pitchFamily="34" charset="0"/>
                        </a:defRPr>
                      </a:lvl2pPr>
                      <a:lvl3pPr eaLnBrk="0" hangingPunct="0">
                        <a:spcBef>
                          <a:spcPct val="15000"/>
                        </a:spcBef>
                        <a:buClr>
                          <a:srgbClr val="339966"/>
                        </a:buClr>
                        <a:buSzPct val="120000"/>
                        <a:buFont typeface="Wingdings" pitchFamily="2" charset="2"/>
                        <a:defRPr sz="2100">
                          <a:solidFill>
                            <a:schemeClr val="tx1"/>
                          </a:solidFill>
                          <a:latin typeface="Arial" panose="020B0604020202020204" pitchFamily="34" charset="0"/>
                        </a:defRPr>
                      </a:lvl3pPr>
                      <a:lvl4pPr eaLnBrk="0" hangingPunct="0">
                        <a:spcBef>
                          <a:spcPct val="15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altLang="zh-CN" sz="1300" b="0" i="0" u="none" strike="noStrike" cap="none" normalizeH="0" baseline="0">
                          <a:ln>
                            <a:noFill/>
                          </a:ln>
                          <a:solidFill>
                            <a:schemeClr val="tx1"/>
                          </a:solidFill>
                          <a:effectLst/>
                          <a:latin typeface="Arial" panose="020B0604020202020204" pitchFamily="34" charset="0"/>
                          <a:ea typeface="宋体" panose="02010600030101010101" pitchFamily="2" charset="-122"/>
                        </a:rPr>
                        <a:t>$120</a:t>
                      </a:r>
                    </a:p>
                  </a:txBody>
                  <a:tcPr marL="46101" marR="46101" marT="23051" marB="2305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4271602894"/>
                  </a:ext>
                </a:extLst>
              </a:tr>
              <a:tr h="256117">
                <a:tc>
                  <a:txBody>
                    <a:bodyPr/>
                    <a:lstStyle>
                      <a:lvl1pPr eaLnBrk="0" hangingPunct="0">
                        <a:lnSpc>
                          <a:spcPct val="105000"/>
                        </a:lnSpc>
                        <a:spcBef>
                          <a:spcPct val="45000"/>
                        </a:spcBef>
                        <a:buClr>
                          <a:srgbClr val="339966"/>
                        </a:buClr>
                        <a:buSzPct val="120000"/>
                        <a:buFont typeface="Wingdings" pitchFamily="2" charset="2"/>
                        <a:defRPr sz="2400">
                          <a:solidFill>
                            <a:schemeClr val="tx1"/>
                          </a:solidFill>
                          <a:latin typeface="Arial" panose="020B0604020202020204" pitchFamily="34" charset="0"/>
                        </a:defRPr>
                      </a:lvl1pPr>
                      <a:lvl2pPr eaLnBrk="0" hangingPunct="0">
                        <a:spcBef>
                          <a:spcPct val="15000"/>
                        </a:spcBef>
                        <a:buClr>
                          <a:srgbClr val="996633"/>
                        </a:buClr>
                        <a:buSzPct val="120000"/>
                        <a:buFont typeface="Wingdings" pitchFamily="2" charset="2"/>
                        <a:defRPr sz="2300">
                          <a:solidFill>
                            <a:schemeClr val="tx1"/>
                          </a:solidFill>
                          <a:latin typeface="Arial" panose="020B0604020202020204" pitchFamily="34" charset="0"/>
                        </a:defRPr>
                      </a:lvl2pPr>
                      <a:lvl3pPr eaLnBrk="0" hangingPunct="0">
                        <a:spcBef>
                          <a:spcPct val="15000"/>
                        </a:spcBef>
                        <a:buClr>
                          <a:srgbClr val="339966"/>
                        </a:buClr>
                        <a:buSzPct val="120000"/>
                        <a:buFont typeface="Wingdings" pitchFamily="2" charset="2"/>
                        <a:defRPr sz="2100">
                          <a:solidFill>
                            <a:schemeClr val="tx1"/>
                          </a:solidFill>
                          <a:latin typeface="Arial" panose="020B0604020202020204" pitchFamily="34" charset="0"/>
                        </a:defRPr>
                      </a:lvl3pPr>
                      <a:lvl4pPr eaLnBrk="0" hangingPunct="0">
                        <a:spcBef>
                          <a:spcPct val="15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altLang="zh-CN" sz="1300" b="0" i="0" u="none" strike="noStrike" cap="none" normalizeH="0" baseline="0">
                          <a:ln>
                            <a:noFill/>
                          </a:ln>
                          <a:solidFill>
                            <a:schemeClr val="tx1"/>
                          </a:solidFill>
                          <a:effectLst/>
                          <a:latin typeface="Arial" panose="020B0604020202020204" pitchFamily="34" charset="0"/>
                          <a:ea typeface="宋体" panose="02010600030101010101" pitchFamily="2" charset="-122"/>
                        </a:rPr>
                        <a:t>2005</a:t>
                      </a:r>
                    </a:p>
                  </a:txBody>
                  <a:tcPr marL="46101" marR="46101" marT="23051" marB="2305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105000"/>
                        </a:lnSpc>
                        <a:spcBef>
                          <a:spcPct val="45000"/>
                        </a:spcBef>
                        <a:buClr>
                          <a:srgbClr val="339966"/>
                        </a:buClr>
                        <a:buSzPct val="120000"/>
                        <a:buFont typeface="Wingdings" pitchFamily="2" charset="2"/>
                        <a:defRPr sz="2400">
                          <a:solidFill>
                            <a:schemeClr val="tx1"/>
                          </a:solidFill>
                          <a:latin typeface="Arial" panose="020B0604020202020204" pitchFamily="34" charset="0"/>
                        </a:defRPr>
                      </a:lvl1pPr>
                      <a:lvl2pPr eaLnBrk="0" hangingPunct="0">
                        <a:spcBef>
                          <a:spcPct val="15000"/>
                        </a:spcBef>
                        <a:buClr>
                          <a:srgbClr val="996633"/>
                        </a:buClr>
                        <a:buSzPct val="120000"/>
                        <a:buFont typeface="Wingdings" pitchFamily="2" charset="2"/>
                        <a:defRPr sz="2300">
                          <a:solidFill>
                            <a:schemeClr val="tx1"/>
                          </a:solidFill>
                          <a:latin typeface="Arial" panose="020B0604020202020204" pitchFamily="34" charset="0"/>
                        </a:defRPr>
                      </a:lvl2pPr>
                      <a:lvl3pPr eaLnBrk="0" hangingPunct="0">
                        <a:spcBef>
                          <a:spcPct val="15000"/>
                        </a:spcBef>
                        <a:buClr>
                          <a:srgbClr val="339966"/>
                        </a:buClr>
                        <a:buSzPct val="120000"/>
                        <a:buFont typeface="Wingdings" pitchFamily="2" charset="2"/>
                        <a:defRPr sz="2100">
                          <a:solidFill>
                            <a:schemeClr val="tx1"/>
                          </a:solidFill>
                          <a:latin typeface="Arial" panose="020B0604020202020204" pitchFamily="34" charset="0"/>
                        </a:defRPr>
                      </a:lvl3pPr>
                      <a:lvl4pPr eaLnBrk="0" hangingPunct="0">
                        <a:spcBef>
                          <a:spcPct val="15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altLang="zh-CN" sz="1300" b="0" i="0" u="none" strike="noStrike" cap="none" normalizeH="0" baseline="0">
                          <a:ln>
                            <a:noFill/>
                          </a:ln>
                          <a:solidFill>
                            <a:schemeClr val="tx1"/>
                          </a:solidFill>
                          <a:effectLst/>
                          <a:latin typeface="Arial" panose="020B0604020202020204" pitchFamily="34" charset="0"/>
                          <a:ea typeface="宋体" panose="02010600030101010101" pitchFamily="2" charset="-122"/>
                        </a:rPr>
                        <a:t>$5</a:t>
                      </a:r>
                    </a:p>
                  </a:txBody>
                  <a:tcPr marL="46101" marR="46101" marT="23051" marB="2305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105000"/>
                        </a:lnSpc>
                        <a:spcBef>
                          <a:spcPct val="45000"/>
                        </a:spcBef>
                        <a:buClr>
                          <a:srgbClr val="339966"/>
                        </a:buClr>
                        <a:buSzPct val="120000"/>
                        <a:buFont typeface="Wingdings" pitchFamily="2" charset="2"/>
                        <a:defRPr sz="2400">
                          <a:solidFill>
                            <a:schemeClr val="tx1"/>
                          </a:solidFill>
                          <a:latin typeface="Arial" panose="020B0604020202020204" pitchFamily="34" charset="0"/>
                        </a:defRPr>
                      </a:lvl1pPr>
                      <a:lvl2pPr eaLnBrk="0" hangingPunct="0">
                        <a:spcBef>
                          <a:spcPct val="15000"/>
                        </a:spcBef>
                        <a:buClr>
                          <a:srgbClr val="996633"/>
                        </a:buClr>
                        <a:buSzPct val="120000"/>
                        <a:buFont typeface="Wingdings" pitchFamily="2" charset="2"/>
                        <a:defRPr sz="2300">
                          <a:solidFill>
                            <a:schemeClr val="tx1"/>
                          </a:solidFill>
                          <a:latin typeface="Arial" panose="020B0604020202020204" pitchFamily="34" charset="0"/>
                        </a:defRPr>
                      </a:lvl2pPr>
                      <a:lvl3pPr eaLnBrk="0" hangingPunct="0">
                        <a:spcBef>
                          <a:spcPct val="15000"/>
                        </a:spcBef>
                        <a:buClr>
                          <a:srgbClr val="339966"/>
                        </a:buClr>
                        <a:buSzPct val="120000"/>
                        <a:buFont typeface="Wingdings" pitchFamily="2" charset="2"/>
                        <a:defRPr sz="2100">
                          <a:solidFill>
                            <a:schemeClr val="tx1"/>
                          </a:solidFill>
                          <a:latin typeface="Arial" panose="020B0604020202020204" pitchFamily="34" charset="0"/>
                        </a:defRPr>
                      </a:lvl3pPr>
                      <a:lvl4pPr eaLnBrk="0" hangingPunct="0">
                        <a:spcBef>
                          <a:spcPct val="15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altLang="zh-CN" sz="1300" b="0" i="0" u="none" strike="noStrike" cap="none" normalizeH="0" baseline="0">
                          <a:ln>
                            <a:noFill/>
                          </a:ln>
                          <a:solidFill>
                            <a:schemeClr val="tx1"/>
                          </a:solidFill>
                          <a:effectLst/>
                          <a:latin typeface="Arial" panose="020B0604020202020204" pitchFamily="34" charset="0"/>
                          <a:ea typeface="宋体" panose="02010600030101010101" pitchFamily="2" charset="-122"/>
                        </a:rPr>
                        <a:t>$5</a:t>
                      </a:r>
                    </a:p>
                  </a:txBody>
                  <a:tcPr marL="46101" marR="46101" marT="23051" marB="2305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105000"/>
                        </a:lnSpc>
                        <a:spcBef>
                          <a:spcPct val="45000"/>
                        </a:spcBef>
                        <a:buClr>
                          <a:srgbClr val="339966"/>
                        </a:buClr>
                        <a:buSzPct val="120000"/>
                        <a:buFont typeface="Wingdings" pitchFamily="2" charset="2"/>
                        <a:defRPr sz="2400">
                          <a:solidFill>
                            <a:schemeClr val="tx1"/>
                          </a:solidFill>
                          <a:latin typeface="Arial" panose="020B0604020202020204" pitchFamily="34" charset="0"/>
                        </a:defRPr>
                      </a:lvl1pPr>
                      <a:lvl2pPr eaLnBrk="0" hangingPunct="0">
                        <a:spcBef>
                          <a:spcPct val="15000"/>
                        </a:spcBef>
                        <a:buClr>
                          <a:srgbClr val="996633"/>
                        </a:buClr>
                        <a:buSzPct val="120000"/>
                        <a:buFont typeface="Wingdings" pitchFamily="2" charset="2"/>
                        <a:defRPr sz="2300">
                          <a:solidFill>
                            <a:schemeClr val="tx1"/>
                          </a:solidFill>
                          <a:latin typeface="Arial" panose="020B0604020202020204" pitchFamily="34" charset="0"/>
                        </a:defRPr>
                      </a:lvl2pPr>
                      <a:lvl3pPr eaLnBrk="0" hangingPunct="0">
                        <a:spcBef>
                          <a:spcPct val="15000"/>
                        </a:spcBef>
                        <a:buClr>
                          <a:srgbClr val="339966"/>
                        </a:buClr>
                        <a:buSzPct val="120000"/>
                        <a:buFont typeface="Wingdings" pitchFamily="2" charset="2"/>
                        <a:defRPr sz="2100">
                          <a:solidFill>
                            <a:schemeClr val="tx1"/>
                          </a:solidFill>
                          <a:latin typeface="Arial" panose="020B0604020202020204" pitchFamily="34" charset="0"/>
                        </a:defRPr>
                      </a:lvl3pPr>
                      <a:lvl4pPr eaLnBrk="0" hangingPunct="0">
                        <a:spcBef>
                          <a:spcPct val="15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altLang="zh-CN" sz="1300" b="0" i="0" u="none" strike="noStrike" cap="none" normalizeH="0" baseline="0">
                          <a:ln>
                            <a:noFill/>
                          </a:ln>
                          <a:solidFill>
                            <a:schemeClr val="tx1"/>
                          </a:solidFill>
                          <a:effectLst/>
                          <a:latin typeface="Arial" panose="020B0604020202020204" pitchFamily="34" charset="0"/>
                          <a:ea typeface="宋体" panose="02010600030101010101" pitchFamily="2" charset="-122"/>
                        </a:rPr>
                        <a:t>$150</a:t>
                      </a:r>
                    </a:p>
                  </a:txBody>
                  <a:tcPr marL="46101" marR="46101" marT="23051" marB="2305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965745086"/>
                  </a:ext>
                </a:extLst>
              </a:tr>
              <a:tr h="275325">
                <a:tc>
                  <a:txBody>
                    <a:bodyPr/>
                    <a:lstStyle>
                      <a:lvl1pPr eaLnBrk="0" hangingPunct="0">
                        <a:lnSpc>
                          <a:spcPct val="105000"/>
                        </a:lnSpc>
                        <a:spcBef>
                          <a:spcPct val="45000"/>
                        </a:spcBef>
                        <a:buClr>
                          <a:srgbClr val="339966"/>
                        </a:buClr>
                        <a:buSzPct val="120000"/>
                        <a:buFont typeface="Wingdings" pitchFamily="2" charset="2"/>
                        <a:defRPr sz="2400">
                          <a:solidFill>
                            <a:schemeClr val="tx1"/>
                          </a:solidFill>
                          <a:latin typeface="Arial" panose="020B0604020202020204" pitchFamily="34" charset="0"/>
                        </a:defRPr>
                      </a:lvl1pPr>
                      <a:lvl2pPr eaLnBrk="0" hangingPunct="0">
                        <a:spcBef>
                          <a:spcPct val="15000"/>
                        </a:spcBef>
                        <a:buClr>
                          <a:srgbClr val="996633"/>
                        </a:buClr>
                        <a:buSzPct val="120000"/>
                        <a:buFont typeface="Wingdings" pitchFamily="2" charset="2"/>
                        <a:defRPr sz="2300">
                          <a:solidFill>
                            <a:schemeClr val="tx1"/>
                          </a:solidFill>
                          <a:latin typeface="Arial" panose="020B0604020202020204" pitchFamily="34" charset="0"/>
                        </a:defRPr>
                      </a:lvl2pPr>
                      <a:lvl3pPr eaLnBrk="0" hangingPunct="0">
                        <a:spcBef>
                          <a:spcPct val="15000"/>
                        </a:spcBef>
                        <a:buClr>
                          <a:srgbClr val="339966"/>
                        </a:buClr>
                        <a:buSzPct val="120000"/>
                        <a:buFont typeface="Wingdings" pitchFamily="2" charset="2"/>
                        <a:defRPr sz="2100">
                          <a:solidFill>
                            <a:schemeClr val="tx1"/>
                          </a:solidFill>
                          <a:latin typeface="Arial" panose="020B0604020202020204" pitchFamily="34" charset="0"/>
                        </a:defRPr>
                      </a:lvl3pPr>
                      <a:lvl4pPr eaLnBrk="0" hangingPunct="0">
                        <a:spcBef>
                          <a:spcPct val="15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altLang="zh-CN" sz="1300" b="0" i="0" u="none" strike="noStrike" cap="none" normalizeH="0" baseline="0">
                          <a:ln>
                            <a:noFill/>
                          </a:ln>
                          <a:solidFill>
                            <a:schemeClr val="tx1"/>
                          </a:solidFill>
                          <a:effectLst/>
                          <a:latin typeface="Arial" panose="020B0604020202020204" pitchFamily="34" charset="0"/>
                          <a:ea typeface="宋体" panose="02010600030101010101" pitchFamily="2" charset="-122"/>
                        </a:rPr>
                        <a:t>2006</a:t>
                      </a:r>
                    </a:p>
                  </a:txBody>
                  <a:tcPr marL="46101" marR="46101" marT="23051" marB="2305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105000"/>
                        </a:lnSpc>
                        <a:spcBef>
                          <a:spcPct val="45000"/>
                        </a:spcBef>
                        <a:buClr>
                          <a:srgbClr val="339966"/>
                        </a:buClr>
                        <a:buSzPct val="120000"/>
                        <a:buFont typeface="Wingdings" pitchFamily="2" charset="2"/>
                        <a:defRPr sz="2400">
                          <a:solidFill>
                            <a:schemeClr val="tx1"/>
                          </a:solidFill>
                          <a:latin typeface="Arial" panose="020B0604020202020204" pitchFamily="34" charset="0"/>
                        </a:defRPr>
                      </a:lvl1pPr>
                      <a:lvl2pPr eaLnBrk="0" hangingPunct="0">
                        <a:spcBef>
                          <a:spcPct val="15000"/>
                        </a:spcBef>
                        <a:buClr>
                          <a:srgbClr val="996633"/>
                        </a:buClr>
                        <a:buSzPct val="120000"/>
                        <a:buFont typeface="Wingdings" pitchFamily="2" charset="2"/>
                        <a:defRPr sz="2300">
                          <a:solidFill>
                            <a:schemeClr val="tx1"/>
                          </a:solidFill>
                          <a:latin typeface="Arial" panose="020B0604020202020204" pitchFamily="34" charset="0"/>
                        </a:defRPr>
                      </a:lvl2pPr>
                      <a:lvl3pPr eaLnBrk="0" hangingPunct="0">
                        <a:spcBef>
                          <a:spcPct val="15000"/>
                        </a:spcBef>
                        <a:buClr>
                          <a:srgbClr val="339966"/>
                        </a:buClr>
                        <a:buSzPct val="120000"/>
                        <a:buFont typeface="Wingdings" pitchFamily="2" charset="2"/>
                        <a:defRPr sz="2100">
                          <a:solidFill>
                            <a:schemeClr val="tx1"/>
                          </a:solidFill>
                          <a:latin typeface="Arial" panose="020B0604020202020204" pitchFamily="34" charset="0"/>
                        </a:defRPr>
                      </a:lvl3pPr>
                      <a:lvl4pPr eaLnBrk="0" hangingPunct="0">
                        <a:spcBef>
                          <a:spcPct val="15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altLang="zh-CN" sz="1300" b="0" i="0" u="none" strike="noStrike" cap="none" normalizeH="0" baseline="0">
                          <a:ln>
                            <a:noFill/>
                          </a:ln>
                          <a:solidFill>
                            <a:schemeClr val="tx1"/>
                          </a:solidFill>
                          <a:effectLst/>
                          <a:latin typeface="Arial" panose="020B0604020202020204" pitchFamily="34" charset="0"/>
                          <a:ea typeface="宋体" panose="02010600030101010101" pitchFamily="2" charset="-122"/>
                        </a:rPr>
                        <a:t>$9</a:t>
                      </a:r>
                    </a:p>
                  </a:txBody>
                  <a:tcPr marL="46101" marR="46101" marT="23051" marB="2305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105000"/>
                        </a:lnSpc>
                        <a:spcBef>
                          <a:spcPct val="45000"/>
                        </a:spcBef>
                        <a:buClr>
                          <a:srgbClr val="339966"/>
                        </a:buClr>
                        <a:buSzPct val="120000"/>
                        <a:buFont typeface="Wingdings" pitchFamily="2" charset="2"/>
                        <a:defRPr sz="2400">
                          <a:solidFill>
                            <a:schemeClr val="tx1"/>
                          </a:solidFill>
                          <a:latin typeface="Arial" panose="020B0604020202020204" pitchFamily="34" charset="0"/>
                        </a:defRPr>
                      </a:lvl1pPr>
                      <a:lvl2pPr eaLnBrk="0" hangingPunct="0">
                        <a:spcBef>
                          <a:spcPct val="15000"/>
                        </a:spcBef>
                        <a:buClr>
                          <a:srgbClr val="996633"/>
                        </a:buClr>
                        <a:buSzPct val="120000"/>
                        <a:buFont typeface="Wingdings" pitchFamily="2" charset="2"/>
                        <a:defRPr sz="2300">
                          <a:solidFill>
                            <a:schemeClr val="tx1"/>
                          </a:solidFill>
                          <a:latin typeface="Arial" panose="020B0604020202020204" pitchFamily="34" charset="0"/>
                        </a:defRPr>
                      </a:lvl2pPr>
                      <a:lvl3pPr eaLnBrk="0" hangingPunct="0">
                        <a:spcBef>
                          <a:spcPct val="15000"/>
                        </a:spcBef>
                        <a:buClr>
                          <a:srgbClr val="339966"/>
                        </a:buClr>
                        <a:buSzPct val="120000"/>
                        <a:buFont typeface="Wingdings" pitchFamily="2" charset="2"/>
                        <a:defRPr sz="2100">
                          <a:solidFill>
                            <a:schemeClr val="tx1"/>
                          </a:solidFill>
                          <a:latin typeface="Arial" panose="020B0604020202020204" pitchFamily="34" charset="0"/>
                        </a:defRPr>
                      </a:lvl3pPr>
                      <a:lvl4pPr eaLnBrk="0" hangingPunct="0">
                        <a:spcBef>
                          <a:spcPct val="15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altLang="zh-CN" sz="1300" b="0" i="0" u="none" strike="noStrike" cap="none" normalizeH="0" baseline="0">
                          <a:ln>
                            <a:noFill/>
                          </a:ln>
                          <a:solidFill>
                            <a:schemeClr val="tx1"/>
                          </a:solidFill>
                          <a:effectLst/>
                          <a:latin typeface="Arial" panose="020B0604020202020204" pitchFamily="34" charset="0"/>
                          <a:ea typeface="宋体" panose="02010600030101010101" pitchFamily="2" charset="-122"/>
                        </a:rPr>
                        <a:t>$6</a:t>
                      </a:r>
                    </a:p>
                  </a:txBody>
                  <a:tcPr marL="46101" marR="46101" marT="23051" marB="2305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105000"/>
                        </a:lnSpc>
                        <a:spcBef>
                          <a:spcPct val="45000"/>
                        </a:spcBef>
                        <a:buClr>
                          <a:srgbClr val="339966"/>
                        </a:buClr>
                        <a:buSzPct val="120000"/>
                        <a:buFont typeface="Wingdings" pitchFamily="2" charset="2"/>
                        <a:defRPr sz="2400">
                          <a:solidFill>
                            <a:schemeClr val="tx1"/>
                          </a:solidFill>
                          <a:latin typeface="Arial" panose="020B0604020202020204" pitchFamily="34" charset="0"/>
                        </a:defRPr>
                      </a:lvl1pPr>
                      <a:lvl2pPr eaLnBrk="0" hangingPunct="0">
                        <a:spcBef>
                          <a:spcPct val="15000"/>
                        </a:spcBef>
                        <a:buClr>
                          <a:srgbClr val="996633"/>
                        </a:buClr>
                        <a:buSzPct val="120000"/>
                        <a:buFont typeface="Wingdings" pitchFamily="2" charset="2"/>
                        <a:defRPr sz="2300">
                          <a:solidFill>
                            <a:schemeClr val="tx1"/>
                          </a:solidFill>
                          <a:latin typeface="Arial" panose="020B0604020202020204" pitchFamily="34" charset="0"/>
                        </a:defRPr>
                      </a:lvl2pPr>
                      <a:lvl3pPr eaLnBrk="0" hangingPunct="0">
                        <a:spcBef>
                          <a:spcPct val="15000"/>
                        </a:spcBef>
                        <a:buClr>
                          <a:srgbClr val="339966"/>
                        </a:buClr>
                        <a:buSzPct val="120000"/>
                        <a:buFont typeface="Wingdings" pitchFamily="2" charset="2"/>
                        <a:defRPr sz="2100">
                          <a:solidFill>
                            <a:schemeClr val="tx1"/>
                          </a:solidFill>
                          <a:latin typeface="Arial" panose="020B0604020202020204" pitchFamily="34" charset="0"/>
                        </a:defRPr>
                      </a:lvl3pPr>
                      <a:lvl4pPr eaLnBrk="0" hangingPunct="0">
                        <a:spcBef>
                          <a:spcPct val="15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altLang="zh-CN" sz="1300" b="0" i="0" u="none" strike="noStrike" cap="none" normalizeH="0" baseline="0">
                          <a:ln>
                            <a:noFill/>
                          </a:ln>
                          <a:solidFill>
                            <a:schemeClr val="tx1"/>
                          </a:solidFill>
                          <a:effectLst/>
                          <a:latin typeface="Arial" panose="020B0604020202020204" pitchFamily="34" charset="0"/>
                          <a:ea typeface="宋体" panose="02010600030101010101" pitchFamily="2" charset="-122"/>
                        </a:rPr>
                        <a:t>$210</a:t>
                      </a:r>
                    </a:p>
                  </a:txBody>
                  <a:tcPr marL="46101" marR="46101" marT="23051" marB="2305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263794197"/>
                  </a:ext>
                </a:extLst>
              </a:tr>
            </a:tbl>
          </a:graphicData>
        </a:graphic>
      </p:graphicFrame>
      <p:sp>
        <p:nvSpPr>
          <p:cNvPr id="21539" name="Rectangle 8">
            <a:extLst>
              <a:ext uri="{FF2B5EF4-FFF2-40B4-BE49-F238E27FC236}">
                <a16:creationId xmlns:a16="http://schemas.microsoft.com/office/drawing/2014/main" id="{5C8FE2BA-3FC2-2426-FEFE-8FBE177DC137}"/>
              </a:ext>
            </a:extLst>
          </p:cNvPr>
          <p:cNvSpPr>
            <a:spLocks noChangeArrowheads="1"/>
          </p:cNvSpPr>
          <p:nvPr/>
        </p:nvSpPr>
        <p:spPr bwMode="auto">
          <a:xfrm>
            <a:off x="297736" y="2445101"/>
            <a:ext cx="4185907" cy="8539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511175" indent="-511175"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257734" indent="-257734" defTabSz="461040" eaLnBrk="1" fontAlgn="base" hangingPunct="1">
              <a:lnSpc>
                <a:spcPct val="105000"/>
              </a:lnSpc>
              <a:spcBef>
                <a:spcPct val="40000"/>
              </a:spcBef>
              <a:spcAft>
                <a:spcPct val="0"/>
              </a:spcAft>
              <a:buClr>
                <a:srgbClr val="990099"/>
              </a:buClr>
            </a:pPr>
            <a:r>
              <a:rPr lang="zh-CN" altLang="zh-CN" sz="1311" b="1">
                <a:solidFill>
                  <a:srgbClr val="339966"/>
                </a:solidFill>
                <a:ea typeface="宋体" panose="02010600030101010101" pitchFamily="2" charset="-122"/>
              </a:rPr>
              <a:t>A.	</a:t>
            </a:r>
            <a:r>
              <a:rPr lang="zh-CN" altLang="zh-CN" sz="1361">
                <a:solidFill>
                  <a:srgbClr val="000000"/>
                </a:solidFill>
                <a:ea typeface="宋体" panose="02010600030101010101" pitchFamily="2" charset="-122"/>
              </a:rPr>
              <a:t>计算2006年家庭购买篮子的费用</a:t>
            </a:r>
          </a:p>
          <a:p>
            <a:pPr marL="257734" indent="-257734" defTabSz="461040" eaLnBrk="1" fontAlgn="base" hangingPunct="1">
              <a:lnSpc>
                <a:spcPct val="105000"/>
              </a:lnSpc>
              <a:spcBef>
                <a:spcPct val="40000"/>
              </a:spcBef>
              <a:spcAft>
                <a:spcPct val="0"/>
              </a:spcAft>
              <a:buClr>
                <a:srgbClr val="990099"/>
              </a:buClr>
            </a:pPr>
            <a:r>
              <a:rPr lang="zh-CN" altLang="zh-CN" sz="1311" b="1">
                <a:solidFill>
                  <a:srgbClr val="339966"/>
                </a:solidFill>
                <a:ea typeface="宋体" panose="02010600030101010101" pitchFamily="2" charset="-122"/>
              </a:rPr>
              <a:t>B.	</a:t>
            </a:r>
            <a:r>
              <a:rPr lang="zh-CN" altLang="zh-CN" sz="1361">
                <a:solidFill>
                  <a:srgbClr val="000000"/>
                </a:solidFill>
                <a:ea typeface="宋体" panose="02010600030101010101" pitchFamily="2" charset="-122"/>
              </a:rPr>
              <a:t>以2005年6月家庭篮子费用来计算增长率，并与CPI通货膨胀率比较</a:t>
            </a:r>
          </a:p>
        </p:txBody>
      </p:sp>
      <p:sp>
        <p:nvSpPr>
          <p:cNvPr id="21540" name="FlagCount" hidden="1">
            <a:hlinkClick r:id="rId3"/>
            <a:extLst>
              <a:ext uri="{FF2B5EF4-FFF2-40B4-BE49-F238E27FC236}">
                <a16:creationId xmlns:a16="http://schemas.microsoft.com/office/drawing/2014/main" id="{0F93C7BE-A978-D35D-A833-D416066844AF}"/>
              </a:ext>
            </a:extLst>
          </p:cNvPr>
          <p:cNvSpPr>
            <a:spLocks noChangeArrowheads="1"/>
          </p:cNvSpPr>
          <p:nvPr/>
        </p:nvSpPr>
        <p:spPr bwMode="auto">
          <a:xfrm>
            <a:off x="4161896" y="129646"/>
            <a:ext cx="192088" cy="160073"/>
          </a:xfrm>
          <a:prstGeom prst="wedgeRoundRectCallout">
            <a:avLst>
              <a:gd name="adj1" fmla="val -43750"/>
              <a:gd name="adj2" fmla="val 70000"/>
              <a:gd name="adj3" fmla="val 16667"/>
            </a:avLst>
          </a:prstGeom>
          <a:solidFill>
            <a:schemeClr val="accent1">
              <a:alpha val="25000"/>
            </a:schemeClr>
          </a:solidFill>
          <a:ln w="19050">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defTabSz="461040" eaLnBrk="1" fontAlgn="base" hangingPunct="1">
              <a:spcBef>
                <a:spcPct val="0"/>
              </a:spcBef>
              <a:spcAft>
                <a:spcPct val="0"/>
              </a:spcAft>
            </a:pPr>
            <a:r>
              <a:rPr lang="en-US" altLang="zh-CN" sz="706" b="1">
                <a:solidFill>
                  <a:srgbClr val="000000"/>
                </a:solidFill>
                <a:latin typeface="Tahoma" panose="020B0604030504040204" pitchFamily="34" charset="0"/>
                <a:ea typeface="宋体" panose="02010600030101010101" pitchFamily="2" charset="-122"/>
              </a:rPr>
              <a:t>0</a:t>
            </a:r>
          </a:p>
        </p:txBody>
      </p:sp>
      <p:sp>
        <p:nvSpPr>
          <p:cNvPr id="21541" name="Line 9">
            <a:extLst>
              <a:ext uri="{FF2B5EF4-FFF2-40B4-BE49-F238E27FC236}">
                <a16:creationId xmlns:a16="http://schemas.microsoft.com/office/drawing/2014/main" id="{A071D1F8-0F76-C858-800D-DFC097A7E929}"/>
              </a:ext>
            </a:extLst>
          </p:cNvPr>
          <p:cNvSpPr>
            <a:spLocks noChangeShapeType="1"/>
          </p:cNvSpPr>
          <p:nvPr/>
        </p:nvSpPr>
        <p:spPr bwMode="auto">
          <a:xfrm>
            <a:off x="302538" y="2401881"/>
            <a:ext cx="4137885" cy="0"/>
          </a:xfrm>
          <a:prstGeom prst="line">
            <a:avLst/>
          </a:prstGeom>
          <a:noFill/>
          <a:ln w="12700">
            <a:solidFill>
              <a:srgbClr val="C0C0C0"/>
            </a:solidFill>
            <a:round/>
            <a:headEnd/>
            <a:tailEnd/>
          </a:ln>
          <a:extLst>
            <a:ext uri="{909E8E84-426E-40DD-AFC4-6F175D3DCCD1}">
              <a14:hiddenFill xmlns:a14="http://schemas.microsoft.com/office/drawing/2010/main">
                <a:noFill/>
              </a14:hiddenFill>
            </a:ext>
          </a:extLst>
        </p:spPr>
        <p:txBody>
          <a:bodyPr/>
          <a:lstStyle/>
          <a:p>
            <a:pPr defTabSz="461040" fontAlgn="base">
              <a:spcBef>
                <a:spcPct val="0"/>
              </a:spcBef>
              <a:spcAft>
                <a:spcPct val="0"/>
              </a:spcAft>
            </a:pPr>
            <a:endParaRPr lang="zh-CN" altLang="en-US" sz="908">
              <a:solidFill>
                <a:srgbClr val="000000"/>
              </a:solidFill>
              <a:latin typeface="Arial" panose="020B0604020202020204" pitchFamily="34" charset="0"/>
            </a:endParaRPr>
          </a:p>
        </p:txBody>
      </p:sp>
    </p:spTree>
    <p:extLst>
      <p:ext uri="{BB962C8B-B14F-4D97-AF65-F5344CB8AC3E}">
        <p14:creationId xmlns:p14="http://schemas.microsoft.com/office/powerpoint/2010/main" val="1107931755"/>
      </p:ext>
    </p:extLst>
  </p:cSld>
  <p:clrMapOvr>
    <a:masterClrMapping/>
  </p:clrMapOvr>
  <p:transition spd="med">
    <p:diamon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21506">
                                            <p:txEl>
                                              <p:pRg st="0" end="0"/>
                                            </p:txEl>
                                          </p:spTgt>
                                        </p:tgtEl>
                                        <p:attrNameLst>
                                          <p:attrName>style.visibility</p:attrName>
                                        </p:attrNameLst>
                                      </p:cBhvr>
                                      <p:to>
                                        <p:strVal val="visible"/>
                                      </p:to>
                                    </p:set>
                                    <p:animEffect transition="in" filter="wipe(left)">
                                      <p:cBhvr>
                                        <p:cTn id="7" dur="500"/>
                                        <p:tgtEl>
                                          <p:spTgt spid="21506">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21506">
                                            <p:txEl>
                                              <p:pRg st="1" end="1"/>
                                            </p:txEl>
                                          </p:spTgt>
                                        </p:tgtEl>
                                        <p:attrNameLst>
                                          <p:attrName>style.visibility</p:attrName>
                                        </p:attrNameLst>
                                      </p:cBhvr>
                                      <p:to>
                                        <p:strVal val="visible"/>
                                      </p:to>
                                    </p:set>
                                    <p:animEffect transition="in" filter="wipe(left)">
                                      <p:cBhvr>
                                        <p:cTn id="12" dur="500"/>
                                        <p:tgtEl>
                                          <p:spTgt spid="21506">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21506">
                                            <p:txEl>
                                              <p:pRg st="3" end="3"/>
                                            </p:txEl>
                                          </p:spTgt>
                                        </p:tgtEl>
                                        <p:attrNameLst>
                                          <p:attrName>style.visibility</p:attrName>
                                        </p:attrNameLst>
                                      </p:cBhvr>
                                      <p:to>
                                        <p:strVal val="visible"/>
                                      </p:to>
                                    </p:set>
                                    <p:animEffect transition="in" filter="wipe(left)">
                                      <p:cBhvr>
                                        <p:cTn id="17" dur="500"/>
                                        <p:tgtEl>
                                          <p:spTgt spid="21506">
                                            <p:txEl>
                                              <p:pRg st="3" end="3"/>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21539">
                                            <p:txEl>
                                              <p:pRg st="0" end="0"/>
                                            </p:txEl>
                                          </p:spTgt>
                                        </p:tgtEl>
                                        <p:attrNameLst>
                                          <p:attrName>style.visibility</p:attrName>
                                        </p:attrNameLst>
                                      </p:cBhvr>
                                      <p:to>
                                        <p:strVal val="visible"/>
                                      </p:to>
                                    </p:set>
                                    <p:animEffect transition="in" filter="wipe(left)">
                                      <p:cBhvr>
                                        <p:cTn id="22" dur="500"/>
                                        <p:tgtEl>
                                          <p:spTgt spid="21539">
                                            <p:txEl>
                                              <p:pRg st="0" end="0"/>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21539">
                                            <p:txEl>
                                              <p:pRg st="1" end="1"/>
                                            </p:txEl>
                                          </p:spTgt>
                                        </p:tgtEl>
                                        <p:attrNameLst>
                                          <p:attrName>style.visibility</p:attrName>
                                        </p:attrNameLst>
                                      </p:cBhvr>
                                      <p:to>
                                        <p:strVal val="visible"/>
                                      </p:to>
                                    </p:set>
                                    <p:animEffect transition="in" filter="wipe(left)">
                                      <p:cBhvr>
                                        <p:cTn id="27" dur="500"/>
                                        <p:tgtEl>
                                          <p:spTgt spid="21539">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506" grpId="0" build="p" autoUpdateAnimBg="0"/>
      <p:bldP spid="21539" grpId="0" build="p" autoUpdateAnimBg="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8">
            <a:extLst>
              <a:ext uri="{FF2B5EF4-FFF2-40B4-BE49-F238E27FC236}">
                <a16:creationId xmlns:a16="http://schemas.microsoft.com/office/drawing/2014/main" id="{18D8B89B-E788-D50B-2225-547742C77F7A}"/>
              </a:ext>
            </a:extLst>
          </p:cNvPr>
          <p:cNvSpPr>
            <a:spLocks noChangeArrowheads="1"/>
          </p:cNvSpPr>
          <p:nvPr/>
        </p:nvSpPr>
        <p:spPr bwMode="auto">
          <a:xfrm>
            <a:off x="0" y="1588"/>
            <a:ext cx="192088" cy="3457575"/>
          </a:xfrm>
          <a:prstGeom prst="rect">
            <a:avLst/>
          </a:prstGeom>
          <a:solidFill>
            <a:srgbClr val="996633"/>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1040" eaLnBrk="1" fontAlgn="base" hangingPunct="1">
              <a:spcBef>
                <a:spcPct val="0"/>
              </a:spcBef>
              <a:spcAft>
                <a:spcPct val="0"/>
              </a:spcAft>
            </a:pPr>
            <a:endParaRPr lang="zh-CN" altLang="zh-CN" sz="908">
              <a:solidFill>
                <a:srgbClr val="000000"/>
              </a:solidFill>
              <a:ea typeface="宋体" panose="02010600030101010101" pitchFamily="2" charset="-122"/>
            </a:endParaRPr>
          </a:p>
        </p:txBody>
      </p:sp>
      <p:sp>
        <p:nvSpPr>
          <p:cNvPr id="23555" name="Rectangle 4">
            <a:extLst>
              <a:ext uri="{FF2B5EF4-FFF2-40B4-BE49-F238E27FC236}">
                <a16:creationId xmlns:a16="http://schemas.microsoft.com/office/drawing/2014/main" id="{450C226E-3AAB-2D65-8A1A-155B5B6FC53D}"/>
              </a:ext>
            </a:extLst>
          </p:cNvPr>
          <p:cNvSpPr>
            <a:spLocks noGrp="1" noChangeArrowheads="1"/>
          </p:cNvSpPr>
          <p:nvPr>
            <p:ph type="title" idx="4294967295"/>
          </p:nvPr>
        </p:nvSpPr>
        <p:spPr>
          <a:xfrm>
            <a:off x="296135" y="168063"/>
            <a:ext cx="4138686" cy="420992"/>
          </a:xfrm>
        </p:spPr>
        <p:txBody>
          <a:bodyPr vert="horz" wrap="square" lIns="91440" tIns="0" rIns="91440" bIns="0" numCol="1" anchor="t" anchorCtr="0" compatLnSpc="1">
            <a:prstTxWarp prst="textNoShape">
              <a:avLst/>
            </a:prstTxWarp>
          </a:bodyPr>
          <a:lstStyle/>
          <a:p>
            <a:pPr algn="l" eaLnBrk="1" hangingPunct="1"/>
            <a:r>
              <a:rPr lang="zh-CN" altLang="zh-CN" sz="1210" b="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主动学习  </a:t>
            </a:r>
            <a:r>
              <a:rPr lang="zh-CN" altLang="zh-CN" sz="1210" i="1">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2</a:t>
            </a:r>
            <a:r>
              <a:rPr lang="zh-CN" altLang="zh-CN" sz="1008" b="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   </a:t>
            </a:r>
            <a:br>
              <a:rPr lang="zh-CN" altLang="zh-CN" sz="1008" b="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br>
            <a:r>
              <a:rPr lang="zh-CN" altLang="zh-CN" sz="1613">
                <a:solidFill>
                  <a:srgbClr val="339966"/>
                </a:solidFill>
                <a:effectLst>
                  <a:outerShdw blurRad="38100" dist="38100" dir="2700000" algn="tl">
                    <a:srgbClr val="C0C0C0"/>
                  </a:outerShdw>
                </a:effectLst>
                <a:ea typeface="宋体" panose="02010600030101010101" pitchFamily="2" charset="-122"/>
              </a:rPr>
              <a:t>参考答案</a:t>
            </a:r>
          </a:p>
        </p:txBody>
      </p:sp>
      <p:sp>
        <p:nvSpPr>
          <p:cNvPr id="23556" name="Line 9">
            <a:extLst>
              <a:ext uri="{FF2B5EF4-FFF2-40B4-BE49-F238E27FC236}">
                <a16:creationId xmlns:a16="http://schemas.microsoft.com/office/drawing/2014/main" id="{17F9B21F-A26D-2CB6-4A67-E1DCDB33670A}"/>
              </a:ext>
            </a:extLst>
          </p:cNvPr>
          <p:cNvSpPr>
            <a:spLocks noChangeShapeType="1"/>
          </p:cNvSpPr>
          <p:nvPr/>
        </p:nvSpPr>
        <p:spPr bwMode="auto">
          <a:xfrm>
            <a:off x="300937" y="621070"/>
            <a:ext cx="4137885" cy="0"/>
          </a:xfrm>
          <a:prstGeom prst="line">
            <a:avLst/>
          </a:prstGeom>
          <a:noFill/>
          <a:ln w="12700">
            <a:solidFill>
              <a:srgbClr val="C0C0C0"/>
            </a:solidFill>
            <a:round/>
            <a:headEnd/>
            <a:tailEnd/>
          </a:ln>
          <a:extLst>
            <a:ext uri="{909E8E84-426E-40DD-AFC4-6F175D3DCCD1}">
              <a14:hiddenFill xmlns:a14="http://schemas.microsoft.com/office/drawing/2010/main">
                <a:noFill/>
              </a14:hiddenFill>
            </a:ext>
          </a:extLst>
        </p:spPr>
        <p:txBody>
          <a:bodyPr/>
          <a:lstStyle/>
          <a:p>
            <a:pPr defTabSz="461040" fontAlgn="base">
              <a:spcBef>
                <a:spcPct val="0"/>
              </a:spcBef>
              <a:spcAft>
                <a:spcPct val="0"/>
              </a:spcAft>
            </a:pPr>
            <a:endParaRPr lang="zh-CN" altLang="en-US" sz="908">
              <a:solidFill>
                <a:srgbClr val="000000"/>
              </a:solidFill>
              <a:latin typeface="Arial" panose="020B0604020202020204" pitchFamily="34" charset="0"/>
            </a:endParaRPr>
          </a:p>
        </p:txBody>
      </p:sp>
      <p:sp>
        <p:nvSpPr>
          <p:cNvPr id="23557" name="Line 10">
            <a:extLst>
              <a:ext uri="{FF2B5EF4-FFF2-40B4-BE49-F238E27FC236}">
                <a16:creationId xmlns:a16="http://schemas.microsoft.com/office/drawing/2014/main" id="{D26AED4F-AB7D-35E6-5AE3-A912F305DD68}"/>
              </a:ext>
            </a:extLst>
          </p:cNvPr>
          <p:cNvSpPr>
            <a:spLocks noChangeShapeType="1"/>
          </p:cNvSpPr>
          <p:nvPr/>
        </p:nvSpPr>
        <p:spPr bwMode="auto">
          <a:xfrm>
            <a:off x="299337" y="148054"/>
            <a:ext cx="4137885" cy="0"/>
          </a:xfrm>
          <a:prstGeom prst="line">
            <a:avLst/>
          </a:prstGeom>
          <a:noFill/>
          <a:ln w="12700">
            <a:solidFill>
              <a:srgbClr val="C0C0C0"/>
            </a:solidFill>
            <a:round/>
            <a:headEnd/>
            <a:tailEnd/>
          </a:ln>
          <a:extLst>
            <a:ext uri="{909E8E84-426E-40DD-AFC4-6F175D3DCCD1}">
              <a14:hiddenFill xmlns:a14="http://schemas.microsoft.com/office/drawing/2010/main">
                <a:noFill/>
              </a14:hiddenFill>
            </a:ext>
          </a:extLst>
        </p:spPr>
        <p:txBody>
          <a:bodyPr/>
          <a:lstStyle/>
          <a:p>
            <a:pPr defTabSz="461040" fontAlgn="base">
              <a:spcBef>
                <a:spcPct val="0"/>
              </a:spcBef>
              <a:spcAft>
                <a:spcPct val="0"/>
              </a:spcAft>
            </a:pPr>
            <a:endParaRPr lang="zh-CN" altLang="en-US" sz="908">
              <a:solidFill>
                <a:srgbClr val="000000"/>
              </a:solidFill>
              <a:latin typeface="Arial" panose="020B0604020202020204" pitchFamily="34" charset="0"/>
            </a:endParaRPr>
          </a:p>
        </p:txBody>
      </p:sp>
      <p:sp>
        <p:nvSpPr>
          <p:cNvPr id="23558" name="Rectangle 6">
            <a:extLst>
              <a:ext uri="{FF2B5EF4-FFF2-40B4-BE49-F238E27FC236}">
                <a16:creationId xmlns:a16="http://schemas.microsoft.com/office/drawing/2014/main" id="{328C761C-3051-7E40-4DE6-D4CC55EAE3A7}"/>
              </a:ext>
            </a:extLst>
          </p:cNvPr>
          <p:cNvSpPr>
            <a:spLocks noChangeArrowheads="1"/>
          </p:cNvSpPr>
          <p:nvPr/>
        </p:nvSpPr>
        <p:spPr bwMode="auto">
          <a:xfrm>
            <a:off x="4185907" y="3215851"/>
            <a:ext cx="344957" cy="1856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defTabSz="461040" eaLnBrk="1" fontAlgn="base" hangingPunct="1">
              <a:spcBef>
                <a:spcPct val="0"/>
              </a:spcBef>
              <a:spcAft>
                <a:spcPct val="0"/>
              </a:spcAft>
            </a:pPr>
            <a:fld id="{0F4FB71F-2F21-ED48-8A56-E8B2264E0CF1}" type="slidenum">
              <a:rPr lang="zh-CN" altLang="zh-CN" sz="857">
                <a:solidFill>
                  <a:srgbClr val="777777"/>
                </a:solidFill>
                <a:latin typeface="Tahoma" panose="020B0604030504040204" pitchFamily="34" charset="0"/>
                <a:ea typeface="宋体" panose="02010600030101010101" pitchFamily="2" charset="-122"/>
              </a:rPr>
              <a:pPr algn="r" defTabSz="461040" eaLnBrk="1" fontAlgn="base" hangingPunct="1">
                <a:spcBef>
                  <a:spcPct val="0"/>
                </a:spcBef>
                <a:spcAft>
                  <a:spcPct val="0"/>
                </a:spcAft>
              </a:pPr>
              <a:t>18</a:t>
            </a:fld>
            <a:endParaRPr lang="zh-CN" altLang="zh-CN" sz="857">
              <a:solidFill>
                <a:srgbClr val="777777"/>
              </a:solidFill>
              <a:latin typeface="Tahoma" panose="020B0604030504040204" pitchFamily="34" charset="0"/>
              <a:ea typeface="宋体" panose="02010600030101010101" pitchFamily="2" charset="-122"/>
            </a:endParaRPr>
          </a:p>
        </p:txBody>
      </p:sp>
      <p:sp>
        <p:nvSpPr>
          <p:cNvPr id="23559" name="Rectangle 37">
            <a:extLst>
              <a:ext uri="{FF2B5EF4-FFF2-40B4-BE49-F238E27FC236}">
                <a16:creationId xmlns:a16="http://schemas.microsoft.com/office/drawing/2014/main" id="{414C3677-8657-AE0D-BEDF-A96D886624B6}"/>
              </a:ext>
            </a:extLst>
          </p:cNvPr>
          <p:cNvSpPr>
            <a:spLocks noChangeArrowheads="1"/>
          </p:cNvSpPr>
          <p:nvPr/>
        </p:nvSpPr>
        <p:spPr bwMode="auto">
          <a:xfrm>
            <a:off x="287331" y="2284227"/>
            <a:ext cx="4185907" cy="7875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511175" indent="-511175"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257734" indent="-257734" defTabSz="461040" eaLnBrk="1" fontAlgn="base" hangingPunct="1">
              <a:lnSpc>
                <a:spcPct val="105000"/>
              </a:lnSpc>
              <a:spcBef>
                <a:spcPct val="35000"/>
              </a:spcBef>
              <a:spcAft>
                <a:spcPct val="0"/>
              </a:spcAft>
              <a:buClr>
                <a:srgbClr val="990099"/>
              </a:buClr>
            </a:pPr>
            <a:r>
              <a:rPr lang="zh-CN" altLang="zh-CN" sz="1412" b="1">
                <a:solidFill>
                  <a:srgbClr val="339966"/>
                </a:solidFill>
                <a:ea typeface="宋体" panose="02010600030101010101" pitchFamily="2" charset="-122"/>
              </a:rPr>
              <a:t>A.	</a:t>
            </a:r>
            <a:r>
              <a:rPr lang="zh-CN" altLang="zh-CN" sz="1412">
                <a:solidFill>
                  <a:srgbClr val="000000"/>
                </a:solidFill>
                <a:ea typeface="宋体" panose="02010600030101010101" pitchFamily="2" charset="-122"/>
              </a:rPr>
              <a:t>计算2006年家庭购买篮子的费用</a:t>
            </a:r>
          </a:p>
          <a:p>
            <a:pPr marL="257734" indent="-257734" defTabSz="461040" eaLnBrk="1" fontAlgn="base" hangingPunct="1">
              <a:lnSpc>
                <a:spcPct val="105000"/>
              </a:lnSpc>
              <a:spcBef>
                <a:spcPct val="35000"/>
              </a:spcBef>
              <a:spcAft>
                <a:spcPct val="0"/>
              </a:spcAft>
              <a:buClr>
                <a:srgbClr val="990099"/>
              </a:buClr>
            </a:pPr>
            <a:r>
              <a:rPr lang="zh-CN" altLang="zh-CN" sz="1412">
                <a:solidFill>
                  <a:srgbClr val="000000"/>
                </a:solidFill>
                <a:ea typeface="宋体" panose="02010600030101010101" pitchFamily="2" charset="-122"/>
              </a:rPr>
              <a:t>	($9 x 5) +  ($6 x 25)  =  </a:t>
            </a:r>
            <a:r>
              <a:rPr lang="zh-CN" altLang="zh-CN" sz="1412">
                <a:solidFill>
                  <a:srgbClr val="FF0000"/>
                </a:solidFill>
                <a:ea typeface="宋体" panose="02010600030101010101" pitchFamily="2" charset="-122"/>
              </a:rPr>
              <a:t>$195</a:t>
            </a:r>
          </a:p>
        </p:txBody>
      </p:sp>
      <p:sp>
        <p:nvSpPr>
          <p:cNvPr id="23560" name="Rectangle 7">
            <a:extLst>
              <a:ext uri="{FF2B5EF4-FFF2-40B4-BE49-F238E27FC236}">
                <a16:creationId xmlns:a16="http://schemas.microsoft.com/office/drawing/2014/main" id="{70489E31-C7EA-8468-D70B-C7A2F4D52F36}"/>
              </a:ext>
            </a:extLst>
          </p:cNvPr>
          <p:cNvSpPr>
            <a:spLocks noChangeArrowheads="1"/>
          </p:cNvSpPr>
          <p:nvPr/>
        </p:nvSpPr>
        <p:spPr bwMode="auto">
          <a:xfrm>
            <a:off x="280128" y="632275"/>
            <a:ext cx="1333407" cy="16143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1040" eaLnBrk="1" fontAlgn="base" hangingPunct="1">
              <a:lnSpc>
                <a:spcPct val="105000"/>
              </a:lnSpc>
              <a:spcBef>
                <a:spcPct val="40000"/>
              </a:spcBef>
              <a:spcAft>
                <a:spcPct val="0"/>
              </a:spcAft>
              <a:buClr>
                <a:srgbClr val="339966"/>
              </a:buClr>
              <a:buSzPct val="120000"/>
            </a:pPr>
            <a:r>
              <a:rPr lang="zh-CN" altLang="zh-CN" sz="1311">
                <a:solidFill>
                  <a:srgbClr val="000000"/>
                </a:solidFill>
                <a:ea typeface="宋体" panose="02010600030101010101" pitchFamily="2" charset="-122"/>
              </a:rPr>
              <a:t>CPI 篮子：</a:t>
            </a:r>
            <a:br>
              <a:rPr lang="zh-CN" altLang="zh-CN" sz="1311">
                <a:solidFill>
                  <a:srgbClr val="000000"/>
                </a:solidFill>
                <a:ea typeface="宋体" panose="02010600030101010101" pitchFamily="2" charset="-122"/>
              </a:rPr>
            </a:br>
            <a:r>
              <a:rPr lang="zh-CN" altLang="zh-CN" sz="1311">
                <a:solidFill>
                  <a:srgbClr val="000000"/>
                </a:solidFill>
                <a:ea typeface="宋体" panose="02010600030101010101" pitchFamily="2" charset="-122"/>
              </a:rPr>
              <a:t>  {10 磅牛肉, </a:t>
            </a:r>
            <a:br>
              <a:rPr lang="zh-CN" altLang="zh-CN" sz="1311">
                <a:solidFill>
                  <a:srgbClr val="000000"/>
                </a:solidFill>
                <a:ea typeface="宋体" panose="02010600030101010101" pitchFamily="2" charset="-122"/>
              </a:rPr>
            </a:br>
            <a:r>
              <a:rPr lang="zh-CN" altLang="zh-CN" sz="1311">
                <a:solidFill>
                  <a:srgbClr val="000000"/>
                </a:solidFill>
                <a:ea typeface="宋体" panose="02010600030101010101" pitchFamily="2" charset="-122"/>
              </a:rPr>
              <a:t>     20 磅鸡肉}</a:t>
            </a:r>
          </a:p>
          <a:p>
            <a:pPr defTabSz="461040" eaLnBrk="1" fontAlgn="base" hangingPunct="1">
              <a:lnSpc>
                <a:spcPct val="105000"/>
              </a:lnSpc>
              <a:spcBef>
                <a:spcPct val="25000"/>
              </a:spcBef>
              <a:spcAft>
                <a:spcPct val="0"/>
              </a:spcAft>
              <a:buClr>
                <a:srgbClr val="339966"/>
              </a:buClr>
              <a:buSzPct val="120000"/>
            </a:pPr>
            <a:r>
              <a:rPr lang="zh-CN" altLang="zh-CN" sz="1311">
                <a:solidFill>
                  <a:srgbClr val="000000"/>
                </a:solidFill>
                <a:ea typeface="宋体" panose="02010600030101010101" pitchFamily="2" charset="-122"/>
              </a:rPr>
              <a:t>家庭在2006年购买篮子： </a:t>
            </a:r>
          </a:p>
          <a:p>
            <a:pPr defTabSz="461040" eaLnBrk="1" fontAlgn="base" hangingPunct="1">
              <a:lnSpc>
                <a:spcPct val="105000"/>
              </a:lnSpc>
              <a:spcBef>
                <a:spcPct val="25000"/>
              </a:spcBef>
              <a:spcAft>
                <a:spcPct val="0"/>
              </a:spcAft>
              <a:buClr>
                <a:srgbClr val="339966"/>
              </a:buClr>
              <a:buSzPct val="120000"/>
            </a:pPr>
            <a:r>
              <a:rPr lang="zh-CN" altLang="zh-CN" sz="1311">
                <a:solidFill>
                  <a:srgbClr val="000000"/>
                </a:solidFill>
                <a:ea typeface="宋体" panose="02010600030101010101" pitchFamily="2" charset="-122"/>
              </a:rPr>
              <a:t>{5 磅牛肉, 25 磅鸡肉}</a:t>
            </a:r>
          </a:p>
        </p:txBody>
      </p:sp>
      <p:graphicFrame>
        <p:nvGraphicFramePr>
          <p:cNvPr id="23561" name="Group 9">
            <a:extLst>
              <a:ext uri="{FF2B5EF4-FFF2-40B4-BE49-F238E27FC236}">
                <a16:creationId xmlns:a16="http://schemas.microsoft.com/office/drawing/2014/main" id="{7B5EA641-9617-3D8A-3957-05FA10FC1D9D}"/>
              </a:ext>
            </a:extLst>
          </p:cNvPr>
          <p:cNvGraphicFramePr>
            <a:graphicFrameLocks noGrp="1"/>
          </p:cNvGraphicFramePr>
          <p:nvPr/>
        </p:nvGraphicFramePr>
        <p:xfrm>
          <a:off x="1819229" y="714713"/>
          <a:ext cx="2622794" cy="1259774"/>
        </p:xfrm>
        <a:graphic>
          <a:graphicData uri="http://schemas.openxmlformats.org/drawingml/2006/table">
            <a:tbl>
              <a:tblPr/>
              <a:tblGrid>
                <a:gridCol w="514634">
                  <a:extLst>
                    <a:ext uri="{9D8B030D-6E8A-4147-A177-3AD203B41FA5}">
                      <a16:colId xmlns:a16="http://schemas.microsoft.com/office/drawing/2014/main" val="132032786"/>
                    </a:ext>
                  </a:extLst>
                </a:gridCol>
                <a:gridCol w="520237">
                  <a:extLst>
                    <a:ext uri="{9D8B030D-6E8A-4147-A177-3AD203B41FA5}">
                      <a16:colId xmlns:a16="http://schemas.microsoft.com/office/drawing/2014/main" val="696986695"/>
                    </a:ext>
                  </a:extLst>
                </a:gridCol>
                <a:gridCol w="659500">
                  <a:extLst>
                    <a:ext uri="{9D8B030D-6E8A-4147-A177-3AD203B41FA5}">
                      <a16:colId xmlns:a16="http://schemas.microsoft.com/office/drawing/2014/main" val="2802782369"/>
                    </a:ext>
                  </a:extLst>
                </a:gridCol>
                <a:gridCol w="928423">
                  <a:extLst>
                    <a:ext uri="{9D8B030D-6E8A-4147-A177-3AD203B41FA5}">
                      <a16:colId xmlns:a16="http://schemas.microsoft.com/office/drawing/2014/main" val="3643138693"/>
                    </a:ext>
                  </a:extLst>
                </a:gridCol>
              </a:tblGrid>
              <a:tr h="465812">
                <a:tc>
                  <a:txBody>
                    <a:bodyPr/>
                    <a:lstStyle>
                      <a:lvl1pPr eaLnBrk="0" hangingPunct="0">
                        <a:lnSpc>
                          <a:spcPct val="105000"/>
                        </a:lnSpc>
                        <a:spcBef>
                          <a:spcPct val="45000"/>
                        </a:spcBef>
                        <a:buClr>
                          <a:srgbClr val="339966"/>
                        </a:buClr>
                        <a:buSzPct val="120000"/>
                        <a:buFont typeface="Wingdings" pitchFamily="2" charset="2"/>
                        <a:defRPr sz="2400">
                          <a:solidFill>
                            <a:schemeClr val="tx1"/>
                          </a:solidFill>
                          <a:latin typeface="Arial" panose="020B0604020202020204" pitchFamily="34" charset="0"/>
                        </a:defRPr>
                      </a:lvl1pPr>
                      <a:lvl2pPr eaLnBrk="0" hangingPunct="0">
                        <a:spcBef>
                          <a:spcPct val="15000"/>
                        </a:spcBef>
                        <a:buClr>
                          <a:srgbClr val="996633"/>
                        </a:buClr>
                        <a:buSzPct val="120000"/>
                        <a:buFont typeface="Wingdings" pitchFamily="2" charset="2"/>
                        <a:defRPr sz="2300">
                          <a:solidFill>
                            <a:schemeClr val="tx1"/>
                          </a:solidFill>
                          <a:latin typeface="Arial" panose="020B0604020202020204" pitchFamily="34" charset="0"/>
                        </a:defRPr>
                      </a:lvl2pPr>
                      <a:lvl3pPr eaLnBrk="0" hangingPunct="0">
                        <a:spcBef>
                          <a:spcPct val="15000"/>
                        </a:spcBef>
                        <a:buClr>
                          <a:srgbClr val="339966"/>
                        </a:buClr>
                        <a:buSzPct val="120000"/>
                        <a:buFont typeface="Wingdings" pitchFamily="2" charset="2"/>
                        <a:defRPr sz="2100">
                          <a:solidFill>
                            <a:schemeClr val="tx1"/>
                          </a:solidFill>
                          <a:latin typeface="Arial" panose="020B0604020202020204" pitchFamily="34" charset="0"/>
                        </a:defRPr>
                      </a:lvl3pPr>
                      <a:lvl4pPr eaLnBrk="0" hangingPunct="0">
                        <a:spcBef>
                          <a:spcPct val="15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endParaRPr kumimoji="0" lang="zh-CN" altLang="zh-CN" sz="13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46101" marR="46101" marT="23051" marB="2305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105000"/>
                        </a:lnSpc>
                        <a:spcBef>
                          <a:spcPct val="45000"/>
                        </a:spcBef>
                        <a:buClr>
                          <a:srgbClr val="339966"/>
                        </a:buClr>
                        <a:buSzPct val="120000"/>
                        <a:buFont typeface="Wingdings" pitchFamily="2" charset="2"/>
                        <a:defRPr sz="2400">
                          <a:solidFill>
                            <a:schemeClr val="tx1"/>
                          </a:solidFill>
                          <a:latin typeface="Arial" panose="020B0604020202020204" pitchFamily="34" charset="0"/>
                        </a:defRPr>
                      </a:lvl1pPr>
                      <a:lvl2pPr eaLnBrk="0" hangingPunct="0">
                        <a:spcBef>
                          <a:spcPct val="15000"/>
                        </a:spcBef>
                        <a:buClr>
                          <a:srgbClr val="996633"/>
                        </a:buClr>
                        <a:buSzPct val="120000"/>
                        <a:buFont typeface="Wingdings" pitchFamily="2" charset="2"/>
                        <a:defRPr sz="2300">
                          <a:solidFill>
                            <a:schemeClr val="tx1"/>
                          </a:solidFill>
                          <a:latin typeface="Arial" panose="020B0604020202020204" pitchFamily="34" charset="0"/>
                        </a:defRPr>
                      </a:lvl2pPr>
                      <a:lvl3pPr eaLnBrk="0" hangingPunct="0">
                        <a:spcBef>
                          <a:spcPct val="15000"/>
                        </a:spcBef>
                        <a:buClr>
                          <a:srgbClr val="339966"/>
                        </a:buClr>
                        <a:buSzPct val="120000"/>
                        <a:buFont typeface="Wingdings" pitchFamily="2" charset="2"/>
                        <a:defRPr sz="2100">
                          <a:solidFill>
                            <a:schemeClr val="tx1"/>
                          </a:solidFill>
                          <a:latin typeface="Arial" panose="020B0604020202020204" pitchFamily="34" charset="0"/>
                        </a:defRPr>
                      </a:lvl3pPr>
                      <a:lvl4pPr eaLnBrk="0" hangingPunct="0">
                        <a:spcBef>
                          <a:spcPct val="15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zh-CN" altLang="zh-CN" sz="1300" b="0" i="0" u="none" strike="noStrike" cap="none" normalizeH="0" baseline="0">
                          <a:ln>
                            <a:noFill/>
                          </a:ln>
                          <a:solidFill>
                            <a:schemeClr val="tx1"/>
                          </a:solidFill>
                          <a:effectLst/>
                          <a:latin typeface="Arial" panose="020B0604020202020204" pitchFamily="34" charset="0"/>
                          <a:ea typeface="宋体" panose="02010600030101010101" pitchFamily="2" charset="-122"/>
                        </a:rPr>
                        <a:t>牛肉</a:t>
                      </a:r>
                    </a:p>
                  </a:txBody>
                  <a:tcPr marL="46101" marR="46101" marT="23051" marB="2305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105000"/>
                        </a:lnSpc>
                        <a:spcBef>
                          <a:spcPct val="45000"/>
                        </a:spcBef>
                        <a:buClr>
                          <a:srgbClr val="339966"/>
                        </a:buClr>
                        <a:buSzPct val="120000"/>
                        <a:buFont typeface="Wingdings" pitchFamily="2" charset="2"/>
                        <a:defRPr sz="2400">
                          <a:solidFill>
                            <a:schemeClr val="tx1"/>
                          </a:solidFill>
                          <a:latin typeface="Arial" panose="020B0604020202020204" pitchFamily="34" charset="0"/>
                        </a:defRPr>
                      </a:lvl1pPr>
                      <a:lvl2pPr eaLnBrk="0" hangingPunct="0">
                        <a:spcBef>
                          <a:spcPct val="15000"/>
                        </a:spcBef>
                        <a:buClr>
                          <a:srgbClr val="996633"/>
                        </a:buClr>
                        <a:buSzPct val="120000"/>
                        <a:buFont typeface="Wingdings" pitchFamily="2" charset="2"/>
                        <a:defRPr sz="2300">
                          <a:solidFill>
                            <a:schemeClr val="tx1"/>
                          </a:solidFill>
                          <a:latin typeface="Arial" panose="020B0604020202020204" pitchFamily="34" charset="0"/>
                        </a:defRPr>
                      </a:lvl2pPr>
                      <a:lvl3pPr eaLnBrk="0" hangingPunct="0">
                        <a:spcBef>
                          <a:spcPct val="15000"/>
                        </a:spcBef>
                        <a:buClr>
                          <a:srgbClr val="339966"/>
                        </a:buClr>
                        <a:buSzPct val="120000"/>
                        <a:buFont typeface="Wingdings" pitchFamily="2" charset="2"/>
                        <a:defRPr sz="2100">
                          <a:solidFill>
                            <a:schemeClr val="tx1"/>
                          </a:solidFill>
                          <a:latin typeface="Arial" panose="020B0604020202020204" pitchFamily="34" charset="0"/>
                        </a:defRPr>
                      </a:lvl3pPr>
                      <a:lvl4pPr eaLnBrk="0" hangingPunct="0">
                        <a:spcBef>
                          <a:spcPct val="15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zh-CN" altLang="zh-CN" sz="1300" b="0" i="0" u="none" strike="noStrike" cap="none" normalizeH="0" baseline="0">
                          <a:ln>
                            <a:noFill/>
                          </a:ln>
                          <a:solidFill>
                            <a:schemeClr val="tx1"/>
                          </a:solidFill>
                          <a:effectLst/>
                          <a:latin typeface="Arial" panose="020B0604020202020204" pitchFamily="34" charset="0"/>
                          <a:ea typeface="宋体" panose="02010600030101010101" pitchFamily="2" charset="-122"/>
                        </a:rPr>
                        <a:t>鸡肉</a:t>
                      </a:r>
                    </a:p>
                  </a:txBody>
                  <a:tcPr marL="46101" marR="46101" marT="23051" marB="2305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105000"/>
                        </a:lnSpc>
                        <a:spcBef>
                          <a:spcPct val="45000"/>
                        </a:spcBef>
                        <a:buClr>
                          <a:srgbClr val="339966"/>
                        </a:buClr>
                        <a:buSzPct val="120000"/>
                        <a:buFont typeface="Wingdings" pitchFamily="2" charset="2"/>
                        <a:defRPr sz="2400">
                          <a:solidFill>
                            <a:schemeClr val="tx1"/>
                          </a:solidFill>
                          <a:latin typeface="Arial" panose="020B0604020202020204" pitchFamily="34" charset="0"/>
                        </a:defRPr>
                      </a:lvl1pPr>
                      <a:lvl2pPr eaLnBrk="0" hangingPunct="0">
                        <a:spcBef>
                          <a:spcPct val="15000"/>
                        </a:spcBef>
                        <a:buClr>
                          <a:srgbClr val="996633"/>
                        </a:buClr>
                        <a:buSzPct val="120000"/>
                        <a:buFont typeface="Wingdings" pitchFamily="2" charset="2"/>
                        <a:defRPr sz="2300">
                          <a:solidFill>
                            <a:schemeClr val="tx1"/>
                          </a:solidFill>
                          <a:latin typeface="Arial" panose="020B0604020202020204" pitchFamily="34" charset="0"/>
                        </a:defRPr>
                      </a:lvl2pPr>
                      <a:lvl3pPr eaLnBrk="0" hangingPunct="0">
                        <a:spcBef>
                          <a:spcPct val="15000"/>
                        </a:spcBef>
                        <a:buClr>
                          <a:srgbClr val="339966"/>
                        </a:buClr>
                        <a:buSzPct val="120000"/>
                        <a:buFont typeface="Wingdings" pitchFamily="2" charset="2"/>
                        <a:defRPr sz="2100">
                          <a:solidFill>
                            <a:schemeClr val="tx1"/>
                          </a:solidFill>
                          <a:latin typeface="Arial" panose="020B0604020202020204" pitchFamily="34" charset="0"/>
                        </a:defRPr>
                      </a:lvl3pPr>
                      <a:lvl4pPr eaLnBrk="0" hangingPunct="0">
                        <a:spcBef>
                          <a:spcPct val="15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altLang="zh-CN" sz="1300" b="0" i="0" u="none" strike="noStrike" cap="none" normalizeH="0" baseline="0">
                          <a:ln>
                            <a:noFill/>
                          </a:ln>
                          <a:solidFill>
                            <a:schemeClr val="tx1"/>
                          </a:solidFill>
                          <a:effectLst/>
                          <a:latin typeface="Arial" panose="020B0604020202020204" pitchFamily="34" charset="0"/>
                          <a:ea typeface="宋体" panose="02010600030101010101" pitchFamily="2" charset="-122"/>
                        </a:rPr>
                        <a:t>CPI</a:t>
                      </a:r>
                      <a:r>
                        <a:rPr kumimoji="0" lang="zh-CN" altLang="zh-CN" sz="1300" b="0" i="0" u="none" strike="noStrike" cap="none" normalizeH="0" baseline="0">
                          <a:ln>
                            <a:noFill/>
                          </a:ln>
                          <a:solidFill>
                            <a:schemeClr val="tx1"/>
                          </a:solidFill>
                          <a:effectLst/>
                          <a:latin typeface="Arial" panose="020B0604020202020204" pitchFamily="34" charset="0"/>
                          <a:ea typeface="宋体" panose="02010600030101010101" pitchFamily="2" charset="-122"/>
                        </a:rPr>
                        <a:t>篮子的费用</a:t>
                      </a:r>
                      <a:endParaRPr kumimoji="0" lang="zh-CN" altLang="en-US" sz="13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46101" marR="46101" marT="23051" marB="2305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492751669"/>
                  </a:ext>
                </a:extLst>
              </a:tr>
              <a:tr h="262520">
                <a:tc>
                  <a:txBody>
                    <a:bodyPr/>
                    <a:lstStyle>
                      <a:lvl1pPr eaLnBrk="0" hangingPunct="0">
                        <a:lnSpc>
                          <a:spcPct val="105000"/>
                        </a:lnSpc>
                        <a:spcBef>
                          <a:spcPct val="45000"/>
                        </a:spcBef>
                        <a:buClr>
                          <a:srgbClr val="339966"/>
                        </a:buClr>
                        <a:buSzPct val="120000"/>
                        <a:buFont typeface="Wingdings" pitchFamily="2" charset="2"/>
                        <a:defRPr sz="2400">
                          <a:solidFill>
                            <a:schemeClr val="tx1"/>
                          </a:solidFill>
                          <a:latin typeface="Arial" panose="020B0604020202020204" pitchFamily="34" charset="0"/>
                        </a:defRPr>
                      </a:lvl1pPr>
                      <a:lvl2pPr eaLnBrk="0" hangingPunct="0">
                        <a:spcBef>
                          <a:spcPct val="15000"/>
                        </a:spcBef>
                        <a:buClr>
                          <a:srgbClr val="996633"/>
                        </a:buClr>
                        <a:buSzPct val="120000"/>
                        <a:buFont typeface="Wingdings" pitchFamily="2" charset="2"/>
                        <a:defRPr sz="2300">
                          <a:solidFill>
                            <a:schemeClr val="tx1"/>
                          </a:solidFill>
                          <a:latin typeface="Arial" panose="020B0604020202020204" pitchFamily="34" charset="0"/>
                        </a:defRPr>
                      </a:lvl2pPr>
                      <a:lvl3pPr eaLnBrk="0" hangingPunct="0">
                        <a:spcBef>
                          <a:spcPct val="15000"/>
                        </a:spcBef>
                        <a:buClr>
                          <a:srgbClr val="339966"/>
                        </a:buClr>
                        <a:buSzPct val="120000"/>
                        <a:buFont typeface="Wingdings" pitchFamily="2" charset="2"/>
                        <a:defRPr sz="2100">
                          <a:solidFill>
                            <a:schemeClr val="tx1"/>
                          </a:solidFill>
                          <a:latin typeface="Arial" panose="020B0604020202020204" pitchFamily="34" charset="0"/>
                        </a:defRPr>
                      </a:lvl3pPr>
                      <a:lvl4pPr eaLnBrk="0" hangingPunct="0">
                        <a:spcBef>
                          <a:spcPct val="15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altLang="zh-CN" sz="1300" b="0" i="0" u="none" strike="noStrike" cap="none" normalizeH="0" baseline="0">
                          <a:ln>
                            <a:noFill/>
                          </a:ln>
                          <a:solidFill>
                            <a:schemeClr val="tx1"/>
                          </a:solidFill>
                          <a:effectLst/>
                          <a:latin typeface="Arial" panose="020B0604020202020204" pitchFamily="34" charset="0"/>
                          <a:ea typeface="宋体" panose="02010600030101010101" pitchFamily="2" charset="-122"/>
                        </a:rPr>
                        <a:t>2004</a:t>
                      </a:r>
                    </a:p>
                  </a:txBody>
                  <a:tcPr marL="46101" marR="46101" marT="23051" marB="2305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105000"/>
                        </a:lnSpc>
                        <a:spcBef>
                          <a:spcPct val="45000"/>
                        </a:spcBef>
                        <a:buClr>
                          <a:srgbClr val="339966"/>
                        </a:buClr>
                        <a:buSzPct val="120000"/>
                        <a:buFont typeface="Wingdings" pitchFamily="2" charset="2"/>
                        <a:defRPr sz="2400">
                          <a:solidFill>
                            <a:schemeClr val="tx1"/>
                          </a:solidFill>
                          <a:latin typeface="Arial" panose="020B0604020202020204" pitchFamily="34" charset="0"/>
                        </a:defRPr>
                      </a:lvl1pPr>
                      <a:lvl2pPr eaLnBrk="0" hangingPunct="0">
                        <a:spcBef>
                          <a:spcPct val="15000"/>
                        </a:spcBef>
                        <a:buClr>
                          <a:srgbClr val="996633"/>
                        </a:buClr>
                        <a:buSzPct val="120000"/>
                        <a:buFont typeface="Wingdings" pitchFamily="2" charset="2"/>
                        <a:defRPr sz="2300">
                          <a:solidFill>
                            <a:schemeClr val="tx1"/>
                          </a:solidFill>
                          <a:latin typeface="Arial" panose="020B0604020202020204" pitchFamily="34" charset="0"/>
                        </a:defRPr>
                      </a:lvl2pPr>
                      <a:lvl3pPr eaLnBrk="0" hangingPunct="0">
                        <a:spcBef>
                          <a:spcPct val="15000"/>
                        </a:spcBef>
                        <a:buClr>
                          <a:srgbClr val="339966"/>
                        </a:buClr>
                        <a:buSzPct val="120000"/>
                        <a:buFont typeface="Wingdings" pitchFamily="2" charset="2"/>
                        <a:defRPr sz="2100">
                          <a:solidFill>
                            <a:schemeClr val="tx1"/>
                          </a:solidFill>
                          <a:latin typeface="Arial" panose="020B0604020202020204" pitchFamily="34" charset="0"/>
                        </a:defRPr>
                      </a:lvl3pPr>
                      <a:lvl4pPr eaLnBrk="0" hangingPunct="0">
                        <a:spcBef>
                          <a:spcPct val="15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altLang="zh-CN" sz="1300" b="0" i="0" u="none" strike="noStrike" cap="none" normalizeH="0" baseline="0">
                          <a:ln>
                            <a:noFill/>
                          </a:ln>
                          <a:solidFill>
                            <a:schemeClr val="tx1"/>
                          </a:solidFill>
                          <a:effectLst/>
                          <a:latin typeface="Arial" panose="020B0604020202020204" pitchFamily="34" charset="0"/>
                          <a:ea typeface="宋体" panose="02010600030101010101" pitchFamily="2" charset="-122"/>
                        </a:rPr>
                        <a:t>$4</a:t>
                      </a:r>
                    </a:p>
                  </a:txBody>
                  <a:tcPr marL="46101" marR="46101" marT="23051" marB="2305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105000"/>
                        </a:lnSpc>
                        <a:spcBef>
                          <a:spcPct val="45000"/>
                        </a:spcBef>
                        <a:buClr>
                          <a:srgbClr val="339966"/>
                        </a:buClr>
                        <a:buSzPct val="120000"/>
                        <a:buFont typeface="Wingdings" pitchFamily="2" charset="2"/>
                        <a:defRPr sz="2400">
                          <a:solidFill>
                            <a:schemeClr val="tx1"/>
                          </a:solidFill>
                          <a:latin typeface="Arial" panose="020B0604020202020204" pitchFamily="34" charset="0"/>
                        </a:defRPr>
                      </a:lvl1pPr>
                      <a:lvl2pPr eaLnBrk="0" hangingPunct="0">
                        <a:spcBef>
                          <a:spcPct val="15000"/>
                        </a:spcBef>
                        <a:buClr>
                          <a:srgbClr val="996633"/>
                        </a:buClr>
                        <a:buSzPct val="120000"/>
                        <a:buFont typeface="Wingdings" pitchFamily="2" charset="2"/>
                        <a:defRPr sz="2300">
                          <a:solidFill>
                            <a:schemeClr val="tx1"/>
                          </a:solidFill>
                          <a:latin typeface="Arial" panose="020B0604020202020204" pitchFamily="34" charset="0"/>
                        </a:defRPr>
                      </a:lvl2pPr>
                      <a:lvl3pPr eaLnBrk="0" hangingPunct="0">
                        <a:spcBef>
                          <a:spcPct val="15000"/>
                        </a:spcBef>
                        <a:buClr>
                          <a:srgbClr val="339966"/>
                        </a:buClr>
                        <a:buSzPct val="120000"/>
                        <a:buFont typeface="Wingdings" pitchFamily="2" charset="2"/>
                        <a:defRPr sz="2100">
                          <a:solidFill>
                            <a:schemeClr val="tx1"/>
                          </a:solidFill>
                          <a:latin typeface="Arial" panose="020B0604020202020204" pitchFamily="34" charset="0"/>
                        </a:defRPr>
                      </a:lvl3pPr>
                      <a:lvl4pPr eaLnBrk="0" hangingPunct="0">
                        <a:spcBef>
                          <a:spcPct val="15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altLang="zh-CN" sz="1300" b="0" i="0" u="none" strike="noStrike" cap="none" normalizeH="0" baseline="0">
                          <a:ln>
                            <a:noFill/>
                          </a:ln>
                          <a:solidFill>
                            <a:schemeClr val="tx1"/>
                          </a:solidFill>
                          <a:effectLst/>
                          <a:latin typeface="Arial" panose="020B0604020202020204" pitchFamily="34" charset="0"/>
                          <a:ea typeface="宋体" panose="02010600030101010101" pitchFamily="2" charset="-122"/>
                        </a:rPr>
                        <a:t>$4</a:t>
                      </a:r>
                    </a:p>
                  </a:txBody>
                  <a:tcPr marL="46101" marR="46101" marT="23051" marB="2305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105000"/>
                        </a:lnSpc>
                        <a:spcBef>
                          <a:spcPct val="45000"/>
                        </a:spcBef>
                        <a:buClr>
                          <a:srgbClr val="339966"/>
                        </a:buClr>
                        <a:buSzPct val="120000"/>
                        <a:buFont typeface="Wingdings" pitchFamily="2" charset="2"/>
                        <a:defRPr sz="2400">
                          <a:solidFill>
                            <a:schemeClr val="tx1"/>
                          </a:solidFill>
                          <a:latin typeface="Arial" panose="020B0604020202020204" pitchFamily="34" charset="0"/>
                        </a:defRPr>
                      </a:lvl1pPr>
                      <a:lvl2pPr eaLnBrk="0" hangingPunct="0">
                        <a:spcBef>
                          <a:spcPct val="15000"/>
                        </a:spcBef>
                        <a:buClr>
                          <a:srgbClr val="996633"/>
                        </a:buClr>
                        <a:buSzPct val="120000"/>
                        <a:buFont typeface="Wingdings" pitchFamily="2" charset="2"/>
                        <a:defRPr sz="2300">
                          <a:solidFill>
                            <a:schemeClr val="tx1"/>
                          </a:solidFill>
                          <a:latin typeface="Arial" panose="020B0604020202020204" pitchFamily="34" charset="0"/>
                        </a:defRPr>
                      </a:lvl2pPr>
                      <a:lvl3pPr eaLnBrk="0" hangingPunct="0">
                        <a:spcBef>
                          <a:spcPct val="15000"/>
                        </a:spcBef>
                        <a:buClr>
                          <a:srgbClr val="339966"/>
                        </a:buClr>
                        <a:buSzPct val="120000"/>
                        <a:buFont typeface="Wingdings" pitchFamily="2" charset="2"/>
                        <a:defRPr sz="2100">
                          <a:solidFill>
                            <a:schemeClr val="tx1"/>
                          </a:solidFill>
                          <a:latin typeface="Arial" panose="020B0604020202020204" pitchFamily="34" charset="0"/>
                        </a:defRPr>
                      </a:lvl3pPr>
                      <a:lvl4pPr eaLnBrk="0" hangingPunct="0">
                        <a:spcBef>
                          <a:spcPct val="15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altLang="zh-CN" sz="1300" b="0" i="0" u="none" strike="noStrike" cap="none" normalizeH="0" baseline="0">
                          <a:ln>
                            <a:noFill/>
                          </a:ln>
                          <a:solidFill>
                            <a:schemeClr val="tx1"/>
                          </a:solidFill>
                          <a:effectLst/>
                          <a:latin typeface="Arial" panose="020B0604020202020204" pitchFamily="34" charset="0"/>
                          <a:ea typeface="宋体" panose="02010600030101010101" pitchFamily="2" charset="-122"/>
                        </a:rPr>
                        <a:t>$120</a:t>
                      </a:r>
                    </a:p>
                  </a:txBody>
                  <a:tcPr marL="46101" marR="46101" marT="23051" marB="2305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72944868"/>
                  </a:ext>
                </a:extLst>
              </a:tr>
              <a:tr h="256117">
                <a:tc>
                  <a:txBody>
                    <a:bodyPr/>
                    <a:lstStyle>
                      <a:lvl1pPr eaLnBrk="0" hangingPunct="0">
                        <a:lnSpc>
                          <a:spcPct val="105000"/>
                        </a:lnSpc>
                        <a:spcBef>
                          <a:spcPct val="45000"/>
                        </a:spcBef>
                        <a:buClr>
                          <a:srgbClr val="339966"/>
                        </a:buClr>
                        <a:buSzPct val="120000"/>
                        <a:buFont typeface="Wingdings" pitchFamily="2" charset="2"/>
                        <a:defRPr sz="2400">
                          <a:solidFill>
                            <a:schemeClr val="tx1"/>
                          </a:solidFill>
                          <a:latin typeface="Arial" panose="020B0604020202020204" pitchFamily="34" charset="0"/>
                        </a:defRPr>
                      </a:lvl1pPr>
                      <a:lvl2pPr eaLnBrk="0" hangingPunct="0">
                        <a:spcBef>
                          <a:spcPct val="15000"/>
                        </a:spcBef>
                        <a:buClr>
                          <a:srgbClr val="996633"/>
                        </a:buClr>
                        <a:buSzPct val="120000"/>
                        <a:buFont typeface="Wingdings" pitchFamily="2" charset="2"/>
                        <a:defRPr sz="2300">
                          <a:solidFill>
                            <a:schemeClr val="tx1"/>
                          </a:solidFill>
                          <a:latin typeface="Arial" panose="020B0604020202020204" pitchFamily="34" charset="0"/>
                        </a:defRPr>
                      </a:lvl2pPr>
                      <a:lvl3pPr eaLnBrk="0" hangingPunct="0">
                        <a:spcBef>
                          <a:spcPct val="15000"/>
                        </a:spcBef>
                        <a:buClr>
                          <a:srgbClr val="339966"/>
                        </a:buClr>
                        <a:buSzPct val="120000"/>
                        <a:buFont typeface="Wingdings" pitchFamily="2" charset="2"/>
                        <a:defRPr sz="2100">
                          <a:solidFill>
                            <a:schemeClr val="tx1"/>
                          </a:solidFill>
                          <a:latin typeface="Arial" panose="020B0604020202020204" pitchFamily="34" charset="0"/>
                        </a:defRPr>
                      </a:lvl3pPr>
                      <a:lvl4pPr eaLnBrk="0" hangingPunct="0">
                        <a:spcBef>
                          <a:spcPct val="15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altLang="zh-CN" sz="1300" b="0" i="0" u="none" strike="noStrike" cap="none" normalizeH="0" baseline="0">
                          <a:ln>
                            <a:noFill/>
                          </a:ln>
                          <a:solidFill>
                            <a:schemeClr val="tx1"/>
                          </a:solidFill>
                          <a:effectLst/>
                          <a:latin typeface="Arial" panose="020B0604020202020204" pitchFamily="34" charset="0"/>
                          <a:ea typeface="宋体" panose="02010600030101010101" pitchFamily="2" charset="-122"/>
                        </a:rPr>
                        <a:t>2005</a:t>
                      </a:r>
                    </a:p>
                  </a:txBody>
                  <a:tcPr marL="46101" marR="46101" marT="23051" marB="2305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105000"/>
                        </a:lnSpc>
                        <a:spcBef>
                          <a:spcPct val="45000"/>
                        </a:spcBef>
                        <a:buClr>
                          <a:srgbClr val="339966"/>
                        </a:buClr>
                        <a:buSzPct val="120000"/>
                        <a:buFont typeface="Wingdings" pitchFamily="2" charset="2"/>
                        <a:defRPr sz="2400">
                          <a:solidFill>
                            <a:schemeClr val="tx1"/>
                          </a:solidFill>
                          <a:latin typeface="Arial" panose="020B0604020202020204" pitchFamily="34" charset="0"/>
                        </a:defRPr>
                      </a:lvl1pPr>
                      <a:lvl2pPr eaLnBrk="0" hangingPunct="0">
                        <a:spcBef>
                          <a:spcPct val="15000"/>
                        </a:spcBef>
                        <a:buClr>
                          <a:srgbClr val="996633"/>
                        </a:buClr>
                        <a:buSzPct val="120000"/>
                        <a:buFont typeface="Wingdings" pitchFamily="2" charset="2"/>
                        <a:defRPr sz="2300">
                          <a:solidFill>
                            <a:schemeClr val="tx1"/>
                          </a:solidFill>
                          <a:latin typeface="Arial" panose="020B0604020202020204" pitchFamily="34" charset="0"/>
                        </a:defRPr>
                      </a:lvl2pPr>
                      <a:lvl3pPr eaLnBrk="0" hangingPunct="0">
                        <a:spcBef>
                          <a:spcPct val="15000"/>
                        </a:spcBef>
                        <a:buClr>
                          <a:srgbClr val="339966"/>
                        </a:buClr>
                        <a:buSzPct val="120000"/>
                        <a:buFont typeface="Wingdings" pitchFamily="2" charset="2"/>
                        <a:defRPr sz="2100">
                          <a:solidFill>
                            <a:schemeClr val="tx1"/>
                          </a:solidFill>
                          <a:latin typeface="Arial" panose="020B0604020202020204" pitchFamily="34" charset="0"/>
                        </a:defRPr>
                      </a:lvl3pPr>
                      <a:lvl4pPr eaLnBrk="0" hangingPunct="0">
                        <a:spcBef>
                          <a:spcPct val="15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altLang="zh-CN" sz="1300" b="0" i="0" u="none" strike="noStrike" cap="none" normalizeH="0" baseline="0">
                          <a:ln>
                            <a:noFill/>
                          </a:ln>
                          <a:solidFill>
                            <a:schemeClr val="tx1"/>
                          </a:solidFill>
                          <a:effectLst/>
                          <a:latin typeface="Arial" panose="020B0604020202020204" pitchFamily="34" charset="0"/>
                          <a:ea typeface="宋体" panose="02010600030101010101" pitchFamily="2" charset="-122"/>
                        </a:rPr>
                        <a:t>$5</a:t>
                      </a:r>
                    </a:p>
                  </a:txBody>
                  <a:tcPr marL="46101" marR="46101" marT="23051" marB="2305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105000"/>
                        </a:lnSpc>
                        <a:spcBef>
                          <a:spcPct val="45000"/>
                        </a:spcBef>
                        <a:buClr>
                          <a:srgbClr val="339966"/>
                        </a:buClr>
                        <a:buSzPct val="120000"/>
                        <a:buFont typeface="Wingdings" pitchFamily="2" charset="2"/>
                        <a:defRPr sz="2400">
                          <a:solidFill>
                            <a:schemeClr val="tx1"/>
                          </a:solidFill>
                          <a:latin typeface="Arial" panose="020B0604020202020204" pitchFamily="34" charset="0"/>
                        </a:defRPr>
                      </a:lvl1pPr>
                      <a:lvl2pPr eaLnBrk="0" hangingPunct="0">
                        <a:spcBef>
                          <a:spcPct val="15000"/>
                        </a:spcBef>
                        <a:buClr>
                          <a:srgbClr val="996633"/>
                        </a:buClr>
                        <a:buSzPct val="120000"/>
                        <a:buFont typeface="Wingdings" pitchFamily="2" charset="2"/>
                        <a:defRPr sz="2300">
                          <a:solidFill>
                            <a:schemeClr val="tx1"/>
                          </a:solidFill>
                          <a:latin typeface="Arial" panose="020B0604020202020204" pitchFamily="34" charset="0"/>
                        </a:defRPr>
                      </a:lvl2pPr>
                      <a:lvl3pPr eaLnBrk="0" hangingPunct="0">
                        <a:spcBef>
                          <a:spcPct val="15000"/>
                        </a:spcBef>
                        <a:buClr>
                          <a:srgbClr val="339966"/>
                        </a:buClr>
                        <a:buSzPct val="120000"/>
                        <a:buFont typeface="Wingdings" pitchFamily="2" charset="2"/>
                        <a:defRPr sz="2100">
                          <a:solidFill>
                            <a:schemeClr val="tx1"/>
                          </a:solidFill>
                          <a:latin typeface="Arial" panose="020B0604020202020204" pitchFamily="34" charset="0"/>
                        </a:defRPr>
                      </a:lvl3pPr>
                      <a:lvl4pPr eaLnBrk="0" hangingPunct="0">
                        <a:spcBef>
                          <a:spcPct val="15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altLang="zh-CN" sz="1300" b="0" i="0" u="none" strike="noStrike" cap="none" normalizeH="0" baseline="0">
                          <a:ln>
                            <a:noFill/>
                          </a:ln>
                          <a:solidFill>
                            <a:schemeClr val="tx1"/>
                          </a:solidFill>
                          <a:effectLst/>
                          <a:latin typeface="Arial" panose="020B0604020202020204" pitchFamily="34" charset="0"/>
                          <a:ea typeface="宋体" panose="02010600030101010101" pitchFamily="2" charset="-122"/>
                        </a:rPr>
                        <a:t>$5</a:t>
                      </a:r>
                    </a:p>
                  </a:txBody>
                  <a:tcPr marL="46101" marR="46101" marT="23051" marB="2305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105000"/>
                        </a:lnSpc>
                        <a:spcBef>
                          <a:spcPct val="45000"/>
                        </a:spcBef>
                        <a:buClr>
                          <a:srgbClr val="339966"/>
                        </a:buClr>
                        <a:buSzPct val="120000"/>
                        <a:buFont typeface="Wingdings" pitchFamily="2" charset="2"/>
                        <a:defRPr sz="2400">
                          <a:solidFill>
                            <a:schemeClr val="tx1"/>
                          </a:solidFill>
                          <a:latin typeface="Arial" panose="020B0604020202020204" pitchFamily="34" charset="0"/>
                        </a:defRPr>
                      </a:lvl1pPr>
                      <a:lvl2pPr eaLnBrk="0" hangingPunct="0">
                        <a:spcBef>
                          <a:spcPct val="15000"/>
                        </a:spcBef>
                        <a:buClr>
                          <a:srgbClr val="996633"/>
                        </a:buClr>
                        <a:buSzPct val="120000"/>
                        <a:buFont typeface="Wingdings" pitchFamily="2" charset="2"/>
                        <a:defRPr sz="2300">
                          <a:solidFill>
                            <a:schemeClr val="tx1"/>
                          </a:solidFill>
                          <a:latin typeface="Arial" panose="020B0604020202020204" pitchFamily="34" charset="0"/>
                        </a:defRPr>
                      </a:lvl2pPr>
                      <a:lvl3pPr eaLnBrk="0" hangingPunct="0">
                        <a:spcBef>
                          <a:spcPct val="15000"/>
                        </a:spcBef>
                        <a:buClr>
                          <a:srgbClr val="339966"/>
                        </a:buClr>
                        <a:buSzPct val="120000"/>
                        <a:buFont typeface="Wingdings" pitchFamily="2" charset="2"/>
                        <a:defRPr sz="2100">
                          <a:solidFill>
                            <a:schemeClr val="tx1"/>
                          </a:solidFill>
                          <a:latin typeface="Arial" panose="020B0604020202020204" pitchFamily="34" charset="0"/>
                        </a:defRPr>
                      </a:lvl3pPr>
                      <a:lvl4pPr eaLnBrk="0" hangingPunct="0">
                        <a:spcBef>
                          <a:spcPct val="15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altLang="zh-CN" sz="1300" b="0" i="0" u="none" strike="noStrike" cap="none" normalizeH="0" baseline="0">
                          <a:ln>
                            <a:noFill/>
                          </a:ln>
                          <a:solidFill>
                            <a:schemeClr val="tx1"/>
                          </a:solidFill>
                          <a:effectLst/>
                          <a:latin typeface="Arial" panose="020B0604020202020204" pitchFamily="34" charset="0"/>
                          <a:ea typeface="宋体" panose="02010600030101010101" pitchFamily="2" charset="-122"/>
                        </a:rPr>
                        <a:t>$150</a:t>
                      </a:r>
                    </a:p>
                  </a:txBody>
                  <a:tcPr marL="46101" marR="46101" marT="23051" marB="2305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1179234845"/>
                  </a:ext>
                </a:extLst>
              </a:tr>
              <a:tr h="275325">
                <a:tc>
                  <a:txBody>
                    <a:bodyPr/>
                    <a:lstStyle>
                      <a:lvl1pPr eaLnBrk="0" hangingPunct="0">
                        <a:lnSpc>
                          <a:spcPct val="105000"/>
                        </a:lnSpc>
                        <a:spcBef>
                          <a:spcPct val="45000"/>
                        </a:spcBef>
                        <a:buClr>
                          <a:srgbClr val="339966"/>
                        </a:buClr>
                        <a:buSzPct val="120000"/>
                        <a:buFont typeface="Wingdings" pitchFamily="2" charset="2"/>
                        <a:defRPr sz="2400">
                          <a:solidFill>
                            <a:schemeClr val="tx1"/>
                          </a:solidFill>
                          <a:latin typeface="Arial" panose="020B0604020202020204" pitchFamily="34" charset="0"/>
                        </a:defRPr>
                      </a:lvl1pPr>
                      <a:lvl2pPr eaLnBrk="0" hangingPunct="0">
                        <a:spcBef>
                          <a:spcPct val="15000"/>
                        </a:spcBef>
                        <a:buClr>
                          <a:srgbClr val="996633"/>
                        </a:buClr>
                        <a:buSzPct val="120000"/>
                        <a:buFont typeface="Wingdings" pitchFamily="2" charset="2"/>
                        <a:defRPr sz="2300">
                          <a:solidFill>
                            <a:schemeClr val="tx1"/>
                          </a:solidFill>
                          <a:latin typeface="Arial" panose="020B0604020202020204" pitchFamily="34" charset="0"/>
                        </a:defRPr>
                      </a:lvl2pPr>
                      <a:lvl3pPr eaLnBrk="0" hangingPunct="0">
                        <a:spcBef>
                          <a:spcPct val="15000"/>
                        </a:spcBef>
                        <a:buClr>
                          <a:srgbClr val="339966"/>
                        </a:buClr>
                        <a:buSzPct val="120000"/>
                        <a:buFont typeface="Wingdings" pitchFamily="2" charset="2"/>
                        <a:defRPr sz="2100">
                          <a:solidFill>
                            <a:schemeClr val="tx1"/>
                          </a:solidFill>
                          <a:latin typeface="Arial" panose="020B0604020202020204" pitchFamily="34" charset="0"/>
                        </a:defRPr>
                      </a:lvl3pPr>
                      <a:lvl4pPr eaLnBrk="0" hangingPunct="0">
                        <a:spcBef>
                          <a:spcPct val="15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altLang="zh-CN" sz="1300" b="0" i="0" u="none" strike="noStrike" cap="none" normalizeH="0" baseline="0">
                          <a:ln>
                            <a:noFill/>
                          </a:ln>
                          <a:solidFill>
                            <a:schemeClr val="tx1"/>
                          </a:solidFill>
                          <a:effectLst/>
                          <a:latin typeface="Arial" panose="020B0604020202020204" pitchFamily="34" charset="0"/>
                          <a:ea typeface="宋体" panose="02010600030101010101" pitchFamily="2" charset="-122"/>
                        </a:rPr>
                        <a:t>2006</a:t>
                      </a:r>
                    </a:p>
                  </a:txBody>
                  <a:tcPr marL="46101" marR="46101" marT="23051" marB="2305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105000"/>
                        </a:lnSpc>
                        <a:spcBef>
                          <a:spcPct val="45000"/>
                        </a:spcBef>
                        <a:buClr>
                          <a:srgbClr val="339966"/>
                        </a:buClr>
                        <a:buSzPct val="120000"/>
                        <a:buFont typeface="Wingdings" pitchFamily="2" charset="2"/>
                        <a:defRPr sz="2400">
                          <a:solidFill>
                            <a:schemeClr val="tx1"/>
                          </a:solidFill>
                          <a:latin typeface="Arial" panose="020B0604020202020204" pitchFamily="34" charset="0"/>
                        </a:defRPr>
                      </a:lvl1pPr>
                      <a:lvl2pPr eaLnBrk="0" hangingPunct="0">
                        <a:spcBef>
                          <a:spcPct val="15000"/>
                        </a:spcBef>
                        <a:buClr>
                          <a:srgbClr val="996633"/>
                        </a:buClr>
                        <a:buSzPct val="120000"/>
                        <a:buFont typeface="Wingdings" pitchFamily="2" charset="2"/>
                        <a:defRPr sz="2300">
                          <a:solidFill>
                            <a:schemeClr val="tx1"/>
                          </a:solidFill>
                          <a:latin typeface="Arial" panose="020B0604020202020204" pitchFamily="34" charset="0"/>
                        </a:defRPr>
                      </a:lvl2pPr>
                      <a:lvl3pPr eaLnBrk="0" hangingPunct="0">
                        <a:spcBef>
                          <a:spcPct val="15000"/>
                        </a:spcBef>
                        <a:buClr>
                          <a:srgbClr val="339966"/>
                        </a:buClr>
                        <a:buSzPct val="120000"/>
                        <a:buFont typeface="Wingdings" pitchFamily="2" charset="2"/>
                        <a:defRPr sz="2100">
                          <a:solidFill>
                            <a:schemeClr val="tx1"/>
                          </a:solidFill>
                          <a:latin typeface="Arial" panose="020B0604020202020204" pitchFamily="34" charset="0"/>
                        </a:defRPr>
                      </a:lvl3pPr>
                      <a:lvl4pPr eaLnBrk="0" hangingPunct="0">
                        <a:spcBef>
                          <a:spcPct val="15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altLang="zh-CN" sz="1300" b="0" i="0" u="none" strike="noStrike" cap="none" normalizeH="0" baseline="0">
                          <a:ln>
                            <a:noFill/>
                          </a:ln>
                          <a:solidFill>
                            <a:schemeClr val="tx1"/>
                          </a:solidFill>
                          <a:effectLst/>
                          <a:latin typeface="Arial" panose="020B0604020202020204" pitchFamily="34" charset="0"/>
                          <a:ea typeface="宋体" panose="02010600030101010101" pitchFamily="2" charset="-122"/>
                        </a:rPr>
                        <a:t>$9</a:t>
                      </a:r>
                    </a:p>
                  </a:txBody>
                  <a:tcPr marL="46101" marR="46101" marT="23051" marB="2305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105000"/>
                        </a:lnSpc>
                        <a:spcBef>
                          <a:spcPct val="45000"/>
                        </a:spcBef>
                        <a:buClr>
                          <a:srgbClr val="339966"/>
                        </a:buClr>
                        <a:buSzPct val="120000"/>
                        <a:buFont typeface="Wingdings" pitchFamily="2" charset="2"/>
                        <a:defRPr sz="2400">
                          <a:solidFill>
                            <a:schemeClr val="tx1"/>
                          </a:solidFill>
                          <a:latin typeface="Arial" panose="020B0604020202020204" pitchFamily="34" charset="0"/>
                        </a:defRPr>
                      </a:lvl1pPr>
                      <a:lvl2pPr eaLnBrk="0" hangingPunct="0">
                        <a:spcBef>
                          <a:spcPct val="15000"/>
                        </a:spcBef>
                        <a:buClr>
                          <a:srgbClr val="996633"/>
                        </a:buClr>
                        <a:buSzPct val="120000"/>
                        <a:buFont typeface="Wingdings" pitchFamily="2" charset="2"/>
                        <a:defRPr sz="2300">
                          <a:solidFill>
                            <a:schemeClr val="tx1"/>
                          </a:solidFill>
                          <a:latin typeface="Arial" panose="020B0604020202020204" pitchFamily="34" charset="0"/>
                        </a:defRPr>
                      </a:lvl2pPr>
                      <a:lvl3pPr eaLnBrk="0" hangingPunct="0">
                        <a:spcBef>
                          <a:spcPct val="15000"/>
                        </a:spcBef>
                        <a:buClr>
                          <a:srgbClr val="339966"/>
                        </a:buClr>
                        <a:buSzPct val="120000"/>
                        <a:buFont typeface="Wingdings" pitchFamily="2" charset="2"/>
                        <a:defRPr sz="2100">
                          <a:solidFill>
                            <a:schemeClr val="tx1"/>
                          </a:solidFill>
                          <a:latin typeface="Arial" panose="020B0604020202020204" pitchFamily="34" charset="0"/>
                        </a:defRPr>
                      </a:lvl3pPr>
                      <a:lvl4pPr eaLnBrk="0" hangingPunct="0">
                        <a:spcBef>
                          <a:spcPct val="15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altLang="zh-CN" sz="1300" b="0" i="0" u="none" strike="noStrike" cap="none" normalizeH="0" baseline="0">
                          <a:ln>
                            <a:noFill/>
                          </a:ln>
                          <a:solidFill>
                            <a:schemeClr val="tx1"/>
                          </a:solidFill>
                          <a:effectLst/>
                          <a:latin typeface="Arial" panose="020B0604020202020204" pitchFamily="34" charset="0"/>
                          <a:ea typeface="宋体" panose="02010600030101010101" pitchFamily="2" charset="-122"/>
                        </a:rPr>
                        <a:t>$6</a:t>
                      </a:r>
                    </a:p>
                  </a:txBody>
                  <a:tcPr marL="46101" marR="46101" marT="23051" marB="2305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105000"/>
                        </a:lnSpc>
                        <a:spcBef>
                          <a:spcPct val="45000"/>
                        </a:spcBef>
                        <a:buClr>
                          <a:srgbClr val="339966"/>
                        </a:buClr>
                        <a:buSzPct val="120000"/>
                        <a:buFont typeface="Wingdings" pitchFamily="2" charset="2"/>
                        <a:defRPr sz="2400">
                          <a:solidFill>
                            <a:schemeClr val="tx1"/>
                          </a:solidFill>
                          <a:latin typeface="Arial" panose="020B0604020202020204" pitchFamily="34" charset="0"/>
                        </a:defRPr>
                      </a:lvl1pPr>
                      <a:lvl2pPr eaLnBrk="0" hangingPunct="0">
                        <a:spcBef>
                          <a:spcPct val="15000"/>
                        </a:spcBef>
                        <a:buClr>
                          <a:srgbClr val="996633"/>
                        </a:buClr>
                        <a:buSzPct val="120000"/>
                        <a:buFont typeface="Wingdings" pitchFamily="2" charset="2"/>
                        <a:defRPr sz="2300">
                          <a:solidFill>
                            <a:schemeClr val="tx1"/>
                          </a:solidFill>
                          <a:latin typeface="Arial" panose="020B0604020202020204" pitchFamily="34" charset="0"/>
                        </a:defRPr>
                      </a:lvl2pPr>
                      <a:lvl3pPr eaLnBrk="0" hangingPunct="0">
                        <a:spcBef>
                          <a:spcPct val="15000"/>
                        </a:spcBef>
                        <a:buClr>
                          <a:srgbClr val="339966"/>
                        </a:buClr>
                        <a:buSzPct val="120000"/>
                        <a:buFont typeface="Wingdings" pitchFamily="2" charset="2"/>
                        <a:defRPr sz="2100">
                          <a:solidFill>
                            <a:schemeClr val="tx1"/>
                          </a:solidFill>
                          <a:latin typeface="Arial" panose="020B0604020202020204" pitchFamily="34" charset="0"/>
                        </a:defRPr>
                      </a:lvl3pPr>
                      <a:lvl4pPr eaLnBrk="0" hangingPunct="0">
                        <a:spcBef>
                          <a:spcPct val="15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altLang="zh-CN" sz="1300" b="0" i="0" u="none" strike="noStrike" cap="none" normalizeH="0" baseline="0">
                          <a:ln>
                            <a:noFill/>
                          </a:ln>
                          <a:solidFill>
                            <a:schemeClr val="tx1"/>
                          </a:solidFill>
                          <a:effectLst/>
                          <a:latin typeface="Arial" panose="020B0604020202020204" pitchFamily="34" charset="0"/>
                          <a:ea typeface="宋体" panose="02010600030101010101" pitchFamily="2" charset="-122"/>
                        </a:rPr>
                        <a:t>$210</a:t>
                      </a:r>
                    </a:p>
                  </a:txBody>
                  <a:tcPr marL="46101" marR="46101" marT="23051" marB="2305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2941586462"/>
                  </a:ext>
                </a:extLst>
              </a:tr>
            </a:tbl>
          </a:graphicData>
        </a:graphic>
      </p:graphicFrame>
    </p:spTree>
    <p:extLst>
      <p:ext uri="{BB962C8B-B14F-4D97-AF65-F5344CB8AC3E}">
        <p14:creationId xmlns:p14="http://schemas.microsoft.com/office/powerpoint/2010/main" val="3411507623"/>
      </p:ext>
    </p:extLst>
  </p:cSld>
  <p:clrMapOvr>
    <a:masterClrMapping/>
  </p:clrMapOvr>
  <p:transition spd="med">
    <p:diamon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23559">
                                            <p:txEl>
                                              <p:pRg st="1" end="1"/>
                                            </p:txEl>
                                          </p:spTgt>
                                        </p:tgtEl>
                                        <p:attrNameLst>
                                          <p:attrName>style.visibility</p:attrName>
                                        </p:attrNameLst>
                                      </p:cBhvr>
                                      <p:to>
                                        <p:strVal val="visible"/>
                                      </p:to>
                                    </p:set>
                                    <p:animEffect transition="in" filter="wipe(left)">
                                      <p:cBhvr>
                                        <p:cTn id="7" dur="500"/>
                                        <p:tgtEl>
                                          <p:spTgt spid="23559">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559" grpId="0" build="p" autoUpdateAnimBg="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8">
            <a:extLst>
              <a:ext uri="{FF2B5EF4-FFF2-40B4-BE49-F238E27FC236}">
                <a16:creationId xmlns:a16="http://schemas.microsoft.com/office/drawing/2014/main" id="{479E1204-4165-257B-64E9-9C8112C59D76}"/>
              </a:ext>
            </a:extLst>
          </p:cNvPr>
          <p:cNvSpPr>
            <a:spLocks noChangeArrowheads="1"/>
          </p:cNvSpPr>
          <p:nvPr/>
        </p:nvSpPr>
        <p:spPr bwMode="auto">
          <a:xfrm>
            <a:off x="0" y="1588"/>
            <a:ext cx="192088" cy="3457575"/>
          </a:xfrm>
          <a:prstGeom prst="rect">
            <a:avLst/>
          </a:prstGeom>
          <a:solidFill>
            <a:srgbClr val="996633"/>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1040" eaLnBrk="1" fontAlgn="base" hangingPunct="1">
              <a:spcBef>
                <a:spcPct val="0"/>
              </a:spcBef>
              <a:spcAft>
                <a:spcPct val="0"/>
              </a:spcAft>
            </a:pPr>
            <a:endParaRPr lang="zh-CN" altLang="zh-CN" sz="908">
              <a:solidFill>
                <a:srgbClr val="000000"/>
              </a:solidFill>
              <a:ea typeface="宋体" panose="02010600030101010101" pitchFamily="2" charset="-122"/>
            </a:endParaRPr>
          </a:p>
        </p:txBody>
      </p:sp>
      <p:sp>
        <p:nvSpPr>
          <p:cNvPr id="25603" name="Rectangle 4">
            <a:extLst>
              <a:ext uri="{FF2B5EF4-FFF2-40B4-BE49-F238E27FC236}">
                <a16:creationId xmlns:a16="http://schemas.microsoft.com/office/drawing/2014/main" id="{8B87431E-052C-EFCC-A043-879AF8641B0A}"/>
              </a:ext>
            </a:extLst>
          </p:cNvPr>
          <p:cNvSpPr>
            <a:spLocks noGrp="1" noChangeArrowheads="1"/>
          </p:cNvSpPr>
          <p:nvPr>
            <p:ph type="title" idx="4294967295"/>
          </p:nvPr>
        </p:nvSpPr>
        <p:spPr>
          <a:xfrm>
            <a:off x="296135" y="168063"/>
            <a:ext cx="4138686" cy="420992"/>
          </a:xfrm>
        </p:spPr>
        <p:txBody>
          <a:bodyPr vert="horz" wrap="square" lIns="91440" tIns="0" rIns="91440" bIns="0" numCol="1" anchor="t" anchorCtr="0" compatLnSpc="1">
            <a:prstTxWarp prst="textNoShape">
              <a:avLst/>
            </a:prstTxWarp>
          </a:bodyPr>
          <a:lstStyle/>
          <a:p>
            <a:pPr algn="l" eaLnBrk="1" hangingPunct="1"/>
            <a:r>
              <a:rPr lang="zh-CN" altLang="zh-CN" sz="121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主动学习  </a:t>
            </a:r>
            <a:r>
              <a:rPr lang="zh-CN" altLang="zh-CN" sz="1210" i="1">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2</a:t>
            </a:r>
            <a:r>
              <a:rPr lang="zh-CN" altLang="zh-CN" sz="1008" b="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   </a:t>
            </a:r>
            <a:br>
              <a:rPr lang="zh-CN" altLang="zh-CN" sz="1008" b="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br>
            <a:r>
              <a:rPr lang="zh-CN" altLang="zh-CN" sz="1613">
                <a:solidFill>
                  <a:srgbClr val="339966"/>
                </a:solidFill>
                <a:effectLst>
                  <a:outerShdw blurRad="38100" dist="38100" dir="2700000" algn="tl">
                    <a:srgbClr val="C0C0C0"/>
                  </a:outerShdw>
                </a:effectLst>
                <a:ea typeface="宋体" panose="02010600030101010101" pitchFamily="2" charset="-122"/>
              </a:rPr>
              <a:t>参考答案</a:t>
            </a:r>
          </a:p>
        </p:txBody>
      </p:sp>
      <p:sp>
        <p:nvSpPr>
          <p:cNvPr id="25604" name="Line 9">
            <a:extLst>
              <a:ext uri="{FF2B5EF4-FFF2-40B4-BE49-F238E27FC236}">
                <a16:creationId xmlns:a16="http://schemas.microsoft.com/office/drawing/2014/main" id="{D80EA281-74B2-4DD7-20CA-0D673E00B704}"/>
              </a:ext>
            </a:extLst>
          </p:cNvPr>
          <p:cNvSpPr>
            <a:spLocks noChangeShapeType="1"/>
          </p:cNvSpPr>
          <p:nvPr/>
        </p:nvSpPr>
        <p:spPr bwMode="auto">
          <a:xfrm>
            <a:off x="300937" y="621070"/>
            <a:ext cx="4137885" cy="0"/>
          </a:xfrm>
          <a:prstGeom prst="line">
            <a:avLst/>
          </a:prstGeom>
          <a:noFill/>
          <a:ln w="12700">
            <a:solidFill>
              <a:srgbClr val="C0C0C0"/>
            </a:solidFill>
            <a:round/>
            <a:headEnd/>
            <a:tailEnd/>
          </a:ln>
          <a:extLst>
            <a:ext uri="{909E8E84-426E-40DD-AFC4-6F175D3DCCD1}">
              <a14:hiddenFill xmlns:a14="http://schemas.microsoft.com/office/drawing/2010/main">
                <a:noFill/>
              </a14:hiddenFill>
            </a:ext>
          </a:extLst>
        </p:spPr>
        <p:txBody>
          <a:bodyPr/>
          <a:lstStyle/>
          <a:p>
            <a:pPr defTabSz="461040" fontAlgn="base">
              <a:spcBef>
                <a:spcPct val="0"/>
              </a:spcBef>
              <a:spcAft>
                <a:spcPct val="0"/>
              </a:spcAft>
            </a:pPr>
            <a:endParaRPr lang="zh-CN" altLang="en-US" sz="908">
              <a:solidFill>
                <a:srgbClr val="000000"/>
              </a:solidFill>
              <a:latin typeface="Arial" panose="020B0604020202020204" pitchFamily="34" charset="0"/>
            </a:endParaRPr>
          </a:p>
        </p:txBody>
      </p:sp>
      <p:sp>
        <p:nvSpPr>
          <p:cNvPr id="25605" name="Line 10">
            <a:extLst>
              <a:ext uri="{FF2B5EF4-FFF2-40B4-BE49-F238E27FC236}">
                <a16:creationId xmlns:a16="http://schemas.microsoft.com/office/drawing/2014/main" id="{673F7C5C-A719-C100-0B11-7B5FBA229B8B}"/>
              </a:ext>
            </a:extLst>
          </p:cNvPr>
          <p:cNvSpPr>
            <a:spLocks noChangeShapeType="1"/>
          </p:cNvSpPr>
          <p:nvPr/>
        </p:nvSpPr>
        <p:spPr bwMode="auto">
          <a:xfrm>
            <a:off x="299337" y="148054"/>
            <a:ext cx="4137885" cy="0"/>
          </a:xfrm>
          <a:prstGeom prst="line">
            <a:avLst/>
          </a:prstGeom>
          <a:noFill/>
          <a:ln w="12700">
            <a:solidFill>
              <a:srgbClr val="C0C0C0"/>
            </a:solidFill>
            <a:round/>
            <a:headEnd/>
            <a:tailEnd/>
          </a:ln>
          <a:extLst>
            <a:ext uri="{909E8E84-426E-40DD-AFC4-6F175D3DCCD1}">
              <a14:hiddenFill xmlns:a14="http://schemas.microsoft.com/office/drawing/2010/main">
                <a:noFill/>
              </a14:hiddenFill>
            </a:ext>
          </a:extLst>
        </p:spPr>
        <p:txBody>
          <a:bodyPr/>
          <a:lstStyle/>
          <a:p>
            <a:pPr defTabSz="461040" fontAlgn="base">
              <a:spcBef>
                <a:spcPct val="0"/>
              </a:spcBef>
              <a:spcAft>
                <a:spcPct val="0"/>
              </a:spcAft>
            </a:pPr>
            <a:endParaRPr lang="zh-CN" altLang="en-US" sz="908">
              <a:solidFill>
                <a:srgbClr val="000000"/>
              </a:solidFill>
              <a:latin typeface="Arial" panose="020B0604020202020204" pitchFamily="34" charset="0"/>
            </a:endParaRPr>
          </a:p>
        </p:txBody>
      </p:sp>
      <p:sp>
        <p:nvSpPr>
          <p:cNvPr id="25606" name="Rectangle 6">
            <a:extLst>
              <a:ext uri="{FF2B5EF4-FFF2-40B4-BE49-F238E27FC236}">
                <a16:creationId xmlns:a16="http://schemas.microsoft.com/office/drawing/2014/main" id="{91DF29F5-0B24-3C81-ED7F-57373E821EDF}"/>
              </a:ext>
            </a:extLst>
          </p:cNvPr>
          <p:cNvSpPr>
            <a:spLocks noChangeArrowheads="1"/>
          </p:cNvSpPr>
          <p:nvPr/>
        </p:nvSpPr>
        <p:spPr bwMode="auto">
          <a:xfrm>
            <a:off x="4185907" y="3215851"/>
            <a:ext cx="344957" cy="1856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defTabSz="461040" eaLnBrk="1" fontAlgn="base" hangingPunct="1">
              <a:spcBef>
                <a:spcPct val="0"/>
              </a:spcBef>
              <a:spcAft>
                <a:spcPct val="0"/>
              </a:spcAft>
            </a:pPr>
            <a:fld id="{5E93AAE1-EE68-5A44-A653-2185AF9FC164}" type="slidenum">
              <a:rPr lang="zh-CN" altLang="zh-CN" sz="857">
                <a:solidFill>
                  <a:srgbClr val="777777"/>
                </a:solidFill>
                <a:latin typeface="Tahoma" panose="020B0604030504040204" pitchFamily="34" charset="0"/>
                <a:ea typeface="宋体" panose="02010600030101010101" pitchFamily="2" charset="-122"/>
              </a:rPr>
              <a:pPr algn="r" defTabSz="461040" eaLnBrk="1" fontAlgn="base" hangingPunct="1">
                <a:spcBef>
                  <a:spcPct val="0"/>
                </a:spcBef>
                <a:spcAft>
                  <a:spcPct val="0"/>
                </a:spcAft>
              </a:pPr>
              <a:t>19</a:t>
            </a:fld>
            <a:endParaRPr lang="zh-CN" altLang="zh-CN" sz="857">
              <a:solidFill>
                <a:srgbClr val="777777"/>
              </a:solidFill>
              <a:latin typeface="Tahoma" panose="020B0604030504040204" pitchFamily="34" charset="0"/>
              <a:ea typeface="宋体" panose="02010600030101010101" pitchFamily="2" charset="-122"/>
            </a:endParaRPr>
          </a:p>
        </p:txBody>
      </p:sp>
      <p:sp>
        <p:nvSpPr>
          <p:cNvPr id="25607" name="Rectangle 8">
            <a:extLst>
              <a:ext uri="{FF2B5EF4-FFF2-40B4-BE49-F238E27FC236}">
                <a16:creationId xmlns:a16="http://schemas.microsoft.com/office/drawing/2014/main" id="{516EBBA3-49E5-346F-7013-70E8B48B09C5}"/>
              </a:ext>
            </a:extLst>
          </p:cNvPr>
          <p:cNvSpPr>
            <a:spLocks noChangeArrowheads="1"/>
          </p:cNvSpPr>
          <p:nvPr/>
        </p:nvSpPr>
        <p:spPr bwMode="auto">
          <a:xfrm>
            <a:off x="282529" y="2246610"/>
            <a:ext cx="4185907" cy="10628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511175" indent="-511175"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marL="257734" indent="-257734" defTabSz="461040" eaLnBrk="1" fontAlgn="base" hangingPunct="1">
              <a:lnSpc>
                <a:spcPct val="105000"/>
              </a:lnSpc>
              <a:spcBef>
                <a:spcPct val="25000"/>
              </a:spcBef>
              <a:spcAft>
                <a:spcPct val="0"/>
              </a:spcAft>
              <a:buClr>
                <a:srgbClr val="990099"/>
              </a:buClr>
            </a:pPr>
            <a:r>
              <a:rPr lang="zh-CN" altLang="zh-CN" sz="1311" b="1">
                <a:solidFill>
                  <a:srgbClr val="339966"/>
                </a:solidFill>
                <a:ea typeface="宋体" panose="02010600030101010101" pitchFamily="2" charset="-122"/>
              </a:rPr>
              <a:t>B.	</a:t>
            </a:r>
            <a:r>
              <a:rPr lang="zh-CN" altLang="zh-CN" sz="1361">
                <a:solidFill>
                  <a:srgbClr val="000000"/>
                </a:solidFill>
                <a:ea typeface="宋体" panose="02010600030101010101" pitchFamily="2" charset="-122"/>
              </a:rPr>
              <a:t>以2005年6月家庭篮子费用来计算增长率，并与CPI通货膨胀率比较</a:t>
            </a:r>
          </a:p>
          <a:p>
            <a:pPr marL="257734" indent="-257734" defTabSz="461040" eaLnBrk="1" fontAlgn="base" hangingPunct="1">
              <a:lnSpc>
                <a:spcPct val="105000"/>
              </a:lnSpc>
              <a:spcBef>
                <a:spcPct val="25000"/>
              </a:spcBef>
              <a:spcAft>
                <a:spcPct val="0"/>
              </a:spcAft>
              <a:buClr>
                <a:srgbClr val="990099"/>
              </a:buClr>
            </a:pPr>
            <a:r>
              <a:rPr lang="zh-CN" altLang="zh-CN" sz="1361">
                <a:solidFill>
                  <a:srgbClr val="000000"/>
                </a:solidFill>
                <a:ea typeface="宋体" panose="02010600030101010101" pitchFamily="2" charset="-122"/>
              </a:rPr>
              <a:t>	增长率：($195 – $150)/$150  =  </a:t>
            </a:r>
            <a:r>
              <a:rPr lang="zh-CN" altLang="zh-CN" sz="1361">
                <a:solidFill>
                  <a:srgbClr val="FF0000"/>
                </a:solidFill>
                <a:ea typeface="宋体" panose="02010600030101010101" pitchFamily="2" charset="-122"/>
              </a:rPr>
              <a:t>30%</a:t>
            </a:r>
            <a:endParaRPr lang="zh-CN" altLang="zh-CN" sz="1361">
              <a:solidFill>
                <a:srgbClr val="000000"/>
              </a:solidFill>
              <a:ea typeface="宋体" panose="02010600030101010101" pitchFamily="2" charset="-122"/>
            </a:endParaRPr>
          </a:p>
          <a:p>
            <a:pPr marL="257734" indent="-257734" defTabSz="461040" eaLnBrk="1" fontAlgn="base" hangingPunct="1">
              <a:lnSpc>
                <a:spcPct val="105000"/>
              </a:lnSpc>
              <a:spcBef>
                <a:spcPct val="25000"/>
              </a:spcBef>
              <a:spcAft>
                <a:spcPct val="0"/>
              </a:spcAft>
              <a:buClr>
                <a:srgbClr val="990099"/>
              </a:buClr>
            </a:pPr>
            <a:r>
              <a:rPr lang="zh-CN" altLang="zh-CN" sz="1361">
                <a:solidFill>
                  <a:srgbClr val="000000"/>
                </a:solidFill>
                <a:ea typeface="宋体" panose="02010600030101010101" pitchFamily="2" charset="-122"/>
              </a:rPr>
              <a:t>	由问题1得出的CPI通货膨胀率 = </a:t>
            </a:r>
            <a:r>
              <a:rPr lang="zh-CN" altLang="zh-CN" sz="1361">
                <a:solidFill>
                  <a:srgbClr val="FF0000"/>
                </a:solidFill>
                <a:ea typeface="宋体" panose="02010600030101010101" pitchFamily="2" charset="-122"/>
              </a:rPr>
              <a:t>40%</a:t>
            </a:r>
          </a:p>
        </p:txBody>
      </p:sp>
      <p:sp>
        <p:nvSpPr>
          <p:cNvPr id="25608" name="Rectangle 7">
            <a:extLst>
              <a:ext uri="{FF2B5EF4-FFF2-40B4-BE49-F238E27FC236}">
                <a16:creationId xmlns:a16="http://schemas.microsoft.com/office/drawing/2014/main" id="{47E8C43B-B7C8-B638-F5A5-28D551B544CC}"/>
              </a:ext>
            </a:extLst>
          </p:cNvPr>
          <p:cNvSpPr>
            <a:spLocks noChangeArrowheads="1"/>
          </p:cNvSpPr>
          <p:nvPr/>
        </p:nvSpPr>
        <p:spPr bwMode="auto">
          <a:xfrm>
            <a:off x="280128" y="632275"/>
            <a:ext cx="1333407" cy="16143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1040" eaLnBrk="1" fontAlgn="base" hangingPunct="1">
              <a:lnSpc>
                <a:spcPct val="105000"/>
              </a:lnSpc>
              <a:spcBef>
                <a:spcPct val="40000"/>
              </a:spcBef>
              <a:spcAft>
                <a:spcPct val="0"/>
              </a:spcAft>
              <a:buClr>
                <a:srgbClr val="339966"/>
              </a:buClr>
              <a:buSzPct val="120000"/>
            </a:pPr>
            <a:r>
              <a:rPr lang="zh-CN" altLang="zh-CN" sz="1311">
                <a:solidFill>
                  <a:srgbClr val="000000"/>
                </a:solidFill>
                <a:ea typeface="宋体" panose="02010600030101010101" pitchFamily="2" charset="-122"/>
              </a:rPr>
              <a:t>CPI 篮子：</a:t>
            </a:r>
            <a:br>
              <a:rPr lang="zh-CN" altLang="zh-CN" sz="1311">
                <a:solidFill>
                  <a:srgbClr val="000000"/>
                </a:solidFill>
                <a:ea typeface="宋体" panose="02010600030101010101" pitchFamily="2" charset="-122"/>
              </a:rPr>
            </a:br>
            <a:r>
              <a:rPr lang="zh-CN" altLang="zh-CN" sz="1311">
                <a:solidFill>
                  <a:srgbClr val="000000"/>
                </a:solidFill>
                <a:ea typeface="宋体" panose="02010600030101010101" pitchFamily="2" charset="-122"/>
              </a:rPr>
              <a:t>  {10 磅牛肉, </a:t>
            </a:r>
            <a:br>
              <a:rPr lang="zh-CN" altLang="zh-CN" sz="1311">
                <a:solidFill>
                  <a:srgbClr val="000000"/>
                </a:solidFill>
                <a:ea typeface="宋体" panose="02010600030101010101" pitchFamily="2" charset="-122"/>
              </a:rPr>
            </a:br>
            <a:r>
              <a:rPr lang="zh-CN" altLang="zh-CN" sz="1311">
                <a:solidFill>
                  <a:srgbClr val="000000"/>
                </a:solidFill>
                <a:ea typeface="宋体" panose="02010600030101010101" pitchFamily="2" charset="-122"/>
              </a:rPr>
              <a:t>     20 磅鸡肉}</a:t>
            </a:r>
          </a:p>
          <a:p>
            <a:pPr defTabSz="461040" eaLnBrk="1" fontAlgn="base" hangingPunct="1">
              <a:lnSpc>
                <a:spcPct val="105000"/>
              </a:lnSpc>
              <a:spcBef>
                <a:spcPct val="25000"/>
              </a:spcBef>
              <a:spcAft>
                <a:spcPct val="0"/>
              </a:spcAft>
              <a:buClr>
                <a:srgbClr val="339966"/>
              </a:buClr>
              <a:buSzPct val="120000"/>
            </a:pPr>
            <a:r>
              <a:rPr lang="zh-CN" altLang="zh-CN" sz="1311">
                <a:solidFill>
                  <a:srgbClr val="000000"/>
                </a:solidFill>
                <a:ea typeface="宋体" panose="02010600030101010101" pitchFamily="2" charset="-122"/>
              </a:rPr>
              <a:t>家庭在2006年购买篮子： </a:t>
            </a:r>
          </a:p>
          <a:p>
            <a:pPr defTabSz="461040" eaLnBrk="1" fontAlgn="base" hangingPunct="1">
              <a:lnSpc>
                <a:spcPct val="105000"/>
              </a:lnSpc>
              <a:spcBef>
                <a:spcPct val="25000"/>
              </a:spcBef>
              <a:spcAft>
                <a:spcPct val="0"/>
              </a:spcAft>
              <a:buClr>
                <a:srgbClr val="339966"/>
              </a:buClr>
              <a:buSzPct val="120000"/>
            </a:pPr>
            <a:r>
              <a:rPr lang="zh-CN" altLang="zh-CN" sz="1311">
                <a:solidFill>
                  <a:srgbClr val="000000"/>
                </a:solidFill>
                <a:ea typeface="宋体" panose="02010600030101010101" pitchFamily="2" charset="-122"/>
              </a:rPr>
              <a:t>{5 磅牛肉, 25 磅鸡肉}</a:t>
            </a:r>
          </a:p>
          <a:p>
            <a:pPr defTabSz="461040" eaLnBrk="1" fontAlgn="base" hangingPunct="1">
              <a:lnSpc>
                <a:spcPct val="105000"/>
              </a:lnSpc>
              <a:spcBef>
                <a:spcPct val="25000"/>
              </a:spcBef>
              <a:spcAft>
                <a:spcPct val="0"/>
              </a:spcAft>
              <a:buClr>
                <a:srgbClr val="339966"/>
              </a:buClr>
              <a:buSzPct val="120000"/>
            </a:pPr>
            <a:endParaRPr lang="zh-CN" altLang="zh-CN" sz="1311">
              <a:solidFill>
                <a:srgbClr val="000000"/>
              </a:solidFill>
              <a:ea typeface="宋体" panose="02010600030101010101" pitchFamily="2" charset="-122"/>
            </a:endParaRPr>
          </a:p>
        </p:txBody>
      </p:sp>
      <p:graphicFrame>
        <p:nvGraphicFramePr>
          <p:cNvPr id="25609" name="Group 9">
            <a:extLst>
              <a:ext uri="{FF2B5EF4-FFF2-40B4-BE49-F238E27FC236}">
                <a16:creationId xmlns:a16="http://schemas.microsoft.com/office/drawing/2014/main" id="{F2BAB5CE-854A-642C-A221-AB6C6DDB91AC}"/>
              </a:ext>
            </a:extLst>
          </p:cNvPr>
          <p:cNvGraphicFramePr>
            <a:graphicFrameLocks noGrp="1"/>
          </p:cNvGraphicFramePr>
          <p:nvPr/>
        </p:nvGraphicFramePr>
        <p:xfrm>
          <a:off x="1819229" y="714713"/>
          <a:ext cx="2622794" cy="1260575"/>
        </p:xfrm>
        <a:graphic>
          <a:graphicData uri="http://schemas.openxmlformats.org/drawingml/2006/table">
            <a:tbl>
              <a:tblPr/>
              <a:tblGrid>
                <a:gridCol w="514634">
                  <a:extLst>
                    <a:ext uri="{9D8B030D-6E8A-4147-A177-3AD203B41FA5}">
                      <a16:colId xmlns:a16="http://schemas.microsoft.com/office/drawing/2014/main" val="1463907342"/>
                    </a:ext>
                  </a:extLst>
                </a:gridCol>
                <a:gridCol w="520237">
                  <a:extLst>
                    <a:ext uri="{9D8B030D-6E8A-4147-A177-3AD203B41FA5}">
                      <a16:colId xmlns:a16="http://schemas.microsoft.com/office/drawing/2014/main" val="3899572777"/>
                    </a:ext>
                  </a:extLst>
                </a:gridCol>
                <a:gridCol w="659500">
                  <a:extLst>
                    <a:ext uri="{9D8B030D-6E8A-4147-A177-3AD203B41FA5}">
                      <a16:colId xmlns:a16="http://schemas.microsoft.com/office/drawing/2014/main" val="641746386"/>
                    </a:ext>
                  </a:extLst>
                </a:gridCol>
                <a:gridCol w="928423">
                  <a:extLst>
                    <a:ext uri="{9D8B030D-6E8A-4147-A177-3AD203B41FA5}">
                      <a16:colId xmlns:a16="http://schemas.microsoft.com/office/drawing/2014/main" val="2304125726"/>
                    </a:ext>
                  </a:extLst>
                </a:gridCol>
              </a:tblGrid>
              <a:tr h="466613">
                <a:tc>
                  <a:txBody>
                    <a:bodyPr/>
                    <a:lstStyle>
                      <a:lvl1pPr eaLnBrk="0" hangingPunct="0">
                        <a:lnSpc>
                          <a:spcPct val="105000"/>
                        </a:lnSpc>
                        <a:spcBef>
                          <a:spcPct val="45000"/>
                        </a:spcBef>
                        <a:buClr>
                          <a:srgbClr val="339966"/>
                        </a:buClr>
                        <a:buSzPct val="120000"/>
                        <a:buFont typeface="Wingdings" pitchFamily="2" charset="2"/>
                        <a:defRPr sz="2400">
                          <a:solidFill>
                            <a:schemeClr val="tx1"/>
                          </a:solidFill>
                          <a:latin typeface="Arial" panose="020B0604020202020204" pitchFamily="34" charset="0"/>
                        </a:defRPr>
                      </a:lvl1pPr>
                      <a:lvl2pPr eaLnBrk="0" hangingPunct="0">
                        <a:spcBef>
                          <a:spcPct val="15000"/>
                        </a:spcBef>
                        <a:buClr>
                          <a:srgbClr val="996633"/>
                        </a:buClr>
                        <a:buSzPct val="120000"/>
                        <a:buFont typeface="Wingdings" pitchFamily="2" charset="2"/>
                        <a:defRPr sz="2300">
                          <a:solidFill>
                            <a:schemeClr val="tx1"/>
                          </a:solidFill>
                          <a:latin typeface="Arial" panose="020B0604020202020204" pitchFamily="34" charset="0"/>
                        </a:defRPr>
                      </a:lvl2pPr>
                      <a:lvl3pPr eaLnBrk="0" hangingPunct="0">
                        <a:spcBef>
                          <a:spcPct val="15000"/>
                        </a:spcBef>
                        <a:buClr>
                          <a:srgbClr val="339966"/>
                        </a:buClr>
                        <a:buSzPct val="120000"/>
                        <a:buFont typeface="Wingdings" pitchFamily="2" charset="2"/>
                        <a:defRPr sz="2100">
                          <a:solidFill>
                            <a:schemeClr val="tx1"/>
                          </a:solidFill>
                          <a:latin typeface="Arial" panose="020B0604020202020204" pitchFamily="34" charset="0"/>
                        </a:defRPr>
                      </a:lvl3pPr>
                      <a:lvl4pPr eaLnBrk="0" hangingPunct="0">
                        <a:spcBef>
                          <a:spcPct val="15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endParaRPr kumimoji="0" lang="zh-CN" altLang="zh-CN" sz="13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46101" marR="46101" marT="23051" marB="2305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105000"/>
                        </a:lnSpc>
                        <a:spcBef>
                          <a:spcPct val="45000"/>
                        </a:spcBef>
                        <a:buClr>
                          <a:srgbClr val="339966"/>
                        </a:buClr>
                        <a:buSzPct val="120000"/>
                        <a:buFont typeface="Wingdings" pitchFamily="2" charset="2"/>
                        <a:defRPr sz="2400">
                          <a:solidFill>
                            <a:schemeClr val="tx1"/>
                          </a:solidFill>
                          <a:latin typeface="Arial" panose="020B0604020202020204" pitchFamily="34" charset="0"/>
                        </a:defRPr>
                      </a:lvl1pPr>
                      <a:lvl2pPr eaLnBrk="0" hangingPunct="0">
                        <a:spcBef>
                          <a:spcPct val="15000"/>
                        </a:spcBef>
                        <a:buClr>
                          <a:srgbClr val="996633"/>
                        </a:buClr>
                        <a:buSzPct val="120000"/>
                        <a:buFont typeface="Wingdings" pitchFamily="2" charset="2"/>
                        <a:defRPr sz="2300">
                          <a:solidFill>
                            <a:schemeClr val="tx1"/>
                          </a:solidFill>
                          <a:latin typeface="Arial" panose="020B0604020202020204" pitchFamily="34" charset="0"/>
                        </a:defRPr>
                      </a:lvl2pPr>
                      <a:lvl3pPr eaLnBrk="0" hangingPunct="0">
                        <a:spcBef>
                          <a:spcPct val="15000"/>
                        </a:spcBef>
                        <a:buClr>
                          <a:srgbClr val="339966"/>
                        </a:buClr>
                        <a:buSzPct val="120000"/>
                        <a:buFont typeface="Wingdings" pitchFamily="2" charset="2"/>
                        <a:defRPr sz="2100">
                          <a:solidFill>
                            <a:schemeClr val="tx1"/>
                          </a:solidFill>
                          <a:latin typeface="Arial" panose="020B0604020202020204" pitchFamily="34" charset="0"/>
                        </a:defRPr>
                      </a:lvl3pPr>
                      <a:lvl4pPr eaLnBrk="0" hangingPunct="0">
                        <a:spcBef>
                          <a:spcPct val="15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zh-CN" altLang="zh-CN" sz="1300" b="0" i="0" u="none" strike="noStrike" cap="none" normalizeH="0" baseline="0">
                          <a:ln>
                            <a:noFill/>
                          </a:ln>
                          <a:solidFill>
                            <a:schemeClr val="tx1"/>
                          </a:solidFill>
                          <a:effectLst/>
                          <a:latin typeface="Arial" panose="020B0604020202020204" pitchFamily="34" charset="0"/>
                          <a:ea typeface="宋体" panose="02010600030101010101" pitchFamily="2" charset="-122"/>
                        </a:rPr>
                        <a:t>牛肉</a:t>
                      </a:r>
                    </a:p>
                  </a:txBody>
                  <a:tcPr marL="46101" marR="46101" marT="23051" marB="2305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105000"/>
                        </a:lnSpc>
                        <a:spcBef>
                          <a:spcPct val="45000"/>
                        </a:spcBef>
                        <a:buClr>
                          <a:srgbClr val="339966"/>
                        </a:buClr>
                        <a:buSzPct val="120000"/>
                        <a:buFont typeface="Wingdings" pitchFamily="2" charset="2"/>
                        <a:defRPr sz="2400">
                          <a:solidFill>
                            <a:schemeClr val="tx1"/>
                          </a:solidFill>
                          <a:latin typeface="Arial" panose="020B0604020202020204" pitchFamily="34" charset="0"/>
                        </a:defRPr>
                      </a:lvl1pPr>
                      <a:lvl2pPr eaLnBrk="0" hangingPunct="0">
                        <a:spcBef>
                          <a:spcPct val="15000"/>
                        </a:spcBef>
                        <a:buClr>
                          <a:srgbClr val="996633"/>
                        </a:buClr>
                        <a:buSzPct val="120000"/>
                        <a:buFont typeface="Wingdings" pitchFamily="2" charset="2"/>
                        <a:defRPr sz="2300">
                          <a:solidFill>
                            <a:schemeClr val="tx1"/>
                          </a:solidFill>
                          <a:latin typeface="Arial" panose="020B0604020202020204" pitchFamily="34" charset="0"/>
                        </a:defRPr>
                      </a:lvl2pPr>
                      <a:lvl3pPr eaLnBrk="0" hangingPunct="0">
                        <a:spcBef>
                          <a:spcPct val="15000"/>
                        </a:spcBef>
                        <a:buClr>
                          <a:srgbClr val="339966"/>
                        </a:buClr>
                        <a:buSzPct val="120000"/>
                        <a:buFont typeface="Wingdings" pitchFamily="2" charset="2"/>
                        <a:defRPr sz="2100">
                          <a:solidFill>
                            <a:schemeClr val="tx1"/>
                          </a:solidFill>
                          <a:latin typeface="Arial" panose="020B0604020202020204" pitchFamily="34" charset="0"/>
                        </a:defRPr>
                      </a:lvl3pPr>
                      <a:lvl4pPr eaLnBrk="0" hangingPunct="0">
                        <a:spcBef>
                          <a:spcPct val="15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zh-CN" altLang="zh-CN" sz="1300" b="0" i="0" u="none" strike="noStrike" cap="none" normalizeH="0" baseline="0">
                          <a:ln>
                            <a:noFill/>
                          </a:ln>
                          <a:solidFill>
                            <a:schemeClr val="tx1"/>
                          </a:solidFill>
                          <a:effectLst/>
                          <a:latin typeface="Arial" panose="020B0604020202020204" pitchFamily="34" charset="0"/>
                          <a:ea typeface="宋体" panose="02010600030101010101" pitchFamily="2" charset="-122"/>
                        </a:rPr>
                        <a:t>鸡肉</a:t>
                      </a:r>
                    </a:p>
                  </a:txBody>
                  <a:tcPr marL="46101" marR="46101" marT="23051" marB="2305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105000"/>
                        </a:lnSpc>
                        <a:spcBef>
                          <a:spcPct val="45000"/>
                        </a:spcBef>
                        <a:buClr>
                          <a:srgbClr val="339966"/>
                        </a:buClr>
                        <a:buSzPct val="120000"/>
                        <a:buFont typeface="Wingdings" pitchFamily="2" charset="2"/>
                        <a:defRPr sz="2400">
                          <a:solidFill>
                            <a:schemeClr val="tx1"/>
                          </a:solidFill>
                          <a:latin typeface="Arial" panose="020B0604020202020204" pitchFamily="34" charset="0"/>
                        </a:defRPr>
                      </a:lvl1pPr>
                      <a:lvl2pPr eaLnBrk="0" hangingPunct="0">
                        <a:spcBef>
                          <a:spcPct val="15000"/>
                        </a:spcBef>
                        <a:buClr>
                          <a:srgbClr val="996633"/>
                        </a:buClr>
                        <a:buSzPct val="120000"/>
                        <a:buFont typeface="Wingdings" pitchFamily="2" charset="2"/>
                        <a:defRPr sz="2300">
                          <a:solidFill>
                            <a:schemeClr val="tx1"/>
                          </a:solidFill>
                          <a:latin typeface="Arial" panose="020B0604020202020204" pitchFamily="34" charset="0"/>
                        </a:defRPr>
                      </a:lvl2pPr>
                      <a:lvl3pPr eaLnBrk="0" hangingPunct="0">
                        <a:spcBef>
                          <a:spcPct val="15000"/>
                        </a:spcBef>
                        <a:buClr>
                          <a:srgbClr val="339966"/>
                        </a:buClr>
                        <a:buSzPct val="120000"/>
                        <a:buFont typeface="Wingdings" pitchFamily="2" charset="2"/>
                        <a:defRPr sz="2100">
                          <a:solidFill>
                            <a:schemeClr val="tx1"/>
                          </a:solidFill>
                          <a:latin typeface="Arial" panose="020B0604020202020204" pitchFamily="34" charset="0"/>
                        </a:defRPr>
                      </a:lvl3pPr>
                      <a:lvl4pPr eaLnBrk="0" hangingPunct="0">
                        <a:spcBef>
                          <a:spcPct val="15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altLang="zh-CN" sz="1300" b="0" i="0" u="none" strike="noStrike" cap="none" normalizeH="0" baseline="0">
                          <a:ln>
                            <a:noFill/>
                          </a:ln>
                          <a:solidFill>
                            <a:schemeClr val="tx1"/>
                          </a:solidFill>
                          <a:effectLst/>
                          <a:latin typeface="Arial" panose="020B0604020202020204" pitchFamily="34" charset="0"/>
                          <a:ea typeface="宋体" panose="02010600030101010101" pitchFamily="2" charset="-122"/>
                        </a:rPr>
                        <a:t>CPI</a:t>
                      </a:r>
                      <a:r>
                        <a:rPr kumimoji="0" lang="zh-CN" altLang="zh-CN" sz="1300" b="0" i="0" u="none" strike="noStrike" cap="none" normalizeH="0" baseline="0">
                          <a:ln>
                            <a:noFill/>
                          </a:ln>
                          <a:solidFill>
                            <a:schemeClr val="tx1"/>
                          </a:solidFill>
                          <a:effectLst/>
                          <a:latin typeface="Arial" panose="020B0604020202020204" pitchFamily="34" charset="0"/>
                          <a:ea typeface="宋体" panose="02010600030101010101" pitchFamily="2" charset="-122"/>
                        </a:rPr>
                        <a:t>篮子的费用</a:t>
                      </a:r>
                      <a:endParaRPr kumimoji="0" lang="zh-CN" altLang="en-US" sz="1300" b="0" i="0" u="none" strike="noStrike" cap="none" normalizeH="0" baseline="0">
                        <a:ln>
                          <a:noFill/>
                        </a:ln>
                        <a:solidFill>
                          <a:schemeClr val="tx1"/>
                        </a:solidFill>
                        <a:effectLst/>
                        <a:latin typeface="Arial" panose="020B0604020202020204" pitchFamily="34" charset="0"/>
                        <a:ea typeface="宋体" panose="02010600030101010101" pitchFamily="2" charset="-122"/>
                      </a:endParaRPr>
                    </a:p>
                  </a:txBody>
                  <a:tcPr marL="46101" marR="46101" marT="23051" marB="2305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2287383144"/>
                  </a:ext>
                </a:extLst>
              </a:tr>
              <a:tr h="262520">
                <a:tc>
                  <a:txBody>
                    <a:bodyPr/>
                    <a:lstStyle>
                      <a:lvl1pPr eaLnBrk="0" hangingPunct="0">
                        <a:lnSpc>
                          <a:spcPct val="105000"/>
                        </a:lnSpc>
                        <a:spcBef>
                          <a:spcPct val="45000"/>
                        </a:spcBef>
                        <a:buClr>
                          <a:srgbClr val="339966"/>
                        </a:buClr>
                        <a:buSzPct val="120000"/>
                        <a:buFont typeface="Wingdings" pitchFamily="2" charset="2"/>
                        <a:defRPr sz="2400">
                          <a:solidFill>
                            <a:schemeClr val="tx1"/>
                          </a:solidFill>
                          <a:latin typeface="Arial" panose="020B0604020202020204" pitchFamily="34" charset="0"/>
                        </a:defRPr>
                      </a:lvl1pPr>
                      <a:lvl2pPr eaLnBrk="0" hangingPunct="0">
                        <a:spcBef>
                          <a:spcPct val="15000"/>
                        </a:spcBef>
                        <a:buClr>
                          <a:srgbClr val="996633"/>
                        </a:buClr>
                        <a:buSzPct val="120000"/>
                        <a:buFont typeface="Wingdings" pitchFamily="2" charset="2"/>
                        <a:defRPr sz="2300">
                          <a:solidFill>
                            <a:schemeClr val="tx1"/>
                          </a:solidFill>
                          <a:latin typeface="Arial" panose="020B0604020202020204" pitchFamily="34" charset="0"/>
                        </a:defRPr>
                      </a:lvl2pPr>
                      <a:lvl3pPr eaLnBrk="0" hangingPunct="0">
                        <a:spcBef>
                          <a:spcPct val="15000"/>
                        </a:spcBef>
                        <a:buClr>
                          <a:srgbClr val="339966"/>
                        </a:buClr>
                        <a:buSzPct val="120000"/>
                        <a:buFont typeface="Wingdings" pitchFamily="2" charset="2"/>
                        <a:defRPr sz="2100">
                          <a:solidFill>
                            <a:schemeClr val="tx1"/>
                          </a:solidFill>
                          <a:latin typeface="Arial" panose="020B0604020202020204" pitchFamily="34" charset="0"/>
                        </a:defRPr>
                      </a:lvl3pPr>
                      <a:lvl4pPr eaLnBrk="0" hangingPunct="0">
                        <a:spcBef>
                          <a:spcPct val="15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altLang="zh-CN" sz="1300" b="0" i="0" u="none" strike="noStrike" cap="none" normalizeH="0" baseline="0">
                          <a:ln>
                            <a:noFill/>
                          </a:ln>
                          <a:solidFill>
                            <a:schemeClr val="tx1"/>
                          </a:solidFill>
                          <a:effectLst/>
                          <a:latin typeface="Arial" panose="020B0604020202020204" pitchFamily="34" charset="0"/>
                          <a:ea typeface="宋体" panose="02010600030101010101" pitchFamily="2" charset="-122"/>
                        </a:rPr>
                        <a:t>2004</a:t>
                      </a:r>
                    </a:p>
                  </a:txBody>
                  <a:tcPr marL="46101" marR="46101" marT="23051" marB="2305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105000"/>
                        </a:lnSpc>
                        <a:spcBef>
                          <a:spcPct val="45000"/>
                        </a:spcBef>
                        <a:buClr>
                          <a:srgbClr val="339966"/>
                        </a:buClr>
                        <a:buSzPct val="120000"/>
                        <a:buFont typeface="Wingdings" pitchFamily="2" charset="2"/>
                        <a:defRPr sz="2400">
                          <a:solidFill>
                            <a:schemeClr val="tx1"/>
                          </a:solidFill>
                          <a:latin typeface="Arial" panose="020B0604020202020204" pitchFamily="34" charset="0"/>
                        </a:defRPr>
                      </a:lvl1pPr>
                      <a:lvl2pPr eaLnBrk="0" hangingPunct="0">
                        <a:spcBef>
                          <a:spcPct val="15000"/>
                        </a:spcBef>
                        <a:buClr>
                          <a:srgbClr val="996633"/>
                        </a:buClr>
                        <a:buSzPct val="120000"/>
                        <a:buFont typeface="Wingdings" pitchFamily="2" charset="2"/>
                        <a:defRPr sz="2300">
                          <a:solidFill>
                            <a:schemeClr val="tx1"/>
                          </a:solidFill>
                          <a:latin typeface="Arial" panose="020B0604020202020204" pitchFamily="34" charset="0"/>
                        </a:defRPr>
                      </a:lvl2pPr>
                      <a:lvl3pPr eaLnBrk="0" hangingPunct="0">
                        <a:spcBef>
                          <a:spcPct val="15000"/>
                        </a:spcBef>
                        <a:buClr>
                          <a:srgbClr val="339966"/>
                        </a:buClr>
                        <a:buSzPct val="120000"/>
                        <a:buFont typeface="Wingdings" pitchFamily="2" charset="2"/>
                        <a:defRPr sz="2100">
                          <a:solidFill>
                            <a:schemeClr val="tx1"/>
                          </a:solidFill>
                          <a:latin typeface="Arial" panose="020B0604020202020204" pitchFamily="34" charset="0"/>
                        </a:defRPr>
                      </a:lvl3pPr>
                      <a:lvl4pPr eaLnBrk="0" hangingPunct="0">
                        <a:spcBef>
                          <a:spcPct val="15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altLang="zh-CN" sz="1300" b="0" i="0" u="none" strike="noStrike" cap="none" normalizeH="0" baseline="0">
                          <a:ln>
                            <a:noFill/>
                          </a:ln>
                          <a:solidFill>
                            <a:schemeClr val="tx1"/>
                          </a:solidFill>
                          <a:effectLst/>
                          <a:latin typeface="Arial" panose="020B0604020202020204" pitchFamily="34" charset="0"/>
                          <a:ea typeface="宋体" panose="02010600030101010101" pitchFamily="2" charset="-122"/>
                        </a:rPr>
                        <a:t>$4</a:t>
                      </a:r>
                    </a:p>
                  </a:txBody>
                  <a:tcPr marL="46101" marR="46101" marT="23051" marB="2305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105000"/>
                        </a:lnSpc>
                        <a:spcBef>
                          <a:spcPct val="45000"/>
                        </a:spcBef>
                        <a:buClr>
                          <a:srgbClr val="339966"/>
                        </a:buClr>
                        <a:buSzPct val="120000"/>
                        <a:buFont typeface="Wingdings" pitchFamily="2" charset="2"/>
                        <a:defRPr sz="2400">
                          <a:solidFill>
                            <a:schemeClr val="tx1"/>
                          </a:solidFill>
                          <a:latin typeface="Arial" panose="020B0604020202020204" pitchFamily="34" charset="0"/>
                        </a:defRPr>
                      </a:lvl1pPr>
                      <a:lvl2pPr eaLnBrk="0" hangingPunct="0">
                        <a:spcBef>
                          <a:spcPct val="15000"/>
                        </a:spcBef>
                        <a:buClr>
                          <a:srgbClr val="996633"/>
                        </a:buClr>
                        <a:buSzPct val="120000"/>
                        <a:buFont typeface="Wingdings" pitchFamily="2" charset="2"/>
                        <a:defRPr sz="2300">
                          <a:solidFill>
                            <a:schemeClr val="tx1"/>
                          </a:solidFill>
                          <a:latin typeface="Arial" panose="020B0604020202020204" pitchFamily="34" charset="0"/>
                        </a:defRPr>
                      </a:lvl2pPr>
                      <a:lvl3pPr eaLnBrk="0" hangingPunct="0">
                        <a:spcBef>
                          <a:spcPct val="15000"/>
                        </a:spcBef>
                        <a:buClr>
                          <a:srgbClr val="339966"/>
                        </a:buClr>
                        <a:buSzPct val="120000"/>
                        <a:buFont typeface="Wingdings" pitchFamily="2" charset="2"/>
                        <a:defRPr sz="2100">
                          <a:solidFill>
                            <a:schemeClr val="tx1"/>
                          </a:solidFill>
                          <a:latin typeface="Arial" panose="020B0604020202020204" pitchFamily="34" charset="0"/>
                        </a:defRPr>
                      </a:lvl3pPr>
                      <a:lvl4pPr eaLnBrk="0" hangingPunct="0">
                        <a:spcBef>
                          <a:spcPct val="15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altLang="zh-CN" sz="1300" b="0" i="0" u="none" strike="noStrike" cap="none" normalizeH="0" baseline="0">
                          <a:ln>
                            <a:noFill/>
                          </a:ln>
                          <a:solidFill>
                            <a:schemeClr val="tx1"/>
                          </a:solidFill>
                          <a:effectLst/>
                          <a:latin typeface="Arial" panose="020B0604020202020204" pitchFamily="34" charset="0"/>
                          <a:ea typeface="宋体" panose="02010600030101010101" pitchFamily="2" charset="-122"/>
                        </a:rPr>
                        <a:t>$4</a:t>
                      </a:r>
                    </a:p>
                  </a:txBody>
                  <a:tcPr marL="46101" marR="46101" marT="23051" marB="2305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105000"/>
                        </a:lnSpc>
                        <a:spcBef>
                          <a:spcPct val="45000"/>
                        </a:spcBef>
                        <a:buClr>
                          <a:srgbClr val="339966"/>
                        </a:buClr>
                        <a:buSzPct val="120000"/>
                        <a:buFont typeface="Wingdings" pitchFamily="2" charset="2"/>
                        <a:defRPr sz="2400">
                          <a:solidFill>
                            <a:schemeClr val="tx1"/>
                          </a:solidFill>
                          <a:latin typeface="Arial" panose="020B0604020202020204" pitchFamily="34" charset="0"/>
                        </a:defRPr>
                      </a:lvl1pPr>
                      <a:lvl2pPr eaLnBrk="0" hangingPunct="0">
                        <a:spcBef>
                          <a:spcPct val="15000"/>
                        </a:spcBef>
                        <a:buClr>
                          <a:srgbClr val="996633"/>
                        </a:buClr>
                        <a:buSzPct val="120000"/>
                        <a:buFont typeface="Wingdings" pitchFamily="2" charset="2"/>
                        <a:defRPr sz="2300">
                          <a:solidFill>
                            <a:schemeClr val="tx1"/>
                          </a:solidFill>
                          <a:latin typeface="Arial" panose="020B0604020202020204" pitchFamily="34" charset="0"/>
                        </a:defRPr>
                      </a:lvl2pPr>
                      <a:lvl3pPr eaLnBrk="0" hangingPunct="0">
                        <a:spcBef>
                          <a:spcPct val="15000"/>
                        </a:spcBef>
                        <a:buClr>
                          <a:srgbClr val="339966"/>
                        </a:buClr>
                        <a:buSzPct val="120000"/>
                        <a:buFont typeface="Wingdings" pitchFamily="2" charset="2"/>
                        <a:defRPr sz="2100">
                          <a:solidFill>
                            <a:schemeClr val="tx1"/>
                          </a:solidFill>
                          <a:latin typeface="Arial" panose="020B0604020202020204" pitchFamily="34" charset="0"/>
                        </a:defRPr>
                      </a:lvl3pPr>
                      <a:lvl4pPr eaLnBrk="0" hangingPunct="0">
                        <a:spcBef>
                          <a:spcPct val="15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altLang="zh-CN" sz="1300" b="0" i="0" u="none" strike="noStrike" cap="none" normalizeH="0" baseline="0">
                          <a:ln>
                            <a:noFill/>
                          </a:ln>
                          <a:solidFill>
                            <a:schemeClr val="tx1"/>
                          </a:solidFill>
                          <a:effectLst/>
                          <a:latin typeface="Arial" panose="020B0604020202020204" pitchFamily="34" charset="0"/>
                          <a:ea typeface="宋体" panose="02010600030101010101" pitchFamily="2" charset="-122"/>
                        </a:rPr>
                        <a:t>$120</a:t>
                      </a:r>
                    </a:p>
                  </a:txBody>
                  <a:tcPr marL="46101" marR="46101" marT="23051" marB="2305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304351953"/>
                  </a:ext>
                </a:extLst>
              </a:tr>
              <a:tr h="256117">
                <a:tc>
                  <a:txBody>
                    <a:bodyPr/>
                    <a:lstStyle>
                      <a:lvl1pPr eaLnBrk="0" hangingPunct="0">
                        <a:lnSpc>
                          <a:spcPct val="105000"/>
                        </a:lnSpc>
                        <a:spcBef>
                          <a:spcPct val="45000"/>
                        </a:spcBef>
                        <a:buClr>
                          <a:srgbClr val="339966"/>
                        </a:buClr>
                        <a:buSzPct val="120000"/>
                        <a:buFont typeface="Wingdings" pitchFamily="2" charset="2"/>
                        <a:defRPr sz="2400">
                          <a:solidFill>
                            <a:schemeClr val="tx1"/>
                          </a:solidFill>
                          <a:latin typeface="Arial" panose="020B0604020202020204" pitchFamily="34" charset="0"/>
                        </a:defRPr>
                      </a:lvl1pPr>
                      <a:lvl2pPr eaLnBrk="0" hangingPunct="0">
                        <a:spcBef>
                          <a:spcPct val="15000"/>
                        </a:spcBef>
                        <a:buClr>
                          <a:srgbClr val="996633"/>
                        </a:buClr>
                        <a:buSzPct val="120000"/>
                        <a:buFont typeface="Wingdings" pitchFamily="2" charset="2"/>
                        <a:defRPr sz="2300">
                          <a:solidFill>
                            <a:schemeClr val="tx1"/>
                          </a:solidFill>
                          <a:latin typeface="Arial" panose="020B0604020202020204" pitchFamily="34" charset="0"/>
                        </a:defRPr>
                      </a:lvl2pPr>
                      <a:lvl3pPr eaLnBrk="0" hangingPunct="0">
                        <a:spcBef>
                          <a:spcPct val="15000"/>
                        </a:spcBef>
                        <a:buClr>
                          <a:srgbClr val="339966"/>
                        </a:buClr>
                        <a:buSzPct val="120000"/>
                        <a:buFont typeface="Wingdings" pitchFamily="2" charset="2"/>
                        <a:defRPr sz="2100">
                          <a:solidFill>
                            <a:schemeClr val="tx1"/>
                          </a:solidFill>
                          <a:latin typeface="Arial" panose="020B0604020202020204" pitchFamily="34" charset="0"/>
                        </a:defRPr>
                      </a:lvl3pPr>
                      <a:lvl4pPr eaLnBrk="0" hangingPunct="0">
                        <a:spcBef>
                          <a:spcPct val="15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altLang="zh-CN" sz="1300" b="0" i="0" u="none" strike="noStrike" cap="none" normalizeH="0" baseline="0">
                          <a:ln>
                            <a:noFill/>
                          </a:ln>
                          <a:solidFill>
                            <a:schemeClr val="tx1"/>
                          </a:solidFill>
                          <a:effectLst/>
                          <a:latin typeface="Arial" panose="020B0604020202020204" pitchFamily="34" charset="0"/>
                          <a:ea typeface="宋体" panose="02010600030101010101" pitchFamily="2" charset="-122"/>
                        </a:rPr>
                        <a:t>2005</a:t>
                      </a:r>
                    </a:p>
                  </a:txBody>
                  <a:tcPr marL="46101" marR="46101" marT="23051" marB="2305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105000"/>
                        </a:lnSpc>
                        <a:spcBef>
                          <a:spcPct val="45000"/>
                        </a:spcBef>
                        <a:buClr>
                          <a:srgbClr val="339966"/>
                        </a:buClr>
                        <a:buSzPct val="120000"/>
                        <a:buFont typeface="Wingdings" pitchFamily="2" charset="2"/>
                        <a:defRPr sz="2400">
                          <a:solidFill>
                            <a:schemeClr val="tx1"/>
                          </a:solidFill>
                          <a:latin typeface="Arial" panose="020B0604020202020204" pitchFamily="34" charset="0"/>
                        </a:defRPr>
                      </a:lvl1pPr>
                      <a:lvl2pPr eaLnBrk="0" hangingPunct="0">
                        <a:spcBef>
                          <a:spcPct val="15000"/>
                        </a:spcBef>
                        <a:buClr>
                          <a:srgbClr val="996633"/>
                        </a:buClr>
                        <a:buSzPct val="120000"/>
                        <a:buFont typeface="Wingdings" pitchFamily="2" charset="2"/>
                        <a:defRPr sz="2300">
                          <a:solidFill>
                            <a:schemeClr val="tx1"/>
                          </a:solidFill>
                          <a:latin typeface="Arial" panose="020B0604020202020204" pitchFamily="34" charset="0"/>
                        </a:defRPr>
                      </a:lvl2pPr>
                      <a:lvl3pPr eaLnBrk="0" hangingPunct="0">
                        <a:spcBef>
                          <a:spcPct val="15000"/>
                        </a:spcBef>
                        <a:buClr>
                          <a:srgbClr val="339966"/>
                        </a:buClr>
                        <a:buSzPct val="120000"/>
                        <a:buFont typeface="Wingdings" pitchFamily="2" charset="2"/>
                        <a:defRPr sz="2100">
                          <a:solidFill>
                            <a:schemeClr val="tx1"/>
                          </a:solidFill>
                          <a:latin typeface="Arial" panose="020B0604020202020204" pitchFamily="34" charset="0"/>
                        </a:defRPr>
                      </a:lvl3pPr>
                      <a:lvl4pPr eaLnBrk="0" hangingPunct="0">
                        <a:spcBef>
                          <a:spcPct val="15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altLang="zh-CN" sz="1300" b="0" i="0" u="none" strike="noStrike" cap="none" normalizeH="0" baseline="0">
                          <a:ln>
                            <a:noFill/>
                          </a:ln>
                          <a:solidFill>
                            <a:schemeClr val="tx1"/>
                          </a:solidFill>
                          <a:effectLst/>
                          <a:latin typeface="Arial" panose="020B0604020202020204" pitchFamily="34" charset="0"/>
                          <a:ea typeface="宋体" panose="02010600030101010101" pitchFamily="2" charset="-122"/>
                        </a:rPr>
                        <a:t>$5</a:t>
                      </a:r>
                    </a:p>
                  </a:txBody>
                  <a:tcPr marL="46101" marR="46101" marT="23051" marB="2305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105000"/>
                        </a:lnSpc>
                        <a:spcBef>
                          <a:spcPct val="45000"/>
                        </a:spcBef>
                        <a:buClr>
                          <a:srgbClr val="339966"/>
                        </a:buClr>
                        <a:buSzPct val="120000"/>
                        <a:buFont typeface="Wingdings" pitchFamily="2" charset="2"/>
                        <a:defRPr sz="2400">
                          <a:solidFill>
                            <a:schemeClr val="tx1"/>
                          </a:solidFill>
                          <a:latin typeface="Arial" panose="020B0604020202020204" pitchFamily="34" charset="0"/>
                        </a:defRPr>
                      </a:lvl1pPr>
                      <a:lvl2pPr eaLnBrk="0" hangingPunct="0">
                        <a:spcBef>
                          <a:spcPct val="15000"/>
                        </a:spcBef>
                        <a:buClr>
                          <a:srgbClr val="996633"/>
                        </a:buClr>
                        <a:buSzPct val="120000"/>
                        <a:buFont typeface="Wingdings" pitchFamily="2" charset="2"/>
                        <a:defRPr sz="2300">
                          <a:solidFill>
                            <a:schemeClr val="tx1"/>
                          </a:solidFill>
                          <a:latin typeface="Arial" panose="020B0604020202020204" pitchFamily="34" charset="0"/>
                        </a:defRPr>
                      </a:lvl2pPr>
                      <a:lvl3pPr eaLnBrk="0" hangingPunct="0">
                        <a:spcBef>
                          <a:spcPct val="15000"/>
                        </a:spcBef>
                        <a:buClr>
                          <a:srgbClr val="339966"/>
                        </a:buClr>
                        <a:buSzPct val="120000"/>
                        <a:buFont typeface="Wingdings" pitchFamily="2" charset="2"/>
                        <a:defRPr sz="2100">
                          <a:solidFill>
                            <a:schemeClr val="tx1"/>
                          </a:solidFill>
                          <a:latin typeface="Arial" panose="020B0604020202020204" pitchFamily="34" charset="0"/>
                        </a:defRPr>
                      </a:lvl3pPr>
                      <a:lvl4pPr eaLnBrk="0" hangingPunct="0">
                        <a:spcBef>
                          <a:spcPct val="15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altLang="zh-CN" sz="1300" b="0" i="0" u="none" strike="noStrike" cap="none" normalizeH="0" baseline="0">
                          <a:ln>
                            <a:noFill/>
                          </a:ln>
                          <a:solidFill>
                            <a:schemeClr val="tx1"/>
                          </a:solidFill>
                          <a:effectLst/>
                          <a:latin typeface="Arial" panose="020B0604020202020204" pitchFamily="34" charset="0"/>
                          <a:ea typeface="宋体" panose="02010600030101010101" pitchFamily="2" charset="-122"/>
                        </a:rPr>
                        <a:t>$5</a:t>
                      </a:r>
                    </a:p>
                  </a:txBody>
                  <a:tcPr marL="46101" marR="46101" marT="23051" marB="2305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105000"/>
                        </a:lnSpc>
                        <a:spcBef>
                          <a:spcPct val="45000"/>
                        </a:spcBef>
                        <a:buClr>
                          <a:srgbClr val="339966"/>
                        </a:buClr>
                        <a:buSzPct val="120000"/>
                        <a:buFont typeface="Wingdings" pitchFamily="2" charset="2"/>
                        <a:defRPr sz="2400">
                          <a:solidFill>
                            <a:schemeClr val="tx1"/>
                          </a:solidFill>
                          <a:latin typeface="Arial" panose="020B0604020202020204" pitchFamily="34" charset="0"/>
                        </a:defRPr>
                      </a:lvl1pPr>
                      <a:lvl2pPr eaLnBrk="0" hangingPunct="0">
                        <a:spcBef>
                          <a:spcPct val="15000"/>
                        </a:spcBef>
                        <a:buClr>
                          <a:srgbClr val="996633"/>
                        </a:buClr>
                        <a:buSzPct val="120000"/>
                        <a:buFont typeface="Wingdings" pitchFamily="2" charset="2"/>
                        <a:defRPr sz="2300">
                          <a:solidFill>
                            <a:schemeClr val="tx1"/>
                          </a:solidFill>
                          <a:latin typeface="Arial" panose="020B0604020202020204" pitchFamily="34" charset="0"/>
                        </a:defRPr>
                      </a:lvl2pPr>
                      <a:lvl3pPr eaLnBrk="0" hangingPunct="0">
                        <a:spcBef>
                          <a:spcPct val="15000"/>
                        </a:spcBef>
                        <a:buClr>
                          <a:srgbClr val="339966"/>
                        </a:buClr>
                        <a:buSzPct val="120000"/>
                        <a:buFont typeface="Wingdings" pitchFamily="2" charset="2"/>
                        <a:defRPr sz="2100">
                          <a:solidFill>
                            <a:schemeClr val="tx1"/>
                          </a:solidFill>
                          <a:latin typeface="Arial" panose="020B0604020202020204" pitchFamily="34" charset="0"/>
                        </a:defRPr>
                      </a:lvl3pPr>
                      <a:lvl4pPr eaLnBrk="0" hangingPunct="0">
                        <a:spcBef>
                          <a:spcPct val="15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altLang="zh-CN" sz="1300" b="0" i="0" u="none" strike="noStrike" cap="none" normalizeH="0" baseline="0">
                          <a:ln>
                            <a:noFill/>
                          </a:ln>
                          <a:solidFill>
                            <a:schemeClr val="tx1"/>
                          </a:solidFill>
                          <a:effectLst/>
                          <a:latin typeface="Arial" panose="020B0604020202020204" pitchFamily="34" charset="0"/>
                          <a:ea typeface="宋体" panose="02010600030101010101" pitchFamily="2" charset="-122"/>
                        </a:rPr>
                        <a:t>$150</a:t>
                      </a:r>
                    </a:p>
                  </a:txBody>
                  <a:tcPr marL="46101" marR="46101" marT="23051" marB="2305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458180774"/>
                  </a:ext>
                </a:extLst>
              </a:tr>
              <a:tr h="275325">
                <a:tc>
                  <a:txBody>
                    <a:bodyPr/>
                    <a:lstStyle>
                      <a:lvl1pPr eaLnBrk="0" hangingPunct="0">
                        <a:lnSpc>
                          <a:spcPct val="105000"/>
                        </a:lnSpc>
                        <a:spcBef>
                          <a:spcPct val="45000"/>
                        </a:spcBef>
                        <a:buClr>
                          <a:srgbClr val="339966"/>
                        </a:buClr>
                        <a:buSzPct val="120000"/>
                        <a:buFont typeface="Wingdings" pitchFamily="2" charset="2"/>
                        <a:defRPr sz="2400">
                          <a:solidFill>
                            <a:schemeClr val="tx1"/>
                          </a:solidFill>
                          <a:latin typeface="Arial" panose="020B0604020202020204" pitchFamily="34" charset="0"/>
                        </a:defRPr>
                      </a:lvl1pPr>
                      <a:lvl2pPr eaLnBrk="0" hangingPunct="0">
                        <a:spcBef>
                          <a:spcPct val="15000"/>
                        </a:spcBef>
                        <a:buClr>
                          <a:srgbClr val="996633"/>
                        </a:buClr>
                        <a:buSzPct val="120000"/>
                        <a:buFont typeface="Wingdings" pitchFamily="2" charset="2"/>
                        <a:defRPr sz="2300">
                          <a:solidFill>
                            <a:schemeClr val="tx1"/>
                          </a:solidFill>
                          <a:latin typeface="Arial" panose="020B0604020202020204" pitchFamily="34" charset="0"/>
                        </a:defRPr>
                      </a:lvl2pPr>
                      <a:lvl3pPr eaLnBrk="0" hangingPunct="0">
                        <a:spcBef>
                          <a:spcPct val="15000"/>
                        </a:spcBef>
                        <a:buClr>
                          <a:srgbClr val="339966"/>
                        </a:buClr>
                        <a:buSzPct val="120000"/>
                        <a:buFont typeface="Wingdings" pitchFamily="2" charset="2"/>
                        <a:defRPr sz="2100">
                          <a:solidFill>
                            <a:schemeClr val="tx1"/>
                          </a:solidFill>
                          <a:latin typeface="Arial" panose="020B0604020202020204" pitchFamily="34" charset="0"/>
                        </a:defRPr>
                      </a:lvl3pPr>
                      <a:lvl4pPr eaLnBrk="0" hangingPunct="0">
                        <a:spcBef>
                          <a:spcPct val="15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altLang="zh-CN" sz="1300" b="0" i="0" u="none" strike="noStrike" cap="none" normalizeH="0" baseline="0">
                          <a:ln>
                            <a:noFill/>
                          </a:ln>
                          <a:solidFill>
                            <a:schemeClr val="tx1"/>
                          </a:solidFill>
                          <a:effectLst/>
                          <a:latin typeface="Arial" panose="020B0604020202020204" pitchFamily="34" charset="0"/>
                          <a:ea typeface="宋体" panose="02010600030101010101" pitchFamily="2" charset="-122"/>
                        </a:rPr>
                        <a:t>2006</a:t>
                      </a:r>
                    </a:p>
                  </a:txBody>
                  <a:tcPr marL="46101" marR="46101" marT="23051" marB="2305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105000"/>
                        </a:lnSpc>
                        <a:spcBef>
                          <a:spcPct val="45000"/>
                        </a:spcBef>
                        <a:buClr>
                          <a:srgbClr val="339966"/>
                        </a:buClr>
                        <a:buSzPct val="120000"/>
                        <a:buFont typeface="Wingdings" pitchFamily="2" charset="2"/>
                        <a:defRPr sz="2400">
                          <a:solidFill>
                            <a:schemeClr val="tx1"/>
                          </a:solidFill>
                          <a:latin typeface="Arial" panose="020B0604020202020204" pitchFamily="34" charset="0"/>
                        </a:defRPr>
                      </a:lvl1pPr>
                      <a:lvl2pPr eaLnBrk="0" hangingPunct="0">
                        <a:spcBef>
                          <a:spcPct val="15000"/>
                        </a:spcBef>
                        <a:buClr>
                          <a:srgbClr val="996633"/>
                        </a:buClr>
                        <a:buSzPct val="120000"/>
                        <a:buFont typeface="Wingdings" pitchFamily="2" charset="2"/>
                        <a:defRPr sz="2300">
                          <a:solidFill>
                            <a:schemeClr val="tx1"/>
                          </a:solidFill>
                          <a:latin typeface="Arial" panose="020B0604020202020204" pitchFamily="34" charset="0"/>
                        </a:defRPr>
                      </a:lvl2pPr>
                      <a:lvl3pPr eaLnBrk="0" hangingPunct="0">
                        <a:spcBef>
                          <a:spcPct val="15000"/>
                        </a:spcBef>
                        <a:buClr>
                          <a:srgbClr val="339966"/>
                        </a:buClr>
                        <a:buSzPct val="120000"/>
                        <a:buFont typeface="Wingdings" pitchFamily="2" charset="2"/>
                        <a:defRPr sz="2100">
                          <a:solidFill>
                            <a:schemeClr val="tx1"/>
                          </a:solidFill>
                          <a:latin typeface="Arial" panose="020B0604020202020204" pitchFamily="34" charset="0"/>
                        </a:defRPr>
                      </a:lvl3pPr>
                      <a:lvl4pPr eaLnBrk="0" hangingPunct="0">
                        <a:spcBef>
                          <a:spcPct val="15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altLang="zh-CN" sz="1300" b="0" i="0" u="none" strike="noStrike" cap="none" normalizeH="0" baseline="0">
                          <a:ln>
                            <a:noFill/>
                          </a:ln>
                          <a:solidFill>
                            <a:schemeClr val="tx1"/>
                          </a:solidFill>
                          <a:effectLst/>
                          <a:latin typeface="Arial" panose="020B0604020202020204" pitchFamily="34" charset="0"/>
                          <a:ea typeface="宋体" panose="02010600030101010101" pitchFamily="2" charset="-122"/>
                        </a:rPr>
                        <a:t>$9</a:t>
                      </a:r>
                    </a:p>
                  </a:txBody>
                  <a:tcPr marL="46101" marR="46101" marT="23051" marB="2305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105000"/>
                        </a:lnSpc>
                        <a:spcBef>
                          <a:spcPct val="45000"/>
                        </a:spcBef>
                        <a:buClr>
                          <a:srgbClr val="339966"/>
                        </a:buClr>
                        <a:buSzPct val="120000"/>
                        <a:buFont typeface="Wingdings" pitchFamily="2" charset="2"/>
                        <a:defRPr sz="2400">
                          <a:solidFill>
                            <a:schemeClr val="tx1"/>
                          </a:solidFill>
                          <a:latin typeface="Arial" panose="020B0604020202020204" pitchFamily="34" charset="0"/>
                        </a:defRPr>
                      </a:lvl1pPr>
                      <a:lvl2pPr eaLnBrk="0" hangingPunct="0">
                        <a:spcBef>
                          <a:spcPct val="15000"/>
                        </a:spcBef>
                        <a:buClr>
                          <a:srgbClr val="996633"/>
                        </a:buClr>
                        <a:buSzPct val="120000"/>
                        <a:buFont typeface="Wingdings" pitchFamily="2" charset="2"/>
                        <a:defRPr sz="2300">
                          <a:solidFill>
                            <a:schemeClr val="tx1"/>
                          </a:solidFill>
                          <a:latin typeface="Arial" panose="020B0604020202020204" pitchFamily="34" charset="0"/>
                        </a:defRPr>
                      </a:lvl2pPr>
                      <a:lvl3pPr eaLnBrk="0" hangingPunct="0">
                        <a:spcBef>
                          <a:spcPct val="15000"/>
                        </a:spcBef>
                        <a:buClr>
                          <a:srgbClr val="339966"/>
                        </a:buClr>
                        <a:buSzPct val="120000"/>
                        <a:buFont typeface="Wingdings" pitchFamily="2" charset="2"/>
                        <a:defRPr sz="2100">
                          <a:solidFill>
                            <a:schemeClr val="tx1"/>
                          </a:solidFill>
                          <a:latin typeface="Arial" panose="020B0604020202020204" pitchFamily="34" charset="0"/>
                        </a:defRPr>
                      </a:lvl3pPr>
                      <a:lvl4pPr eaLnBrk="0" hangingPunct="0">
                        <a:spcBef>
                          <a:spcPct val="15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altLang="zh-CN" sz="1300" b="0" i="0" u="none" strike="noStrike" cap="none" normalizeH="0" baseline="0">
                          <a:ln>
                            <a:noFill/>
                          </a:ln>
                          <a:solidFill>
                            <a:schemeClr val="tx1"/>
                          </a:solidFill>
                          <a:effectLst/>
                          <a:latin typeface="Arial" panose="020B0604020202020204" pitchFamily="34" charset="0"/>
                          <a:ea typeface="宋体" panose="02010600030101010101" pitchFamily="2" charset="-122"/>
                        </a:rPr>
                        <a:t>$6</a:t>
                      </a:r>
                    </a:p>
                  </a:txBody>
                  <a:tcPr marL="46101" marR="46101" marT="23051" marB="2305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lvl1pPr eaLnBrk="0" hangingPunct="0">
                        <a:lnSpc>
                          <a:spcPct val="105000"/>
                        </a:lnSpc>
                        <a:spcBef>
                          <a:spcPct val="45000"/>
                        </a:spcBef>
                        <a:buClr>
                          <a:srgbClr val="339966"/>
                        </a:buClr>
                        <a:buSzPct val="120000"/>
                        <a:buFont typeface="Wingdings" pitchFamily="2" charset="2"/>
                        <a:defRPr sz="2400">
                          <a:solidFill>
                            <a:schemeClr val="tx1"/>
                          </a:solidFill>
                          <a:latin typeface="Arial" panose="020B0604020202020204" pitchFamily="34" charset="0"/>
                        </a:defRPr>
                      </a:lvl1pPr>
                      <a:lvl2pPr eaLnBrk="0" hangingPunct="0">
                        <a:spcBef>
                          <a:spcPct val="15000"/>
                        </a:spcBef>
                        <a:buClr>
                          <a:srgbClr val="996633"/>
                        </a:buClr>
                        <a:buSzPct val="120000"/>
                        <a:buFont typeface="Wingdings" pitchFamily="2" charset="2"/>
                        <a:defRPr sz="2300">
                          <a:solidFill>
                            <a:schemeClr val="tx1"/>
                          </a:solidFill>
                          <a:latin typeface="Arial" panose="020B0604020202020204" pitchFamily="34" charset="0"/>
                        </a:defRPr>
                      </a:lvl2pPr>
                      <a:lvl3pPr eaLnBrk="0" hangingPunct="0">
                        <a:spcBef>
                          <a:spcPct val="15000"/>
                        </a:spcBef>
                        <a:buClr>
                          <a:srgbClr val="339966"/>
                        </a:buClr>
                        <a:buSzPct val="120000"/>
                        <a:buFont typeface="Wingdings" pitchFamily="2" charset="2"/>
                        <a:defRPr sz="2100">
                          <a:solidFill>
                            <a:schemeClr val="tx1"/>
                          </a:solidFill>
                          <a:latin typeface="Arial" panose="020B0604020202020204" pitchFamily="34" charset="0"/>
                        </a:defRPr>
                      </a:lvl3pPr>
                      <a:lvl4pPr eaLnBrk="0" hangingPunct="0">
                        <a:spcBef>
                          <a:spcPct val="15000"/>
                        </a:spcBef>
                        <a:defRPr>
                          <a:solidFill>
                            <a:schemeClr val="tx1"/>
                          </a:solidFill>
                          <a:latin typeface="Arial" panose="020B0604020202020204" pitchFamily="34" charset="0"/>
                        </a:defRPr>
                      </a:lvl4pPr>
                      <a:lvl5pPr eaLnBrk="0" hangingPunct="0">
                        <a:spcBef>
                          <a:spcPct val="20000"/>
                        </a:spcBef>
                        <a:defRPr>
                          <a:solidFill>
                            <a:schemeClr val="tx1"/>
                          </a:solidFill>
                          <a:latin typeface="Arial" panose="020B0604020202020204" pitchFamily="34" charset="0"/>
                        </a:defRPr>
                      </a:lvl5pPr>
                      <a:lvl6pPr eaLnBrk="0" fontAlgn="base" hangingPunct="0">
                        <a:spcBef>
                          <a:spcPct val="20000"/>
                        </a:spcBef>
                        <a:spcAft>
                          <a:spcPct val="0"/>
                        </a:spcAft>
                        <a:defRPr>
                          <a:solidFill>
                            <a:schemeClr val="tx1"/>
                          </a:solidFill>
                          <a:latin typeface="Arial" panose="020B0604020202020204" pitchFamily="34" charset="0"/>
                        </a:defRPr>
                      </a:lvl6pPr>
                      <a:lvl7pPr eaLnBrk="0" fontAlgn="base" hangingPunct="0">
                        <a:spcBef>
                          <a:spcPct val="20000"/>
                        </a:spcBef>
                        <a:spcAft>
                          <a:spcPct val="0"/>
                        </a:spcAft>
                        <a:defRPr>
                          <a:solidFill>
                            <a:schemeClr val="tx1"/>
                          </a:solidFill>
                          <a:latin typeface="Arial" panose="020B0604020202020204" pitchFamily="34" charset="0"/>
                        </a:defRPr>
                      </a:lvl7pPr>
                      <a:lvl8pPr eaLnBrk="0" fontAlgn="base" hangingPunct="0">
                        <a:spcBef>
                          <a:spcPct val="20000"/>
                        </a:spcBef>
                        <a:spcAft>
                          <a:spcPct val="0"/>
                        </a:spcAft>
                        <a:defRPr>
                          <a:solidFill>
                            <a:schemeClr val="tx1"/>
                          </a:solidFill>
                          <a:latin typeface="Arial" panose="020B0604020202020204" pitchFamily="34" charset="0"/>
                        </a:defRPr>
                      </a:lvl8pPr>
                      <a:lvl9pPr eaLnBrk="0" fontAlgn="base" hangingPunct="0">
                        <a:spcBef>
                          <a:spcPct val="20000"/>
                        </a:spcBef>
                        <a:spcAft>
                          <a:spcPct val="0"/>
                        </a:spcAft>
                        <a:defRPr>
                          <a:solidFill>
                            <a:schemeClr val="tx1"/>
                          </a:solidFill>
                          <a:latin typeface="Arial" panose="020B0604020202020204" pitchFamily="34" charset="0"/>
                        </a:defRPr>
                      </a:lvl9p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itchFamily="2" charset="2"/>
                        <a:buNone/>
                        <a:tabLst/>
                      </a:pPr>
                      <a:r>
                        <a:rPr kumimoji="0" lang="en-US" altLang="zh-CN" sz="1300" b="0" i="0" u="none" strike="noStrike" cap="none" normalizeH="0" baseline="0">
                          <a:ln>
                            <a:noFill/>
                          </a:ln>
                          <a:solidFill>
                            <a:schemeClr val="tx1"/>
                          </a:solidFill>
                          <a:effectLst/>
                          <a:latin typeface="Arial" panose="020B0604020202020204" pitchFamily="34" charset="0"/>
                          <a:ea typeface="宋体" panose="02010600030101010101" pitchFamily="2" charset="-122"/>
                        </a:rPr>
                        <a:t>$210</a:t>
                      </a:r>
                    </a:p>
                  </a:txBody>
                  <a:tcPr marL="46101" marR="46101" marT="23051" marB="2305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extLst>
                  <a:ext uri="{0D108BD9-81ED-4DB2-BD59-A6C34878D82A}">
                    <a16:rowId xmlns:a16="http://schemas.microsoft.com/office/drawing/2014/main" val="4063282436"/>
                  </a:ext>
                </a:extLst>
              </a:tr>
            </a:tbl>
          </a:graphicData>
        </a:graphic>
      </p:graphicFrame>
    </p:spTree>
    <p:extLst>
      <p:ext uri="{BB962C8B-B14F-4D97-AF65-F5344CB8AC3E}">
        <p14:creationId xmlns:p14="http://schemas.microsoft.com/office/powerpoint/2010/main" val="4156036564"/>
      </p:ext>
    </p:extLst>
  </p:cSld>
  <p:clrMapOvr>
    <a:masterClrMapping/>
  </p:clrMapOvr>
  <p:transition spd="med">
    <p:diamon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25607">
                                            <p:txEl>
                                              <p:pRg st="1" end="1"/>
                                            </p:txEl>
                                          </p:spTgt>
                                        </p:tgtEl>
                                        <p:attrNameLst>
                                          <p:attrName>style.visibility</p:attrName>
                                        </p:attrNameLst>
                                      </p:cBhvr>
                                      <p:to>
                                        <p:strVal val="visible"/>
                                      </p:to>
                                    </p:set>
                                    <p:animEffect transition="in" filter="wipe(left)">
                                      <p:cBhvr>
                                        <p:cTn id="7" dur="500"/>
                                        <p:tgtEl>
                                          <p:spTgt spid="25607">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25607">
                                            <p:txEl>
                                              <p:pRg st="2" end="2"/>
                                            </p:txEl>
                                          </p:spTgt>
                                        </p:tgtEl>
                                        <p:attrNameLst>
                                          <p:attrName>style.visibility</p:attrName>
                                        </p:attrNameLst>
                                      </p:cBhvr>
                                      <p:to>
                                        <p:strVal val="visible"/>
                                      </p:to>
                                    </p:set>
                                    <p:animEffect transition="in" filter="wipe(left)">
                                      <p:cBhvr>
                                        <p:cTn id="12" dur="500"/>
                                        <p:tgtEl>
                                          <p:spTgt spid="25607">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607" grpId="0" build="p" autoUpdateAnimBg="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页脚占位符 1">
            <a:extLst>
              <a:ext uri="{FF2B5EF4-FFF2-40B4-BE49-F238E27FC236}">
                <a16:creationId xmlns:a16="http://schemas.microsoft.com/office/drawing/2014/main" id="{308C5730-302C-BA5B-F647-F35CACB37BED}"/>
              </a:ext>
            </a:extLst>
          </p:cNvPr>
          <p:cNvSpPr txBox="1">
            <a:spLocks noGrp="1" noChangeArrowheads="1"/>
          </p:cNvSpPr>
          <p:nvPr/>
        </p:nvSpPr>
        <p:spPr bwMode="auto">
          <a:xfrm>
            <a:off x="144066" y="3224656"/>
            <a:ext cx="3698485" cy="1848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1040" eaLnBrk="1" fontAlgn="base" hangingPunct="1">
              <a:spcBef>
                <a:spcPct val="0"/>
              </a:spcBef>
              <a:spcAft>
                <a:spcPct val="0"/>
              </a:spcAft>
            </a:pPr>
            <a:r>
              <a:rPr lang="zh-CN" altLang="en-US" sz="908" i="1" dirty="0">
                <a:solidFill>
                  <a:srgbClr val="777777"/>
                </a:solidFill>
                <a:ea typeface="宋体" panose="02010600030101010101" pitchFamily="2" charset="-122"/>
              </a:rPr>
              <a:t>价格水平及其衡量</a:t>
            </a:r>
            <a:endParaRPr lang="en-US" altLang="zh-CN" sz="908" i="1" dirty="0">
              <a:solidFill>
                <a:srgbClr val="777777"/>
              </a:solidFill>
              <a:ea typeface="宋体" panose="02010600030101010101" pitchFamily="2" charset="-122"/>
            </a:endParaRPr>
          </a:p>
        </p:txBody>
      </p:sp>
      <p:sp>
        <p:nvSpPr>
          <p:cNvPr id="29699" name="灯片编号占位符 2">
            <a:extLst>
              <a:ext uri="{FF2B5EF4-FFF2-40B4-BE49-F238E27FC236}">
                <a16:creationId xmlns:a16="http://schemas.microsoft.com/office/drawing/2014/main" id="{1BBC6C55-E047-4FC4-0F53-0E2159BA27BA}"/>
              </a:ext>
            </a:extLst>
          </p:cNvPr>
          <p:cNvSpPr txBox="1">
            <a:spLocks noGrp="1" noChangeArrowheads="1"/>
          </p:cNvSpPr>
          <p:nvPr/>
        </p:nvSpPr>
        <p:spPr bwMode="auto">
          <a:xfrm>
            <a:off x="4185907" y="3215851"/>
            <a:ext cx="344957" cy="1856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defTabSz="461040" eaLnBrk="1" fontAlgn="base" hangingPunct="1">
              <a:spcBef>
                <a:spcPct val="0"/>
              </a:spcBef>
              <a:spcAft>
                <a:spcPct val="0"/>
              </a:spcAft>
            </a:pPr>
            <a:fld id="{310D5D22-3EE5-F541-A3DF-0D1C6BCCFC41}" type="slidenum">
              <a:rPr lang="zh-CN" altLang="zh-CN" sz="857">
                <a:solidFill>
                  <a:srgbClr val="777777"/>
                </a:solidFill>
                <a:ea typeface="宋体" panose="02010600030101010101" pitchFamily="2" charset="-122"/>
              </a:rPr>
              <a:pPr algn="r" defTabSz="461040" eaLnBrk="1" fontAlgn="base" hangingPunct="1">
                <a:spcBef>
                  <a:spcPct val="0"/>
                </a:spcBef>
                <a:spcAft>
                  <a:spcPct val="0"/>
                </a:spcAft>
              </a:pPr>
              <a:t>20</a:t>
            </a:fld>
            <a:endParaRPr lang="zh-CN" altLang="zh-CN" sz="857">
              <a:solidFill>
                <a:srgbClr val="777777"/>
              </a:solidFill>
              <a:ea typeface="宋体" panose="02010600030101010101" pitchFamily="2" charset="-122"/>
            </a:endParaRPr>
          </a:p>
        </p:txBody>
      </p:sp>
      <p:sp>
        <p:nvSpPr>
          <p:cNvPr id="29700" name="Rectangle 2">
            <a:extLst>
              <a:ext uri="{FF2B5EF4-FFF2-40B4-BE49-F238E27FC236}">
                <a16:creationId xmlns:a16="http://schemas.microsoft.com/office/drawing/2014/main" id="{7300F3BE-2D80-56D9-3060-9A38FB34733C}"/>
              </a:ext>
            </a:extLst>
          </p:cNvPr>
          <p:cNvSpPr>
            <a:spLocks noGrp="1" noChangeArrowheads="1"/>
          </p:cNvSpPr>
          <p:nvPr>
            <p:ph type="title" idx="4294967295"/>
          </p:nvPr>
        </p:nvSpPr>
        <p:spPr>
          <a:xfrm>
            <a:off x="230505" y="134448"/>
            <a:ext cx="4161096" cy="517036"/>
          </a:xfrm>
        </p:spPr>
        <p:txBody>
          <a:bodyPr/>
          <a:lstStyle/>
          <a:p>
            <a:pPr eaLnBrk="1" hangingPunct="1"/>
            <a:r>
              <a:rPr lang="en-US" altLang="zh-CN" sz="1815">
                <a:ea typeface="宋体" panose="02010600030101010101" pitchFamily="2" charset="-122"/>
              </a:rPr>
              <a:t>CPI</a:t>
            </a:r>
            <a:r>
              <a:rPr lang="zh-CN" altLang="en-US" sz="1815">
                <a:ea typeface="宋体" panose="02010600030101010101" pitchFamily="2" charset="-122"/>
              </a:rPr>
              <a:t>存在的问题</a:t>
            </a:r>
            <a:r>
              <a:rPr lang="en-US" altLang="zh-CN" sz="1815">
                <a:ea typeface="宋体" panose="02010600030101010101" pitchFamily="2" charset="-122"/>
              </a:rPr>
              <a:t>:</a:t>
            </a:r>
            <a:r>
              <a:rPr lang="zh-CN" altLang="en-US" sz="1815">
                <a:solidFill>
                  <a:srgbClr val="CC0000"/>
                </a:solidFill>
                <a:ea typeface="宋体" panose="02010600030101010101" pitchFamily="2" charset="-122"/>
              </a:rPr>
              <a:t>新产品的引进</a:t>
            </a:r>
          </a:p>
        </p:txBody>
      </p:sp>
      <p:sp>
        <p:nvSpPr>
          <p:cNvPr id="29701" name="Rectangle 3">
            <a:extLst>
              <a:ext uri="{FF2B5EF4-FFF2-40B4-BE49-F238E27FC236}">
                <a16:creationId xmlns:a16="http://schemas.microsoft.com/office/drawing/2014/main" id="{B2B04E26-869F-F4AD-BF66-F82683B2AAA0}"/>
              </a:ext>
            </a:extLst>
          </p:cNvPr>
          <p:cNvSpPr>
            <a:spLocks noGrp="1" noChangeArrowheads="1"/>
          </p:cNvSpPr>
          <p:nvPr>
            <p:ph type="body" idx="4294967295"/>
          </p:nvPr>
        </p:nvSpPr>
        <p:spPr>
          <a:xfrm>
            <a:off x="250515" y="669092"/>
            <a:ext cx="4130681" cy="2431508"/>
          </a:xfrm>
        </p:spPr>
        <p:txBody>
          <a:bodyPr/>
          <a:lstStyle/>
          <a:p>
            <a:pPr eaLnBrk="1" hangingPunct="1"/>
            <a:r>
              <a:rPr lang="zh-CN" altLang="zh-CN">
                <a:ea typeface="宋体" panose="02010600030101010101" pitchFamily="2" charset="-122"/>
              </a:rPr>
              <a:t>新产品的引进增加了产品的种类，允许消费者选择那些更满足他们需求的产品</a:t>
            </a:r>
          </a:p>
          <a:p>
            <a:pPr eaLnBrk="1" hangingPunct="1"/>
            <a:r>
              <a:rPr lang="zh-CN" altLang="zh-CN">
                <a:ea typeface="宋体" panose="02010600030101010101" pitchFamily="2" charset="-122"/>
              </a:rPr>
              <a:t>从而每一美元变得更值钱  </a:t>
            </a:r>
          </a:p>
          <a:p>
            <a:pPr eaLnBrk="1" hangingPunct="1">
              <a:spcBef>
                <a:spcPct val="40000"/>
              </a:spcBef>
            </a:pPr>
            <a:r>
              <a:rPr lang="zh-CN" altLang="zh-CN">
                <a:ea typeface="宋体" panose="02010600030101010101" pitchFamily="2" charset="-122"/>
              </a:rPr>
              <a:t>由于CPI使用的是一篮子固定的物品，它没有考虑到这种影响</a:t>
            </a:r>
          </a:p>
          <a:p>
            <a:pPr eaLnBrk="1" hangingPunct="1">
              <a:spcBef>
                <a:spcPct val="40000"/>
              </a:spcBef>
            </a:pPr>
            <a:r>
              <a:rPr lang="zh-CN" altLang="zh-CN">
                <a:ea typeface="宋体" panose="02010600030101010101" pitchFamily="2" charset="-122"/>
              </a:rPr>
              <a:t>因此CPI高估了生活费用的增加</a:t>
            </a:r>
          </a:p>
        </p:txBody>
      </p:sp>
      <p:sp>
        <p:nvSpPr>
          <p:cNvPr id="29702" name="FlagCount" hidden="1">
            <a:hlinkClick r:id="rId2" action="ppaction://hlinkfile"/>
            <a:extLst>
              <a:ext uri="{FF2B5EF4-FFF2-40B4-BE49-F238E27FC236}">
                <a16:creationId xmlns:a16="http://schemas.microsoft.com/office/drawing/2014/main" id="{8EF921FD-5239-59C0-A900-8EF5A7626DE7}"/>
              </a:ext>
            </a:extLst>
          </p:cNvPr>
          <p:cNvSpPr>
            <a:spLocks noChangeArrowheads="1"/>
          </p:cNvSpPr>
          <p:nvPr/>
        </p:nvSpPr>
        <p:spPr bwMode="auto">
          <a:xfrm>
            <a:off x="4161896" y="157659"/>
            <a:ext cx="192088" cy="160073"/>
          </a:xfrm>
          <a:prstGeom prst="wedgeRoundRectCallout">
            <a:avLst>
              <a:gd name="adj1" fmla="val -43750"/>
              <a:gd name="adj2" fmla="val 70000"/>
              <a:gd name="adj3" fmla="val 16667"/>
            </a:avLst>
          </a:prstGeom>
          <a:solidFill>
            <a:schemeClr val="accent1">
              <a:alpha val="25000"/>
            </a:schemeClr>
          </a:solidFill>
          <a:ln w="19050">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defTabSz="461040" eaLnBrk="1" fontAlgn="base" hangingPunct="1">
              <a:spcBef>
                <a:spcPct val="0"/>
              </a:spcBef>
              <a:spcAft>
                <a:spcPct val="0"/>
              </a:spcAft>
            </a:pPr>
            <a:r>
              <a:rPr lang="en-US" altLang="zh-CN" sz="706" b="1">
                <a:solidFill>
                  <a:srgbClr val="000000"/>
                </a:solidFill>
                <a:latin typeface="Tahoma" panose="020B0604030504040204" pitchFamily="34" charset="0"/>
                <a:ea typeface="宋体" panose="02010600030101010101" pitchFamily="2" charset="-122"/>
              </a:rPr>
              <a:t>0</a:t>
            </a:r>
          </a:p>
        </p:txBody>
      </p:sp>
    </p:spTree>
  </p:cSld>
  <p:clrMapOvr>
    <a:masterClrMapping/>
  </p:clrMapOvr>
  <p:transition>
    <p:wipe dir="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3" name="灯片编号占位符 2">
            <a:extLst>
              <a:ext uri="{FF2B5EF4-FFF2-40B4-BE49-F238E27FC236}">
                <a16:creationId xmlns:a16="http://schemas.microsoft.com/office/drawing/2014/main" id="{ADF32322-DF8F-C421-8771-95A37D88073D}"/>
              </a:ext>
            </a:extLst>
          </p:cNvPr>
          <p:cNvSpPr txBox="1">
            <a:spLocks noGrp="1" noChangeArrowheads="1"/>
          </p:cNvSpPr>
          <p:nvPr/>
        </p:nvSpPr>
        <p:spPr bwMode="auto">
          <a:xfrm>
            <a:off x="4185907" y="3215851"/>
            <a:ext cx="344957" cy="1856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defTabSz="461040" eaLnBrk="1" fontAlgn="base" hangingPunct="1">
              <a:spcBef>
                <a:spcPct val="0"/>
              </a:spcBef>
              <a:spcAft>
                <a:spcPct val="0"/>
              </a:spcAft>
            </a:pPr>
            <a:fld id="{E9752C8A-2529-F24B-B285-9A05AF48C90A}" type="slidenum">
              <a:rPr lang="zh-CN" altLang="zh-CN" sz="857">
                <a:solidFill>
                  <a:srgbClr val="777777"/>
                </a:solidFill>
                <a:ea typeface="宋体" panose="02010600030101010101" pitchFamily="2" charset="-122"/>
              </a:rPr>
              <a:pPr algn="r" defTabSz="461040" eaLnBrk="1" fontAlgn="base" hangingPunct="1">
                <a:spcBef>
                  <a:spcPct val="0"/>
                </a:spcBef>
                <a:spcAft>
                  <a:spcPct val="0"/>
                </a:spcAft>
              </a:pPr>
              <a:t>21</a:t>
            </a:fld>
            <a:endParaRPr lang="zh-CN" altLang="zh-CN" sz="857">
              <a:solidFill>
                <a:srgbClr val="777777"/>
              </a:solidFill>
              <a:ea typeface="宋体" panose="02010600030101010101" pitchFamily="2" charset="-122"/>
            </a:endParaRPr>
          </a:p>
        </p:txBody>
      </p:sp>
      <p:sp>
        <p:nvSpPr>
          <p:cNvPr id="30724" name="Rectangle 2">
            <a:extLst>
              <a:ext uri="{FF2B5EF4-FFF2-40B4-BE49-F238E27FC236}">
                <a16:creationId xmlns:a16="http://schemas.microsoft.com/office/drawing/2014/main" id="{115FD6AC-B568-EFA7-A24A-5578ED7B33FB}"/>
              </a:ext>
            </a:extLst>
          </p:cNvPr>
          <p:cNvSpPr>
            <a:spLocks noGrp="1" noChangeArrowheads="1"/>
          </p:cNvSpPr>
          <p:nvPr>
            <p:ph type="title" idx="4294967295"/>
          </p:nvPr>
        </p:nvSpPr>
        <p:spPr>
          <a:xfrm>
            <a:off x="230505" y="134448"/>
            <a:ext cx="4161096" cy="517036"/>
          </a:xfrm>
        </p:spPr>
        <p:txBody>
          <a:bodyPr/>
          <a:lstStyle/>
          <a:p>
            <a:pPr eaLnBrk="1" hangingPunct="1"/>
            <a:r>
              <a:rPr lang="en-US" altLang="zh-CN" sz="1815">
                <a:ea typeface="宋体" panose="02010600030101010101" pitchFamily="2" charset="-122"/>
              </a:rPr>
              <a:t>CPI</a:t>
            </a:r>
            <a:r>
              <a:rPr lang="zh-CN" altLang="en-US" sz="1815">
                <a:ea typeface="宋体" panose="02010600030101010101" pitchFamily="2" charset="-122"/>
              </a:rPr>
              <a:t>存在的问题</a:t>
            </a:r>
            <a:r>
              <a:rPr lang="en-US" altLang="zh-CN" sz="1815">
                <a:ea typeface="宋体" panose="02010600030101010101" pitchFamily="2" charset="-122"/>
              </a:rPr>
              <a:t>:</a:t>
            </a:r>
            <a:r>
              <a:rPr lang="zh-CN" altLang="en-US" sz="1815">
                <a:solidFill>
                  <a:srgbClr val="CC0000"/>
                </a:solidFill>
                <a:ea typeface="宋体" panose="02010600030101010101" pitchFamily="2" charset="-122"/>
              </a:rPr>
              <a:t>无法衡量的质量变动</a:t>
            </a:r>
          </a:p>
        </p:txBody>
      </p:sp>
      <p:sp>
        <p:nvSpPr>
          <p:cNvPr id="30725" name="Rectangle 3">
            <a:extLst>
              <a:ext uri="{FF2B5EF4-FFF2-40B4-BE49-F238E27FC236}">
                <a16:creationId xmlns:a16="http://schemas.microsoft.com/office/drawing/2014/main" id="{3C387ACC-08AD-0BCA-121D-1E59FA84E576}"/>
              </a:ext>
            </a:extLst>
          </p:cNvPr>
          <p:cNvSpPr>
            <a:spLocks noGrp="1" noChangeArrowheads="1"/>
          </p:cNvSpPr>
          <p:nvPr>
            <p:ph type="body" idx="4294967295"/>
          </p:nvPr>
        </p:nvSpPr>
        <p:spPr>
          <a:xfrm>
            <a:off x="188086" y="677095"/>
            <a:ext cx="4191509" cy="2262631"/>
          </a:xfrm>
        </p:spPr>
        <p:txBody>
          <a:bodyPr/>
          <a:lstStyle/>
          <a:p>
            <a:pPr eaLnBrk="1" hangingPunct="1"/>
            <a:r>
              <a:rPr lang="zh-CN" altLang="zh-CN">
                <a:ea typeface="宋体" panose="02010600030101010101" pitchFamily="2" charset="-122"/>
              </a:rPr>
              <a:t>篮子中物品质量的提高增加了每一美元的价值</a:t>
            </a:r>
          </a:p>
          <a:p>
            <a:pPr eaLnBrk="1" hangingPunct="1"/>
            <a:r>
              <a:rPr lang="zh-CN" altLang="zh-CN">
                <a:ea typeface="宋体" panose="02010600030101010101" pitchFamily="2" charset="-122"/>
              </a:rPr>
              <a:t>劳工统计局试图统计质量的变动，但还是漏掉了一些，因为质量是难以衡量的</a:t>
            </a:r>
          </a:p>
          <a:p>
            <a:pPr eaLnBrk="1" hangingPunct="1"/>
            <a:r>
              <a:rPr lang="zh-CN" altLang="zh-CN">
                <a:ea typeface="宋体" panose="02010600030101010101" pitchFamily="2" charset="-122"/>
              </a:rPr>
              <a:t>因此CPI高估了生活费用的增加</a:t>
            </a:r>
          </a:p>
        </p:txBody>
      </p:sp>
      <p:sp>
        <p:nvSpPr>
          <p:cNvPr id="30726" name="FlagCount" hidden="1">
            <a:hlinkClick r:id="rId2" action="ppaction://hlinkfile"/>
            <a:extLst>
              <a:ext uri="{FF2B5EF4-FFF2-40B4-BE49-F238E27FC236}">
                <a16:creationId xmlns:a16="http://schemas.microsoft.com/office/drawing/2014/main" id="{2753818D-C61D-AE7D-AB6A-D61819BA0190}"/>
              </a:ext>
            </a:extLst>
          </p:cNvPr>
          <p:cNvSpPr>
            <a:spLocks noChangeArrowheads="1"/>
          </p:cNvSpPr>
          <p:nvPr/>
        </p:nvSpPr>
        <p:spPr bwMode="auto">
          <a:xfrm>
            <a:off x="4161896" y="157659"/>
            <a:ext cx="192088" cy="160073"/>
          </a:xfrm>
          <a:prstGeom prst="wedgeRoundRectCallout">
            <a:avLst>
              <a:gd name="adj1" fmla="val -43750"/>
              <a:gd name="adj2" fmla="val 70000"/>
              <a:gd name="adj3" fmla="val 16667"/>
            </a:avLst>
          </a:prstGeom>
          <a:solidFill>
            <a:schemeClr val="accent1">
              <a:alpha val="25000"/>
            </a:schemeClr>
          </a:solidFill>
          <a:ln w="19050">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defTabSz="461040" eaLnBrk="1" fontAlgn="base" hangingPunct="1">
              <a:spcBef>
                <a:spcPct val="0"/>
              </a:spcBef>
              <a:spcAft>
                <a:spcPct val="0"/>
              </a:spcAft>
            </a:pPr>
            <a:r>
              <a:rPr lang="en-US" altLang="zh-CN" sz="706" b="1">
                <a:solidFill>
                  <a:srgbClr val="000000"/>
                </a:solidFill>
                <a:latin typeface="Tahoma" panose="020B0604030504040204" pitchFamily="34" charset="0"/>
                <a:ea typeface="宋体" panose="02010600030101010101" pitchFamily="2" charset="-122"/>
              </a:rPr>
              <a:t>0</a:t>
            </a:r>
          </a:p>
        </p:txBody>
      </p:sp>
      <p:sp>
        <p:nvSpPr>
          <p:cNvPr id="2" name="页脚占位符 1">
            <a:extLst>
              <a:ext uri="{FF2B5EF4-FFF2-40B4-BE49-F238E27FC236}">
                <a16:creationId xmlns:a16="http://schemas.microsoft.com/office/drawing/2014/main" id="{321EEE92-12FB-2577-2CF0-B460E1AB957F}"/>
              </a:ext>
            </a:extLst>
          </p:cNvPr>
          <p:cNvSpPr txBox="1">
            <a:spLocks noGrp="1" noChangeArrowheads="1"/>
          </p:cNvSpPr>
          <p:nvPr/>
        </p:nvSpPr>
        <p:spPr bwMode="auto">
          <a:xfrm>
            <a:off x="144066" y="3224656"/>
            <a:ext cx="3698485" cy="1848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1040" eaLnBrk="1" fontAlgn="base" hangingPunct="1">
              <a:spcBef>
                <a:spcPct val="0"/>
              </a:spcBef>
              <a:spcAft>
                <a:spcPct val="0"/>
              </a:spcAft>
            </a:pPr>
            <a:r>
              <a:rPr lang="zh-CN" altLang="en-US" sz="908" i="1" dirty="0">
                <a:solidFill>
                  <a:srgbClr val="777777"/>
                </a:solidFill>
                <a:ea typeface="宋体" panose="02010600030101010101" pitchFamily="2" charset="-122"/>
              </a:rPr>
              <a:t>价格水平及其衡量</a:t>
            </a:r>
            <a:endParaRPr lang="en-US" altLang="zh-CN" sz="908" i="1" dirty="0">
              <a:solidFill>
                <a:srgbClr val="777777"/>
              </a:solidFill>
              <a:ea typeface="宋体" panose="02010600030101010101" pitchFamily="2" charset="-122"/>
            </a:endParaRPr>
          </a:p>
        </p:txBody>
      </p:sp>
    </p:spTree>
  </p:cSld>
  <p:clrMapOvr>
    <a:masterClrMapping/>
  </p:clrMapOvr>
  <p:transition>
    <p:wipe dir="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7" name="灯片编号占位符 2">
            <a:extLst>
              <a:ext uri="{FF2B5EF4-FFF2-40B4-BE49-F238E27FC236}">
                <a16:creationId xmlns:a16="http://schemas.microsoft.com/office/drawing/2014/main" id="{D699B806-1161-BD76-832C-384512BF4CEA}"/>
              </a:ext>
            </a:extLst>
          </p:cNvPr>
          <p:cNvSpPr txBox="1">
            <a:spLocks noGrp="1" noChangeArrowheads="1"/>
          </p:cNvSpPr>
          <p:nvPr/>
        </p:nvSpPr>
        <p:spPr bwMode="auto">
          <a:xfrm>
            <a:off x="4185907" y="3215851"/>
            <a:ext cx="344957" cy="1856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defTabSz="461040" eaLnBrk="1" fontAlgn="base" hangingPunct="1">
              <a:spcBef>
                <a:spcPct val="0"/>
              </a:spcBef>
              <a:spcAft>
                <a:spcPct val="0"/>
              </a:spcAft>
            </a:pPr>
            <a:fld id="{86108B7A-4471-1245-A31D-1A73928A13FA}" type="slidenum">
              <a:rPr lang="zh-CN" altLang="zh-CN" sz="857">
                <a:solidFill>
                  <a:srgbClr val="777777"/>
                </a:solidFill>
                <a:ea typeface="宋体" panose="02010600030101010101" pitchFamily="2" charset="-122"/>
              </a:rPr>
              <a:pPr algn="r" defTabSz="461040" eaLnBrk="1" fontAlgn="base" hangingPunct="1">
                <a:spcBef>
                  <a:spcPct val="0"/>
                </a:spcBef>
                <a:spcAft>
                  <a:spcPct val="0"/>
                </a:spcAft>
              </a:pPr>
              <a:t>22</a:t>
            </a:fld>
            <a:endParaRPr lang="zh-CN" altLang="zh-CN" sz="857">
              <a:solidFill>
                <a:srgbClr val="777777"/>
              </a:solidFill>
              <a:ea typeface="宋体" panose="02010600030101010101" pitchFamily="2" charset="-122"/>
            </a:endParaRPr>
          </a:p>
        </p:txBody>
      </p:sp>
      <p:sp>
        <p:nvSpPr>
          <p:cNvPr id="31748" name="Rectangle 2">
            <a:extLst>
              <a:ext uri="{FF2B5EF4-FFF2-40B4-BE49-F238E27FC236}">
                <a16:creationId xmlns:a16="http://schemas.microsoft.com/office/drawing/2014/main" id="{2A4DF4C9-BD36-19CB-B0EF-0EE1A63621BA}"/>
              </a:ext>
            </a:extLst>
          </p:cNvPr>
          <p:cNvSpPr>
            <a:spLocks noGrp="1" noChangeArrowheads="1"/>
          </p:cNvSpPr>
          <p:nvPr>
            <p:ph type="title" idx="4294967295"/>
          </p:nvPr>
        </p:nvSpPr>
        <p:spPr>
          <a:xfrm>
            <a:off x="230505" y="112038"/>
            <a:ext cx="4161096" cy="337754"/>
          </a:xfrm>
        </p:spPr>
        <p:txBody>
          <a:bodyPr/>
          <a:lstStyle/>
          <a:p>
            <a:pPr eaLnBrk="1" hangingPunct="1"/>
            <a:r>
              <a:rPr lang="en-US" altLang="zh-CN" sz="1815">
                <a:ea typeface="宋体" panose="02010600030101010101" pitchFamily="2" charset="-122"/>
              </a:rPr>
              <a:t>CPI</a:t>
            </a:r>
            <a:r>
              <a:rPr lang="zh-CN" altLang="en-US" sz="1815">
                <a:ea typeface="宋体" panose="02010600030101010101" pitchFamily="2" charset="-122"/>
              </a:rPr>
              <a:t>存在的问题</a:t>
            </a:r>
            <a:endParaRPr lang="zh-CN" altLang="en-US" sz="1815" i="1">
              <a:solidFill>
                <a:srgbClr val="CC0000"/>
              </a:solidFill>
              <a:ea typeface="宋体" panose="02010600030101010101" pitchFamily="2" charset="-122"/>
            </a:endParaRPr>
          </a:p>
        </p:txBody>
      </p:sp>
      <p:sp>
        <p:nvSpPr>
          <p:cNvPr id="31749" name="Rectangle 3">
            <a:extLst>
              <a:ext uri="{FF2B5EF4-FFF2-40B4-BE49-F238E27FC236}">
                <a16:creationId xmlns:a16="http://schemas.microsoft.com/office/drawing/2014/main" id="{FFE0ABFC-F61D-0F66-8FD1-C7B5F07F5C3F}"/>
              </a:ext>
            </a:extLst>
          </p:cNvPr>
          <p:cNvSpPr>
            <a:spLocks noGrp="1" noChangeArrowheads="1"/>
          </p:cNvSpPr>
          <p:nvPr>
            <p:ph type="body" idx="4294967295"/>
          </p:nvPr>
        </p:nvSpPr>
        <p:spPr>
          <a:xfrm>
            <a:off x="188086" y="522625"/>
            <a:ext cx="4191509" cy="2403495"/>
          </a:xfrm>
        </p:spPr>
        <p:txBody>
          <a:bodyPr/>
          <a:lstStyle/>
          <a:p>
            <a:pPr eaLnBrk="1" hangingPunct="1"/>
            <a:r>
              <a:rPr lang="zh-CN" altLang="zh-CN">
                <a:ea typeface="宋体" panose="02010600030101010101" pitchFamily="2" charset="-122"/>
              </a:rPr>
              <a:t>上述的这些问题都使CPI高估了生活费用的增加</a:t>
            </a:r>
          </a:p>
          <a:p>
            <a:pPr eaLnBrk="1" hangingPunct="1"/>
            <a:r>
              <a:rPr lang="zh-CN" altLang="zh-CN">
                <a:ea typeface="宋体" panose="02010600030101010101" pitchFamily="2" charset="-122"/>
              </a:rPr>
              <a:t> </a:t>
            </a:r>
          </a:p>
          <a:p>
            <a:pPr eaLnBrk="1" hangingPunct="1"/>
            <a:r>
              <a:rPr lang="zh-CN" altLang="zh-CN">
                <a:ea typeface="宋体" panose="02010600030101010101" pitchFamily="2" charset="-122"/>
              </a:rPr>
              <a:t>劳工统计局已经进行了一些技术调整，但 CPI仍然可能每年高估了0.5%的通货膨胀</a:t>
            </a:r>
          </a:p>
          <a:p>
            <a:pPr eaLnBrk="1" hangingPunct="1"/>
            <a:endParaRPr lang="zh-CN" altLang="zh-CN">
              <a:ea typeface="宋体" panose="02010600030101010101" pitchFamily="2" charset="-122"/>
            </a:endParaRPr>
          </a:p>
          <a:p>
            <a:pPr eaLnBrk="1" hangingPunct="1"/>
            <a:r>
              <a:rPr lang="zh-CN" altLang="zh-CN">
                <a:ea typeface="宋体" panose="02010600030101010101" pitchFamily="2" charset="-122"/>
              </a:rPr>
              <a:t>这很重要，因为社会保障补助以及许多合同都会根据CPI进行通货膨胀调整</a:t>
            </a:r>
          </a:p>
        </p:txBody>
      </p:sp>
      <p:sp>
        <p:nvSpPr>
          <p:cNvPr id="31750" name="FlagCount" hidden="1">
            <a:hlinkClick r:id="rId3" action="ppaction://hlinkfile"/>
            <a:extLst>
              <a:ext uri="{FF2B5EF4-FFF2-40B4-BE49-F238E27FC236}">
                <a16:creationId xmlns:a16="http://schemas.microsoft.com/office/drawing/2014/main" id="{7704B507-37AA-705D-3C54-B7443BC09E1A}"/>
              </a:ext>
            </a:extLst>
          </p:cNvPr>
          <p:cNvSpPr>
            <a:spLocks noChangeArrowheads="1"/>
          </p:cNvSpPr>
          <p:nvPr/>
        </p:nvSpPr>
        <p:spPr bwMode="auto">
          <a:xfrm>
            <a:off x="4161896" y="129646"/>
            <a:ext cx="192088" cy="160073"/>
          </a:xfrm>
          <a:prstGeom prst="wedgeRoundRectCallout">
            <a:avLst>
              <a:gd name="adj1" fmla="val -43750"/>
              <a:gd name="adj2" fmla="val 70000"/>
              <a:gd name="adj3" fmla="val 16667"/>
            </a:avLst>
          </a:prstGeom>
          <a:solidFill>
            <a:schemeClr val="accent1">
              <a:alpha val="25000"/>
            </a:schemeClr>
          </a:solidFill>
          <a:ln w="19050">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defTabSz="461040" eaLnBrk="1" fontAlgn="base" hangingPunct="1">
              <a:spcBef>
                <a:spcPct val="0"/>
              </a:spcBef>
              <a:spcAft>
                <a:spcPct val="0"/>
              </a:spcAft>
            </a:pPr>
            <a:r>
              <a:rPr lang="en-US" altLang="zh-CN" sz="706" b="1">
                <a:solidFill>
                  <a:srgbClr val="000000"/>
                </a:solidFill>
                <a:latin typeface="Tahoma" panose="020B0604030504040204" pitchFamily="34" charset="0"/>
                <a:ea typeface="宋体" panose="02010600030101010101" pitchFamily="2" charset="-122"/>
              </a:rPr>
              <a:t>0</a:t>
            </a:r>
          </a:p>
        </p:txBody>
      </p:sp>
      <p:sp>
        <p:nvSpPr>
          <p:cNvPr id="2" name="页脚占位符 1">
            <a:extLst>
              <a:ext uri="{FF2B5EF4-FFF2-40B4-BE49-F238E27FC236}">
                <a16:creationId xmlns:a16="http://schemas.microsoft.com/office/drawing/2014/main" id="{969514A4-7177-DDCA-BD81-B1281211C804}"/>
              </a:ext>
            </a:extLst>
          </p:cNvPr>
          <p:cNvSpPr txBox="1">
            <a:spLocks noGrp="1" noChangeArrowheads="1"/>
          </p:cNvSpPr>
          <p:nvPr/>
        </p:nvSpPr>
        <p:spPr bwMode="auto">
          <a:xfrm>
            <a:off x="144066" y="3224656"/>
            <a:ext cx="3698485" cy="1848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1040" eaLnBrk="1" fontAlgn="base" hangingPunct="1">
              <a:spcBef>
                <a:spcPct val="0"/>
              </a:spcBef>
              <a:spcAft>
                <a:spcPct val="0"/>
              </a:spcAft>
            </a:pPr>
            <a:r>
              <a:rPr lang="zh-CN" altLang="en-US" sz="908" i="1" dirty="0">
                <a:solidFill>
                  <a:srgbClr val="777777"/>
                </a:solidFill>
                <a:ea typeface="宋体" panose="02010600030101010101" pitchFamily="2" charset="-122"/>
              </a:rPr>
              <a:t>价格水平及其衡量</a:t>
            </a:r>
            <a:endParaRPr lang="en-US" altLang="zh-CN" sz="908" i="1" dirty="0">
              <a:solidFill>
                <a:srgbClr val="777777"/>
              </a:solidFill>
              <a:ea typeface="宋体" panose="02010600030101010101" pitchFamily="2" charset="-122"/>
            </a:endParaRPr>
          </a:p>
        </p:txBody>
      </p:sp>
    </p:spTree>
  </p:cSld>
  <p:clrMapOvr>
    <a:masterClrMapping/>
  </p:clrMapOvr>
  <p:transition>
    <p:wipe dir="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5" name="灯片编号占位符 2">
            <a:extLst>
              <a:ext uri="{FF2B5EF4-FFF2-40B4-BE49-F238E27FC236}">
                <a16:creationId xmlns:a16="http://schemas.microsoft.com/office/drawing/2014/main" id="{F6BF9862-D912-0BE9-06A7-45554BA66522}"/>
              </a:ext>
            </a:extLst>
          </p:cNvPr>
          <p:cNvSpPr txBox="1">
            <a:spLocks noGrp="1" noChangeArrowheads="1"/>
          </p:cNvSpPr>
          <p:nvPr/>
        </p:nvSpPr>
        <p:spPr bwMode="auto">
          <a:xfrm>
            <a:off x="4185907" y="3215851"/>
            <a:ext cx="344957" cy="1856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defTabSz="461040" eaLnBrk="1" fontAlgn="base" hangingPunct="1">
              <a:spcBef>
                <a:spcPct val="0"/>
              </a:spcBef>
              <a:spcAft>
                <a:spcPct val="0"/>
              </a:spcAft>
            </a:pPr>
            <a:fld id="{F9C22C4F-0398-D248-89B5-DEF2847D81DE}" type="slidenum">
              <a:rPr lang="zh-CN" altLang="zh-CN" sz="857">
                <a:solidFill>
                  <a:srgbClr val="777777"/>
                </a:solidFill>
                <a:ea typeface="宋体" panose="02010600030101010101" pitchFamily="2" charset="-122"/>
              </a:rPr>
              <a:pPr algn="r" defTabSz="461040" eaLnBrk="1" fontAlgn="base" hangingPunct="1">
                <a:spcBef>
                  <a:spcPct val="0"/>
                </a:spcBef>
                <a:spcAft>
                  <a:spcPct val="0"/>
                </a:spcAft>
              </a:pPr>
              <a:t>23</a:t>
            </a:fld>
            <a:endParaRPr lang="zh-CN" altLang="zh-CN" sz="857">
              <a:solidFill>
                <a:srgbClr val="777777"/>
              </a:solidFill>
              <a:ea typeface="宋体" panose="02010600030101010101" pitchFamily="2" charset="-122"/>
            </a:endParaRPr>
          </a:p>
        </p:txBody>
      </p:sp>
      <p:sp>
        <p:nvSpPr>
          <p:cNvPr id="33796" name="Rectangle 2">
            <a:extLst>
              <a:ext uri="{FF2B5EF4-FFF2-40B4-BE49-F238E27FC236}">
                <a16:creationId xmlns:a16="http://schemas.microsoft.com/office/drawing/2014/main" id="{D186343F-9308-D971-2742-CF31EA0BED32}"/>
              </a:ext>
            </a:extLst>
          </p:cNvPr>
          <p:cNvSpPr>
            <a:spLocks noGrp="1" noChangeArrowheads="1"/>
          </p:cNvSpPr>
          <p:nvPr>
            <p:ph type="title" idx="4294967295"/>
          </p:nvPr>
        </p:nvSpPr>
        <p:spPr>
          <a:xfrm>
            <a:off x="230505" y="96831"/>
            <a:ext cx="4149090" cy="316944"/>
          </a:xfrm>
        </p:spPr>
        <p:txBody>
          <a:bodyPr/>
          <a:lstStyle/>
          <a:p>
            <a:pPr eaLnBrk="1" hangingPunct="1"/>
            <a:r>
              <a:rPr lang="zh-CN" altLang="zh-CN" sz="1815">
                <a:ea typeface="宋体" panose="02010600030101010101" pitchFamily="2" charset="-122"/>
              </a:rPr>
              <a:t>通货膨胀的两个衡量指标：1950-2007</a:t>
            </a:r>
          </a:p>
        </p:txBody>
      </p:sp>
      <p:graphicFrame>
        <p:nvGraphicFramePr>
          <p:cNvPr id="33797" name="Object 3">
            <a:extLst>
              <a:ext uri="{FF2B5EF4-FFF2-40B4-BE49-F238E27FC236}">
                <a16:creationId xmlns:a16="http://schemas.microsoft.com/office/drawing/2014/main" id="{DC98E853-5FB0-DE81-2E5B-421338468B64}"/>
              </a:ext>
            </a:extLst>
          </p:cNvPr>
          <p:cNvGraphicFramePr>
            <a:graphicFrameLocks noChangeAspect="1"/>
          </p:cNvGraphicFramePr>
          <p:nvPr/>
        </p:nvGraphicFramePr>
        <p:xfrm>
          <a:off x="90441" y="455395"/>
          <a:ext cx="4458831" cy="2667615"/>
        </p:xfrm>
        <a:graphic>
          <a:graphicData uri="http://schemas.openxmlformats.org/presentationml/2006/ole">
            <mc:AlternateContent xmlns:mc="http://schemas.openxmlformats.org/markup-compatibility/2006">
              <mc:Choice xmlns:v="urn:schemas-microsoft-com:vml" Requires="v">
                <p:oleObj r:id="rId3" imgW="11366500" imgH="6794500" progId="Excel.Chart.8">
                  <p:embed/>
                </p:oleObj>
              </mc:Choice>
              <mc:Fallback>
                <p:oleObj r:id="rId3" imgW="11366500" imgH="6794500" progId="Excel.Chart.8">
                  <p:embed/>
                  <p:pic>
                    <p:nvPicPr>
                      <p:cNvPr id="33797" name="Object 3">
                        <a:extLst>
                          <a:ext uri="{FF2B5EF4-FFF2-40B4-BE49-F238E27FC236}">
                            <a16:creationId xmlns:a16="http://schemas.microsoft.com/office/drawing/2014/main" id="{DC98E853-5FB0-DE81-2E5B-421338468B6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0441" y="455395"/>
                        <a:ext cx="4458831" cy="2667615"/>
                      </a:xfrm>
                      <a:prstGeom prst="rect">
                        <a:avLst/>
                      </a:prstGeom>
                      <a:noFill/>
                      <a:ln>
                        <a:noFill/>
                      </a:ln>
                      <a:effectLst>
                        <a:outerShdw dist="71842" dir="2700000" algn="ctr" rotWithShape="0">
                          <a:schemeClr val="bg2"/>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3798" name="FlagCount" hidden="1">
            <a:hlinkClick r:id="rId5" action="ppaction://hlinkfile"/>
            <a:extLst>
              <a:ext uri="{FF2B5EF4-FFF2-40B4-BE49-F238E27FC236}">
                <a16:creationId xmlns:a16="http://schemas.microsoft.com/office/drawing/2014/main" id="{870AEBBF-4255-8A87-793F-F100A862865F}"/>
              </a:ext>
            </a:extLst>
          </p:cNvPr>
          <p:cNvSpPr>
            <a:spLocks noChangeArrowheads="1"/>
          </p:cNvSpPr>
          <p:nvPr/>
        </p:nvSpPr>
        <p:spPr bwMode="auto">
          <a:xfrm>
            <a:off x="4161896" y="129646"/>
            <a:ext cx="192088" cy="160073"/>
          </a:xfrm>
          <a:prstGeom prst="wedgeRoundRectCallout">
            <a:avLst>
              <a:gd name="adj1" fmla="val -43750"/>
              <a:gd name="adj2" fmla="val 70000"/>
              <a:gd name="adj3" fmla="val 16667"/>
            </a:avLst>
          </a:prstGeom>
          <a:solidFill>
            <a:schemeClr val="accent1">
              <a:alpha val="25000"/>
            </a:schemeClr>
          </a:solidFill>
          <a:ln w="19050">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defTabSz="461040" eaLnBrk="1" fontAlgn="base" hangingPunct="1">
              <a:spcBef>
                <a:spcPct val="0"/>
              </a:spcBef>
              <a:spcAft>
                <a:spcPct val="0"/>
              </a:spcAft>
            </a:pPr>
            <a:r>
              <a:rPr lang="en-US" altLang="zh-CN" sz="706" b="1">
                <a:solidFill>
                  <a:srgbClr val="000000"/>
                </a:solidFill>
                <a:latin typeface="Tahoma" panose="020B0604030504040204" pitchFamily="34" charset="0"/>
                <a:ea typeface="宋体" panose="02010600030101010101" pitchFamily="2" charset="-122"/>
              </a:rPr>
              <a:t>0</a:t>
            </a:r>
          </a:p>
        </p:txBody>
      </p:sp>
      <p:sp>
        <p:nvSpPr>
          <p:cNvPr id="2" name="页脚占位符 1">
            <a:extLst>
              <a:ext uri="{FF2B5EF4-FFF2-40B4-BE49-F238E27FC236}">
                <a16:creationId xmlns:a16="http://schemas.microsoft.com/office/drawing/2014/main" id="{16CEF12A-3D33-2208-FF3C-E55E9D4605F5}"/>
              </a:ext>
            </a:extLst>
          </p:cNvPr>
          <p:cNvSpPr txBox="1">
            <a:spLocks noGrp="1" noChangeArrowheads="1"/>
          </p:cNvSpPr>
          <p:nvPr/>
        </p:nvSpPr>
        <p:spPr bwMode="auto">
          <a:xfrm>
            <a:off x="144066" y="3224656"/>
            <a:ext cx="3698485" cy="1848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1040" eaLnBrk="1" fontAlgn="base" hangingPunct="1">
              <a:spcBef>
                <a:spcPct val="0"/>
              </a:spcBef>
              <a:spcAft>
                <a:spcPct val="0"/>
              </a:spcAft>
            </a:pPr>
            <a:r>
              <a:rPr lang="zh-CN" altLang="en-US" sz="908" i="1" dirty="0">
                <a:solidFill>
                  <a:srgbClr val="777777"/>
                </a:solidFill>
                <a:ea typeface="宋体" panose="02010600030101010101" pitchFamily="2" charset="-122"/>
              </a:rPr>
              <a:t>价格水平及其衡量</a:t>
            </a:r>
            <a:endParaRPr lang="en-US" altLang="zh-CN" sz="908" i="1" dirty="0">
              <a:solidFill>
                <a:srgbClr val="777777"/>
              </a:solidFill>
              <a:ea typeface="宋体" panose="02010600030101010101" pitchFamily="2" charset="-122"/>
            </a:endParaRP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33797"/>
                                        </p:tgtEl>
                                        <p:attrNameLst>
                                          <p:attrName>style.visibility</p:attrName>
                                        </p:attrNameLst>
                                      </p:cBhvr>
                                      <p:to>
                                        <p:strVal val="visible"/>
                                      </p:to>
                                    </p:set>
                                    <p:animEffect transition="in" filter="wipe(left)">
                                      <p:cBhvr>
                                        <p:cTn id="7" dur="500"/>
                                        <p:tgtEl>
                                          <p:spTgt spid="3379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33797"/>
                                        </p:tgtEl>
                                        <p:attrNameLst>
                                          <p:attrName>style.visibility</p:attrName>
                                        </p:attrNameLst>
                                      </p:cBhvr>
                                      <p:to>
                                        <p:strVal val="visible"/>
                                      </p:to>
                                    </p:set>
                                    <p:animEffect transition="in" filter="wipe(left)">
                                      <p:cBhvr>
                                        <p:cTn id="12" dur="500"/>
                                        <p:tgtEl>
                                          <p:spTgt spid="3379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页脚占位符 1">
            <a:extLst>
              <a:ext uri="{FF2B5EF4-FFF2-40B4-BE49-F238E27FC236}">
                <a16:creationId xmlns:a16="http://schemas.microsoft.com/office/drawing/2014/main" id="{F3B372E9-BC09-9383-C610-D11EA8D79D48}"/>
              </a:ext>
            </a:extLst>
          </p:cNvPr>
          <p:cNvSpPr txBox="1">
            <a:spLocks noGrp="1" noChangeArrowheads="1"/>
          </p:cNvSpPr>
          <p:nvPr/>
        </p:nvSpPr>
        <p:spPr bwMode="auto">
          <a:xfrm>
            <a:off x="144066" y="3224656"/>
            <a:ext cx="3698485" cy="1848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1040" eaLnBrk="1" fontAlgn="base" hangingPunct="1">
              <a:spcBef>
                <a:spcPct val="0"/>
              </a:spcBef>
              <a:spcAft>
                <a:spcPct val="0"/>
              </a:spcAft>
            </a:pPr>
            <a:r>
              <a:rPr lang="zh-CN" altLang="en-US" sz="908" i="1" dirty="0">
                <a:solidFill>
                  <a:srgbClr val="777777"/>
                </a:solidFill>
                <a:ea typeface="宋体" panose="02010600030101010101" pitchFamily="2" charset="-122"/>
              </a:rPr>
              <a:t>价格水平及其衡量</a:t>
            </a:r>
            <a:endParaRPr lang="en-US" altLang="zh-CN" sz="908" i="1" dirty="0">
              <a:solidFill>
                <a:srgbClr val="777777"/>
              </a:solidFill>
              <a:ea typeface="宋体" panose="02010600030101010101" pitchFamily="2" charset="-122"/>
            </a:endParaRPr>
          </a:p>
        </p:txBody>
      </p:sp>
      <p:sp>
        <p:nvSpPr>
          <p:cNvPr id="40963" name="灯片编号占位符 2">
            <a:extLst>
              <a:ext uri="{FF2B5EF4-FFF2-40B4-BE49-F238E27FC236}">
                <a16:creationId xmlns:a16="http://schemas.microsoft.com/office/drawing/2014/main" id="{40C5F219-E297-936B-1E9E-E6237F81962B}"/>
              </a:ext>
            </a:extLst>
          </p:cNvPr>
          <p:cNvSpPr txBox="1">
            <a:spLocks noGrp="1" noChangeArrowheads="1"/>
          </p:cNvSpPr>
          <p:nvPr/>
        </p:nvSpPr>
        <p:spPr bwMode="auto">
          <a:xfrm>
            <a:off x="4185907" y="3215851"/>
            <a:ext cx="344957" cy="1856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defTabSz="461040" eaLnBrk="1" fontAlgn="base" hangingPunct="1">
              <a:spcBef>
                <a:spcPct val="0"/>
              </a:spcBef>
              <a:spcAft>
                <a:spcPct val="0"/>
              </a:spcAft>
            </a:pPr>
            <a:fld id="{8355D337-764E-6D4F-96C6-5088B2F32072}" type="slidenum">
              <a:rPr lang="zh-CN" altLang="zh-CN" sz="857">
                <a:solidFill>
                  <a:srgbClr val="777777"/>
                </a:solidFill>
                <a:ea typeface="宋体" panose="02010600030101010101" pitchFamily="2" charset="-122"/>
              </a:rPr>
              <a:pPr algn="r" defTabSz="461040" eaLnBrk="1" fontAlgn="base" hangingPunct="1">
                <a:spcBef>
                  <a:spcPct val="0"/>
                </a:spcBef>
                <a:spcAft>
                  <a:spcPct val="0"/>
                </a:spcAft>
              </a:pPr>
              <a:t>24</a:t>
            </a:fld>
            <a:endParaRPr lang="zh-CN" altLang="zh-CN" sz="857">
              <a:solidFill>
                <a:srgbClr val="777777"/>
              </a:solidFill>
              <a:ea typeface="宋体" panose="02010600030101010101" pitchFamily="2" charset="-122"/>
            </a:endParaRPr>
          </a:p>
        </p:txBody>
      </p:sp>
      <p:sp>
        <p:nvSpPr>
          <p:cNvPr id="40964" name="Rectangle 2">
            <a:extLst>
              <a:ext uri="{FF2B5EF4-FFF2-40B4-BE49-F238E27FC236}">
                <a16:creationId xmlns:a16="http://schemas.microsoft.com/office/drawing/2014/main" id="{1351E08A-83CF-7BB1-0B78-EA7C7A390DBE}"/>
              </a:ext>
            </a:extLst>
          </p:cNvPr>
          <p:cNvSpPr>
            <a:spLocks noGrp="1" noChangeArrowheads="1"/>
          </p:cNvSpPr>
          <p:nvPr>
            <p:ph type="title" idx="4294967295"/>
          </p:nvPr>
        </p:nvSpPr>
        <p:spPr>
          <a:xfrm>
            <a:off x="11205" y="191274"/>
            <a:ext cx="4610100" cy="348959"/>
          </a:xfrm>
        </p:spPr>
        <p:txBody>
          <a:bodyPr/>
          <a:lstStyle/>
          <a:p>
            <a:pPr eaLnBrk="1" hangingPunct="1">
              <a:lnSpc>
                <a:spcPct val="105000"/>
              </a:lnSpc>
            </a:pPr>
            <a:r>
              <a:rPr lang="zh-CN" altLang="zh-CN" sz="1815" dirty="0">
                <a:ea typeface="宋体" panose="02010600030101010101" pitchFamily="2" charset="-122"/>
              </a:rPr>
              <a:t>通货膨胀</a:t>
            </a:r>
            <a:endParaRPr lang="zh-CN" altLang="zh-CN" sz="1815" dirty="0">
              <a:solidFill>
                <a:srgbClr val="CC0000"/>
              </a:solidFill>
              <a:ea typeface="宋体" panose="02010600030101010101" pitchFamily="2" charset="-122"/>
            </a:endParaRPr>
          </a:p>
        </p:txBody>
      </p:sp>
      <mc:AlternateContent xmlns:mc="http://schemas.openxmlformats.org/markup-compatibility/2006" xmlns:a14="http://schemas.microsoft.com/office/drawing/2010/main">
        <mc:Choice Requires="a14">
          <p:sp>
            <p:nvSpPr>
              <p:cNvPr id="40965" name="Rectangle 3">
                <a:extLst>
                  <a:ext uri="{FF2B5EF4-FFF2-40B4-BE49-F238E27FC236}">
                    <a16:creationId xmlns:a16="http://schemas.microsoft.com/office/drawing/2014/main" id="{FDD3F903-B957-2F69-1CDE-84C80F69E123}"/>
                  </a:ext>
                </a:extLst>
              </p:cNvPr>
              <p:cNvSpPr>
                <a:spLocks noGrp="1" noChangeArrowheads="1"/>
              </p:cNvSpPr>
              <p:nvPr>
                <p:ph type="body" idx="4294967295"/>
              </p:nvPr>
            </p:nvSpPr>
            <p:spPr>
              <a:xfrm>
                <a:off x="166876" y="591589"/>
                <a:ext cx="4191509" cy="2566769"/>
              </a:xfrm>
            </p:spPr>
            <p:txBody>
              <a:bodyPr/>
              <a:lstStyle/>
              <a:p>
                <a:pPr eaLnBrk="1" hangingPunct="1"/>
                <a:r>
                  <a:rPr lang="zh-CN" altLang="zh-CN" dirty="0">
                    <a:ea typeface="宋体" panose="02010600030101010101" pitchFamily="2" charset="-122"/>
                  </a:rPr>
                  <a:t>通货膨胀</a:t>
                </a:r>
                <a:r>
                  <a:rPr lang="zh-CN" altLang="en-US" dirty="0">
                    <a:ea typeface="宋体" panose="02010600030101010101" pitchFamily="2" charset="-122"/>
                  </a:rPr>
                  <a:t>是指一个经济体在一定时期内价格水平持续地上升的情况</a:t>
                </a:r>
                <a:endParaRPr lang="en-US" altLang="zh-CN" dirty="0">
                  <a:ea typeface="宋体" panose="02010600030101010101" pitchFamily="2" charset="-122"/>
                </a:endParaRPr>
              </a:p>
              <a:p>
                <a:pPr eaLnBrk="1" hangingPunct="1"/>
                <a:r>
                  <a:rPr lang="zh-CN" altLang="en-US" dirty="0">
                    <a:ea typeface="宋体" panose="02010600030101010101" pitchFamily="2" charset="-122"/>
                  </a:rPr>
                  <a:t>通货膨胀率被定义为从一个时期到另一个时期价格水平变动的百分比。如果以</a:t>
                </a:r>
                <a14:m>
                  <m:oMath xmlns:m="http://schemas.openxmlformats.org/officeDocument/2006/math">
                    <m:sSub>
                      <m:sSubPr>
                        <m:ctrlPr>
                          <a:rPr lang="en-US" altLang="zh-CN" b="0" i="1" smtClean="0">
                            <a:latin typeface="Cambria Math" panose="02040503050406030204" pitchFamily="18" charset="0"/>
                            <a:ea typeface="宋体" panose="02010600030101010101" pitchFamily="2" charset="-122"/>
                          </a:rPr>
                        </m:ctrlPr>
                      </m:sSubPr>
                      <m:e>
                        <m:r>
                          <a:rPr lang="en-US" altLang="zh-CN" b="0" i="1" smtClean="0">
                            <a:latin typeface="Cambria Math" panose="02040503050406030204" pitchFamily="18" charset="0"/>
                            <a:ea typeface="宋体" panose="02010600030101010101" pitchFamily="2" charset="-122"/>
                          </a:rPr>
                          <m:t>𝑃</m:t>
                        </m:r>
                      </m:e>
                      <m:sub>
                        <m:r>
                          <a:rPr lang="en-US" altLang="zh-CN" b="0" i="1" smtClean="0">
                            <a:latin typeface="Cambria Math" panose="02040503050406030204" pitchFamily="18" charset="0"/>
                            <a:ea typeface="宋体" panose="02010600030101010101" pitchFamily="2" charset="-122"/>
                          </a:rPr>
                          <m:t>𝑡</m:t>
                        </m:r>
                      </m:sub>
                    </m:sSub>
                  </m:oMath>
                </a14:m>
                <a:r>
                  <a:rPr lang="zh-CN" altLang="en-US" dirty="0">
                    <a:ea typeface="宋体" panose="02010600030101010101" pitchFamily="2" charset="-122"/>
                  </a:rPr>
                  <a:t>表示</a:t>
                </a:r>
                <a:r>
                  <a:rPr lang="en-US" altLang="zh-CN" dirty="0">
                    <a:ea typeface="宋体" panose="02010600030101010101" pitchFamily="2" charset="-122"/>
                  </a:rPr>
                  <a:t>t</a:t>
                </a:r>
                <a:r>
                  <a:rPr lang="zh-CN" altLang="en-US" dirty="0">
                    <a:ea typeface="宋体" panose="02010600030101010101" pitchFamily="2" charset="-122"/>
                  </a:rPr>
                  <a:t>时期的价格水平，</a:t>
                </a:r>
                <a:r>
                  <a:rPr lang="en-US" altLang="zh-CN" dirty="0">
                    <a:ea typeface="宋体" panose="02010600030101010101" pitchFamily="2" charset="-122"/>
                  </a:rPr>
                  <a:t> </a:t>
                </a:r>
                <a14:m>
                  <m:oMath xmlns:m="http://schemas.openxmlformats.org/officeDocument/2006/math">
                    <m:sSub>
                      <m:sSubPr>
                        <m:ctrlPr>
                          <a:rPr lang="en-US" altLang="zh-CN" i="1">
                            <a:latin typeface="Cambria Math" panose="02040503050406030204" pitchFamily="18" charset="0"/>
                            <a:ea typeface="宋体" panose="02010600030101010101" pitchFamily="2" charset="-122"/>
                          </a:rPr>
                        </m:ctrlPr>
                      </m:sSubPr>
                      <m:e>
                        <m:r>
                          <a:rPr lang="en-US" altLang="zh-CN" i="1">
                            <a:latin typeface="Cambria Math" panose="02040503050406030204" pitchFamily="18" charset="0"/>
                            <a:ea typeface="宋体" panose="02010600030101010101" pitchFamily="2" charset="-122"/>
                          </a:rPr>
                          <m:t>𝑃</m:t>
                        </m:r>
                      </m:e>
                      <m:sub>
                        <m:r>
                          <a:rPr lang="en-US" altLang="zh-CN" i="1">
                            <a:latin typeface="Cambria Math" panose="02040503050406030204" pitchFamily="18" charset="0"/>
                            <a:ea typeface="宋体" panose="02010600030101010101" pitchFamily="2" charset="-122"/>
                          </a:rPr>
                          <m:t>𝑡</m:t>
                        </m:r>
                        <m:r>
                          <a:rPr lang="en-US" altLang="zh-CN" i="1">
                            <a:latin typeface="Cambria Math" panose="02040503050406030204" pitchFamily="18" charset="0"/>
                            <a:ea typeface="宋体" panose="02010600030101010101" pitchFamily="2" charset="-122"/>
                          </a:rPr>
                          <m:t>−1</m:t>
                        </m:r>
                      </m:sub>
                    </m:sSub>
                  </m:oMath>
                </a14:m>
                <a:r>
                  <a:rPr lang="zh-CN" altLang="en-US" dirty="0">
                    <a:ea typeface="宋体" panose="02010600030101010101" pitchFamily="2" charset="-122"/>
                  </a:rPr>
                  <a:t>表示</a:t>
                </a:r>
                <a:r>
                  <a:rPr lang="en-US" altLang="zh-CN" dirty="0">
                    <a:ea typeface="宋体" panose="02010600030101010101" pitchFamily="2" charset="-122"/>
                  </a:rPr>
                  <a:t>t-1</a:t>
                </a:r>
                <a:r>
                  <a:rPr lang="zh-CN" altLang="en-US" dirty="0">
                    <a:ea typeface="宋体" panose="02010600030101010101" pitchFamily="2" charset="-122"/>
                  </a:rPr>
                  <a:t>期的价格水平，</a:t>
                </a:r>
                <a:r>
                  <a:rPr lang="en-US" altLang="zh-CN" dirty="0">
                    <a:ea typeface="宋体" panose="02010600030101010101" pitchFamily="2" charset="-122"/>
                  </a:rPr>
                  <a:t> </a:t>
                </a:r>
                <a14:m>
                  <m:oMath xmlns:m="http://schemas.openxmlformats.org/officeDocument/2006/math">
                    <m:sSub>
                      <m:sSubPr>
                        <m:ctrlPr>
                          <a:rPr lang="en-US" altLang="zh-CN" i="1">
                            <a:latin typeface="Cambria Math" panose="02040503050406030204" pitchFamily="18" charset="0"/>
                            <a:ea typeface="宋体" panose="02010600030101010101" pitchFamily="2" charset="-122"/>
                          </a:rPr>
                        </m:ctrlPr>
                      </m:sSubPr>
                      <m:e>
                        <m:r>
                          <a:rPr lang="en-US" altLang="zh-CN" i="1">
                            <a:latin typeface="Cambria Math" panose="02040503050406030204" pitchFamily="18" charset="0"/>
                            <a:ea typeface="Cambria Math" panose="02040503050406030204" pitchFamily="18" charset="0"/>
                          </a:rPr>
                          <m:t>𝜋</m:t>
                        </m:r>
                      </m:e>
                      <m:sub>
                        <m:r>
                          <a:rPr lang="en-US" altLang="zh-CN" i="1">
                            <a:latin typeface="Cambria Math" panose="02040503050406030204" pitchFamily="18" charset="0"/>
                            <a:ea typeface="宋体" panose="02010600030101010101" pitchFamily="2" charset="-122"/>
                          </a:rPr>
                          <m:t>𝑡</m:t>
                        </m:r>
                      </m:sub>
                    </m:sSub>
                  </m:oMath>
                </a14:m>
                <a:r>
                  <a:rPr lang="zh-CN" altLang="en-US" dirty="0">
                    <a:ea typeface="宋体" panose="02010600030101010101" pitchFamily="2" charset="-122"/>
                  </a:rPr>
                  <a:t>表示通货膨胀率，则有：</a:t>
                </a:r>
                <a:endParaRPr lang="en-US" altLang="zh-CN" dirty="0">
                  <a:ea typeface="宋体" panose="02010600030101010101" pitchFamily="2" charset="-122"/>
                </a:endParaRPr>
              </a:p>
              <a:p>
                <a:pPr eaLnBrk="1" hangingPunct="1"/>
                <a14:m>
                  <m:oMath xmlns:m="http://schemas.openxmlformats.org/officeDocument/2006/math">
                    <m:sSub>
                      <m:sSubPr>
                        <m:ctrlPr>
                          <a:rPr lang="en-US" altLang="zh-CN" b="0" i="1" smtClean="0">
                            <a:latin typeface="Cambria Math" panose="02040503050406030204" pitchFamily="18" charset="0"/>
                            <a:ea typeface="宋体" panose="02010600030101010101" pitchFamily="2" charset="-122"/>
                          </a:rPr>
                        </m:ctrlPr>
                      </m:sSubPr>
                      <m:e>
                        <m:r>
                          <a:rPr lang="en-US" altLang="zh-CN" b="0" i="1" smtClean="0">
                            <a:latin typeface="Cambria Math" panose="02040503050406030204" pitchFamily="18" charset="0"/>
                            <a:ea typeface="Cambria Math" panose="02040503050406030204" pitchFamily="18" charset="0"/>
                          </a:rPr>
                          <m:t>𝜋</m:t>
                        </m:r>
                      </m:e>
                      <m:sub>
                        <m:r>
                          <a:rPr lang="en-US" altLang="zh-CN" b="0" i="1" smtClean="0">
                            <a:latin typeface="Cambria Math" panose="02040503050406030204" pitchFamily="18" charset="0"/>
                            <a:ea typeface="宋体" panose="02010600030101010101" pitchFamily="2" charset="-122"/>
                          </a:rPr>
                          <m:t>𝑡</m:t>
                        </m:r>
                      </m:sub>
                    </m:sSub>
                    <m:r>
                      <a:rPr lang="en-US" altLang="zh-CN" b="0" i="1" smtClean="0">
                        <a:latin typeface="Cambria Math" panose="02040503050406030204" pitchFamily="18" charset="0"/>
                        <a:ea typeface="宋体" panose="02010600030101010101" pitchFamily="2" charset="-122"/>
                      </a:rPr>
                      <m:t>=</m:t>
                    </m:r>
                    <m:f>
                      <m:fPr>
                        <m:ctrlPr>
                          <a:rPr lang="en-US" altLang="zh-CN" b="0" i="1" smtClean="0">
                            <a:latin typeface="Cambria Math" panose="02040503050406030204" pitchFamily="18" charset="0"/>
                            <a:ea typeface="宋体" panose="02010600030101010101" pitchFamily="2" charset="-122"/>
                          </a:rPr>
                        </m:ctrlPr>
                      </m:fPr>
                      <m:num>
                        <m:sSub>
                          <m:sSubPr>
                            <m:ctrlPr>
                              <a:rPr lang="en-US" altLang="zh-CN" b="0" i="1" smtClean="0">
                                <a:latin typeface="Cambria Math" panose="02040503050406030204" pitchFamily="18" charset="0"/>
                                <a:ea typeface="宋体" panose="02010600030101010101" pitchFamily="2" charset="-122"/>
                              </a:rPr>
                            </m:ctrlPr>
                          </m:sSubPr>
                          <m:e>
                            <m:r>
                              <a:rPr lang="en-US" altLang="zh-CN" b="0" i="1" smtClean="0">
                                <a:latin typeface="Cambria Math" panose="02040503050406030204" pitchFamily="18" charset="0"/>
                                <a:ea typeface="宋体" panose="02010600030101010101" pitchFamily="2" charset="-122"/>
                              </a:rPr>
                              <m:t>𝑃</m:t>
                            </m:r>
                          </m:e>
                          <m:sub>
                            <m:r>
                              <a:rPr lang="en-US" altLang="zh-CN" b="0" i="1" smtClean="0">
                                <a:latin typeface="Cambria Math" panose="02040503050406030204" pitchFamily="18" charset="0"/>
                                <a:ea typeface="宋体" panose="02010600030101010101" pitchFamily="2" charset="-122"/>
                              </a:rPr>
                              <m:t>𝑡</m:t>
                            </m:r>
                          </m:sub>
                        </m:sSub>
                        <m:r>
                          <a:rPr lang="en-US" altLang="zh-CN" b="0" i="1" smtClean="0">
                            <a:latin typeface="Cambria Math" panose="02040503050406030204" pitchFamily="18" charset="0"/>
                            <a:ea typeface="宋体" panose="02010600030101010101" pitchFamily="2" charset="-122"/>
                          </a:rPr>
                          <m:t>−</m:t>
                        </m:r>
                        <m:sSub>
                          <m:sSubPr>
                            <m:ctrlPr>
                              <a:rPr lang="en-US" altLang="zh-CN" b="0" i="1" smtClean="0">
                                <a:latin typeface="Cambria Math" panose="02040503050406030204" pitchFamily="18" charset="0"/>
                                <a:ea typeface="宋体" panose="02010600030101010101" pitchFamily="2" charset="-122"/>
                              </a:rPr>
                            </m:ctrlPr>
                          </m:sSubPr>
                          <m:e>
                            <m:r>
                              <a:rPr lang="en-US" altLang="zh-CN" b="0" i="1" smtClean="0">
                                <a:latin typeface="Cambria Math" panose="02040503050406030204" pitchFamily="18" charset="0"/>
                                <a:ea typeface="宋体" panose="02010600030101010101" pitchFamily="2" charset="-122"/>
                              </a:rPr>
                              <m:t>𝑃</m:t>
                            </m:r>
                          </m:e>
                          <m:sub>
                            <m:r>
                              <a:rPr lang="en-US" altLang="zh-CN" b="0" i="1" smtClean="0">
                                <a:latin typeface="Cambria Math" panose="02040503050406030204" pitchFamily="18" charset="0"/>
                                <a:ea typeface="宋体" panose="02010600030101010101" pitchFamily="2" charset="-122"/>
                              </a:rPr>
                              <m:t>𝑡</m:t>
                            </m:r>
                            <m:r>
                              <a:rPr lang="en-US" altLang="zh-CN" b="0" i="1" smtClean="0">
                                <a:latin typeface="Cambria Math" panose="02040503050406030204" pitchFamily="18" charset="0"/>
                                <a:ea typeface="宋体" panose="02010600030101010101" pitchFamily="2" charset="-122"/>
                              </a:rPr>
                              <m:t>−1</m:t>
                            </m:r>
                          </m:sub>
                        </m:sSub>
                      </m:num>
                      <m:den>
                        <m:sSub>
                          <m:sSubPr>
                            <m:ctrlPr>
                              <a:rPr lang="en-US" altLang="zh-CN" b="0" i="1" smtClean="0">
                                <a:latin typeface="Cambria Math" panose="02040503050406030204" pitchFamily="18" charset="0"/>
                                <a:ea typeface="宋体" panose="02010600030101010101" pitchFamily="2" charset="-122"/>
                              </a:rPr>
                            </m:ctrlPr>
                          </m:sSubPr>
                          <m:e>
                            <m:r>
                              <a:rPr lang="en-US" altLang="zh-CN" b="0" i="1" smtClean="0">
                                <a:latin typeface="Cambria Math" panose="02040503050406030204" pitchFamily="18" charset="0"/>
                                <a:ea typeface="宋体" panose="02010600030101010101" pitchFamily="2" charset="-122"/>
                              </a:rPr>
                              <m:t>𝑃</m:t>
                            </m:r>
                          </m:e>
                          <m:sub>
                            <m:r>
                              <a:rPr lang="en-US" altLang="zh-CN" b="0" i="1" smtClean="0">
                                <a:latin typeface="Cambria Math" panose="02040503050406030204" pitchFamily="18" charset="0"/>
                                <a:ea typeface="宋体" panose="02010600030101010101" pitchFamily="2" charset="-122"/>
                              </a:rPr>
                              <m:t>𝑡</m:t>
                            </m:r>
                            <m:r>
                              <a:rPr lang="en-US" altLang="zh-CN" b="0" i="1" smtClean="0">
                                <a:latin typeface="Cambria Math" panose="02040503050406030204" pitchFamily="18" charset="0"/>
                                <a:ea typeface="宋体" panose="02010600030101010101" pitchFamily="2" charset="-122"/>
                              </a:rPr>
                              <m:t>−1</m:t>
                            </m:r>
                          </m:sub>
                        </m:sSub>
                      </m:den>
                    </m:f>
                    <m:r>
                      <a:rPr lang="en-US" altLang="zh-CN" b="0" i="1" smtClean="0">
                        <a:latin typeface="Cambria Math" panose="02040503050406030204" pitchFamily="18" charset="0"/>
                        <a:ea typeface="Cambria Math" panose="02040503050406030204" pitchFamily="18" charset="0"/>
                      </a:rPr>
                      <m:t>×100%</m:t>
                    </m:r>
                  </m:oMath>
                </a14:m>
                <a:endParaRPr lang="en-US" altLang="zh-CN" dirty="0">
                  <a:ea typeface="宋体" panose="02010600030101010101" pitchFamily="2" charset="-122"/>
                </a:endParaRPr>
              </a:p>
              <a:p>
                <a:pPr eaLnBrk="1" hangingPunct="1"/>
                <a:r>
                  <a:rPr lang="zh-CN" altLang="en-US" dirty="0">
                    <a:ea typeface="宋体" panose="02010600030101010101" pitchFamily="2" charset="-122"/>
                  </a:rPr>
                  <a:t>上式中的价格水平既可以用</a:t>
                </a:r>
                <a:r>
                  <a:rPr lang="en-US" altLang="zh-CN" dirty="0">
                    <a:ea typeface="宋体" panose="02010600030101010101" pitchFamily="2" charset="-122"/>
                  </a:rPr>
                  <a:t>GDP</a:t>
                </a:r>
                <a:r>
                  <a:rPr lang="zh-CN" altLang="en-US" dirty="0">
                    <a:ea typeface="宋体" panose="02010600030101010101" pitchFamily="2" charset="-122"/>
                  </a:rPr>
                  <a:t>平减指数表示，也可以用</a:t>
                </a:r>
                <a:r>
                  <a:rPr lang="en-US" altLang="zh-CN" dirty="0">
                    <a:ea typeface="宋体" panose="02010600030101010101" pitchFamily="2" charset="-122"/>
                  </a:rPr>
                  <a:t>CPI</a:t>
                </a:r>
                <a:r>
                  <a:rPr lang="zh-CN" altLang="en-US" dirty="0">
                    <a:ea typeface="宋体" panose="02010600030101010101" pitchFamily="2" charset="-122"/>
                  </a:rPr>
                  <a:t>表示。</a:t>
                </a:r>
                <a:endParaRPr lang="zh-CN" altLang="zh-CN" dirty="0">
                  <a:ea typeface="宋体" panose="02010600030101010101" pitchFamily="2" charset="-122"/>
                </a:endParaRPr>
              </a:p>
            </p:txBody>
          </p:sp>
        </mc:Choice>
        <mc:Fallback xmlns="">
          <p:sp>
            <p:nvSpPr>
              <p:cNvPr id="40965" name="Rectangle 3">
                <a:extLst>
                  <a:ext uri="{FF2B5EF4-FFF2-40B4-BE49-F238E27FC236}">
                    <a16:creationId xmlns:a16="http://schemas.microsoft.com/office/drawing/2014/main" id="{FDD3F903-B957-2F69-1CDE-84C80F69E123}"/>
                  </a:ext>
                </a:extLst>
              </p:cNvPr>
              <p:cNvSpPr>
                <a:spLocks noGrp="1" noRot="1" noChangeAspect="1" noMove="1" noResize="1" noEditPoints="1" noAdjustHandles="1" noChangeArrowheads="1" noChangeShapeType="1" noTextEdit="1"/>
              </p:cNvSpPr>
              <p:nvPr>
                <p:ph type="body" idx="4294967295"/>
              </p:nvPr>
            </p:nvSpPr>
            <p:spPr>
              <a:xfrm>
                <a:off x="166876" y="591589"/>
                <a:ext cx="4191509" cy="2566769"/>
              </a:xfrm>
              <a:blipFill>
                <a:blip r:embed="rId2"/>
                <a:stretch>
                  <a:fillRect l="-602" t="-1478" b="-2463"/>
                </a:stretch>
              </a:blipFill>
            </p:spPr>
            <p:txBody>
              <a:bodyPr/>
              <a:lstStyle/>
              <a:p>
                <a:r>
                  <a:rPr lang="zh-CN" altLang="en-US">
                    <a:noFill/>
                  </a:rPr>
                  <a:t> </a:t>
                </a:r>
              </a:p>
            </p:txBody>
          </p:sp>
        </mc:Fallback>
      </mc:AlternateContent>
      <p:sp>
        <p:nvSpPr>
          <p:cNvPr id="40966" name="FlagCount" hidden="1">
            <a:hlinkClick r:id="rId3" action="ppaction://hlinkfile"/>
            <a:extLst>
              <a:ext uri="{FF2B5EF4-FFF2-40B4-BE49-F238E27FC236}">
                <a16:creationId xmlns:a16="http://schemas.microsoft.com/office/drawing/2014/main" id="{55AEF0F7-4D13-0208-AF9D-7D0155B4B269}"/>
              </a:ext>
            </a:extLst>
          </p:cNvPr>
          <p:cNvSpPr>
            <a:spLocks noChangeArrowheads="1"/>
          </p:cNvSpPr>
          <p:nvPr/>
        </p:nvSpPr>
        <p:spPr bwMode="auto">
          <a:xfrm>
            <a:off x="4161896" y="174466"/>
            <a:ext cx="192088" cy="160073"/>
          </a:xfrm>
          <a:prstGeom prst="wedgeRoundRectCallout">
            <a:avLst>
              <a:gd name="adj1" fmla="val -43750"/>
              <a:gd name="adj2" fmla="val 70000"/>
              <a:gd name="adj3" fmla="val 16667"/>
            </a:avLst>
          </a:prstGeom>
          <a:solidFill>
            <a:schemeClr val="accent1">
              <a:alpha val="25000"/>
            </a:schemeClr>
          </a:solidFill>
          <a:ln w="19050">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defTabSz="461040" eaLnBrk="1" fontAlgn="base" hangingPunct="1">
              <a:spcBef>
                <a:spcPct val="0"/>
              </a:spcBef>
              <a:spcAft>
                <a:spcPct val="0"/>
              </a:spcAft>
            </a:pPr>
            <a:r>
              <a:rPr lang="en-US" altLang="zh-CN" sz="706" b="1">
                <a:solidFill>
                  <a:srgbClr val="000000"/>
                </a:solidFill>
                <a:latin typeface="Tahoma" panose="020B0604030504040204" pitchFamily="34" charset="0"/>
                <a:ea typeface="宋体" panose="02010600030101010101" pitchFamily="2" charset="-122"/>
              </a:rPr>
              <a:t>0</a:t>
            </a:r>
          </a:p>
        </p:txBody>
      </p:sp>
    </p:spTree>
    <p:extLst>
      <p:ext uri="{BB962C8B-B14F-4D97-AF65-F5344CB8AC3E}">
        <p14:creationId xmlns:p14="http://schemas.microsoft.com/office/powerpoint/2010/main" val="3222233839"/>
      </p:ext>
    </p:extLst>
  </p:cSld>
  <p:clrMapOvr>
    <a:masterClrMapping/>
  </p:clrMapOvr>
  <p:transition>
    <p:wipe dir="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页脚占位符 1">
            <a:extLst>
              <a:ext uri="{FF2B5EF4-FFF2-40B4-BE49-F238E27FC236}">
                <a16:creationId xmlns:a16="http://schemas.microsoft.com/office/drawing/2014/main" id="{F3B372E9-BC09-9383-C610-D11EA8D79D48}"/>
              </a:ext>
            </a:extLst>
          </p:cNvPr>
          <p:cNvSpPr txBox="1">
            <a:spLocks noGrp="1" noChangeArrowheads="1"/>
          </p:cNvSpPr>
          <p:nvPr/>
        </p:nvSpPr>
        <p:spPr bwMode="auto">
          <a:xfrm>
            <a:off x="144066" y="3224656"/>
            <a:ext cx="3698485" cy="1848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1040" eaLnBrk="1" fontAlgn="base" hangingPunct="1">
              <a:spcBef>
                <a:spcPct val="0"/>
              </a:spcBef>
              <a:spcAft>
                <a:spcPct val="0"/>
              </a:spcAft>
            </a:pPr>
            <a:r>
              <a:rPr lang="zh-CN" altLang="en-US" sz="908" i="1" dirty="0">
                <a:solidFill>
                  <a:srgbClr val="777777"/>
                </a:solidFill>
                <a:ea typeface="宋体" panose="02010600030101010101" pitchFamily="2" charset="-122"/>
              </a:rPr>
              <a:t>价格水平及其衡量</a:t>
            </a:r>
            <a:endParaRPr lang="en-US" altLang="zh-CN" sz="908" i="1" dirty="0">
              <a:solidFill>
                <a:srgbClr val="777777"/>
              </a:solidFill>
              <a:ea typeface="宋体" panose="02010600030101010101" pitchFamily="2" charset="-122"/>
            </a:endParaRPr>
          </a:p>
        </p:txBody>
      </p:sp>
      <p:sp>
        <p:nvSpPr>
          <p:cNvPr id="40963" name="灯片编号占位符 2">
            <a:extLst>
              <a:ext uri="{FF2B5EF4-FFF2-40B4-BE49-F238E27FC236}">
                <a16:creationId xmlns:a16="http://schemas.microsoft.com/office/drawing/2014/main" id="{40C5F219-E297-936B-1E9E-E6237F81962B}"/>
              </a:ext>
            </a:extLst>
          </p:cNvPr>
          <p:cNvSpPr txBox="1">
            <a:spLocks noGrp="1" noChangeArrowheads="1"/>
          </p:cNvSpPr>
          <p:nvPr/>
        </p:nvSpPr>
        <p:spPr bwMode="auto">
          <a:xfrm>
            <a:off x="4185907" y="3215851"/>
            <a:ext cx="344957" cy="1856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defTabSz="461040" eaLnBrk="1" fontAlgn="base" hangingPunct="1">
              <a:spcBef>
                <a:spcPct val="0"/>
              </a:spcBef>
              <a:spcAft>
                <a:spcPct val="0"/>
              </a:spcAft>
            </a:pPr>
            <a:fld id="{8355D337-764E-6D4F-96C6-5088B2F32072}" type="slidenum">
              <a:rPr lang="zh-CN" altLang="zh-CN" sz="857">
                <a:solidFill>
                  <a:srgbClr val="777777"/>
                </a:solidFill>
                <a:ea typeface="宋体" panose="02010600030101010101" pitchFamily="2" charset="-122"/>
              </a:rPr>
              <a:pPr algn="r" defTabSz="461040" eaLnBrk="1" fontAlgn="base" hangingPunct="1">
                <a:spcBef>
                  <a:spcPct val="0"/>
                </a:spcBef>
                <a:spcAft>
                  <a:spcPct val="0"/>
                </a:spcAft>
              </a:pPr>
              <a:t>25</a:t>
            </a:fld>
            <a:endParaRPr lang="zh-CN" altLang="zh-CN" sz="857">
              <a:solidFill>
                <a:srgbClr val="777777"/>
              </a:solidFill>
              <a:ea typeface="宋体" panose="02010600030101010101" pitchFamily="2" charset="-122"/>
            </a:endParaRPr>
          </a:p>
        </p:txBody>
      </p:sp>
      <p:sp>
        <p:nvSpPr>
          <p:cNvPr id="40964" name="Rectangle 2">
            <a:extLst>
              <a:ext uri="{FF2B5EF4-FFF2-40B4-BE49-F238E27FC236}">
                <a16:creationId xmlns:a16="http://schemas.microsoft.com/office/drawing/2014/main" id="{1351E08A-83CF-7BB1-0B78-EA7C7A390DBE}"/>
              </a:ext>
            </a:extLst>
          </p:cNvPr>
          <p:cNvSpPr>
            <a:spLocks noGrp="1" noChangeArrowheads="1"/>
          </p:cNvSpPr>
          <p:nvPr>
            <p:ph type="title" idx="4294967295"/>
          </p:nvPr>
        </p:nvSpPr>
        <p:spPr>
          <a:xfrm>
            <a:off x="11205" y="191274"/>
            <a:ext cx="4610100" cy="348959"/>
          </a:xfrm>
        </p:spPr>
        <p:txBody>
          <a:bodyPr/>
          <a:lstStyle/>
          <a:p>
            <a:pPr eaLnBrk="1" hangingPunct="1">
              <a:lnSpc>
                <a:spcPct val="105000"/>
              </a:lnSpc>
            </a:pPr>
            <a:r>
              <a:rPr lang="zh-CN" altLang="zh-CN" sz="1815">
                <a:ea typeface="宋体" panose="02010600030101010101" pitchFamily="2" charset="-122"/>
              </a:rPr>
              <a:t>根据通货膨胀的影响校正经济变量：</a:t>
            </a:r>
            <a:br>
              <a:rPr lang="zh-CN" altLang="zh-CN" sz="1815">
                <a:ea typeface="宋体" panose="02010600030101010101" pitchFamily="2" charset="-122"/>
              </a:rPr>
            </a:br>
            <a:r>
              <a:rPr lang="zh-CN" altLang="zh-CN" sz="1815">
                <a:solidFill>
                  <a:srgbClr val="CC0000"/>
                </a:solidFill>
                <a:ea typeface="宋体" panose="02010600030101010101" pitchFamily="2" charset="-122"/>
              </a:rPr>
              <a:t>比较不同时期的美元数字</a:t>
            </a:r>
          </a:p>
        </p:txBody>
      </p:sp>
      <p:sp>
        <p:nvSpPr>
          <p:cNvPr id="40965" name="Rectangle 3">
            <a:extLst>
              <a:ext uri="{FF2B5EF4-FFF2-40B4-BE49-F238E27FC236}">
                <a16:creationId xmlns:a16="http://schemas.microsoft.com/office/drawing/2014/main" id="{FDD3F903-B957-2F69-1CDE-84C80F69E123}"/>
              </a:ext>
            </a:extLst>
          </p:cNvPr>
          <p:cNvSpPr>
            <a:spLocks noGrp="1" noChangeArrowheads="1"/>
          </p:cNvSpPr>
          <p:nvPr>
            <p:ph type="body" idx="4294967295"/>
          </p:nvPr>
        </p:nvSpPr>
        <p:spPr>
          <a:xfrm>
            <a:off x="188086" y="666691"/>
            <a:ext cx="4191509" cy="2566769"/>
          </a:xfrm>
        </p:spPr>
        <p:txBody>
          <a:bodyPr/>
          <a:lstStyle/>
          <a:p>
            <a:pPr eaLnBrk="1" hangingPunct="1"/>
            <a:r>
              <a:rPr lang="zh-CN" altLang="zh-CN" dirty="0">
                <a:ea typeface="宋体" panose="02010600030101010101" pitchFamily="2" charset="-122"/>
              </a:rPr>
              <a:t>通货膨胀使比较不同时期的美元数字变得更加困难 </a:t>
            </a:r>
          </a:p>
          <a:p>
            <a:pPr eaLnBrk="1" hangingPunct="1"/>
            <a:r>
              <a:rPr lang="zh-CN" altLang="zh-CN" dirty="0">
                <a:ea typeface="宋体" panose="02010600030101010101" pitchFamily="2" charset="-122"/>
              </a:rPr>
              <a:t>例如：最低工资</a:t>
            </a:r>
          </a:p>
          <a:p>
            <a:pPr lvl="1" eaLnBrk="1" hangingPunct="1">
              <a:lnSpc>
                <a:spcPct val="105000"/>
              </a:lnSpc>
              <a:spcBef>
                <a:spcPct val="20000"/>
              </a:spcBef>
            </a:pPr>
            <a:r>
              <a:rPr lang="zh-CN" altLang="zh-CN" sz="1311" dirty="0">
                <a:ea typeface="宋体" panose="02010600030101010101" pitchFamily="2" charset="-122"/>
              </a:rPr>
              <a:t>在1964.12是$1.15</a:t>
            </a:r>
          </a:p>
          <a:p>
            <a:pPr lvl="1" eaLnBrk="1" hangingPunct="1">
              <a:lnSpc>
                <a:spcPct val="105000"/>
              </a:lnSpc>
              <a:spcBef>
                <a:spcPct val="20000"/>
              </a:spcBef>
            </a:pPr>
            <a:r>
              <a:rPr lang="zh-CN" altLang="zh-CN" sz="1311" dirty="0">
                <a:ea typeface="宋体" panose="02010600030101010101" pitchFamily="2" charset="-122"/>
              </a:rPr>
              <a:t>在20</a:t>
            </a:r>
            <a:r>
              <a:rPr lang="en-US" altLang="zh-CN" sz="1311" dirty="0">
                <a:ea typeface="宋体" panose="02010600030101010101" pitchFamily="2" charset="-122"/>
              </a:rPr>
              <a:t>22</a:t>
            </a:r>
            <a:r>
              <a:rPr lang="zh-CN" altLang="zh-CN" sz="1311" dirty="0">
                <a:ea typeface="宋体" panose="02010600030101010101" pitchFamily="2" charset="-122"/>
              </a:rPr>
              <a:t>.12是$5.85</a:t>
            </a:r>
          </a:p>
          <a:p>
            <a:pPr eaLnBrk="1" hangingPunct="1"/>
            <a:r>
              <a:rPr lang="zh-CN" altLang="zh-CN" dirty="0">
                <a:ea typeface="宋体" panose="02010600030101010101" pitchFamily="2" charset="-122"/>
              </a:rPr>
              <a:t>最低工资在1964年12月还是在20</a:t>
            </a:r>
            <a:r>
              <a:rPr lang="en-US" altLang="zh-CN" dirty="0">
                <a:ea typeface="宋体" panose="02010600030101010101" pitchFamily="2" charset="-122"/>
              </a:rPr>
              <a:t>22</a:t>
            </a:r>
            <a:r>
              <a:rPr lang="zh-CN" altLang="zh-CN" dirty="0">
                <a:ea typeface="宋体" panose="02010600030101010101" pitchFamily="2" charset="-122"/>
              </a:rPr>
              <a:t>年12月有更强的购买力？ </a:t>
            </a:r>
          </a:p>
          <a:p>
            <a:pPr eaLnBrk="1" hangingPunct="1"/>
            <a:r>
              <a:rPr lang="zh-CN" altLang="zh-CN" dirty="0">
                <a:ea typeface="宋体" panose="02010600030101010101" pitchFamily="2" charset="-122"/>
              </a:rPr>
              <a:t>为了方便比较，我们用CPI把1964年的数字转换为“今天的美元”……</a:t>
            </a:r>
          </a:p>
        </p:txBody>
      </p:sp>
      <p:sp>
        <p:nvSpPr>
          <p:cNvPr id="40966" name="FlagCount" hidden="1">
            <a:hlinkClick r:id="rId2" action="ppaction://hlinkfile"/>
            <a:extLst>
              <a:ext uri="{FF2B5EF4-FFF2-40B4-BE49-F238E27FC236}">
                <a16:creationId xmlns:a16="http://schemas.microsoft.com/office/drawing/2014/main" id="{55AEF0F7-4D13-0208-AF9D-7D0155B4B269}"/>
              </a:ext>
            </a:extLst>
          </p:cNvPr>
          <p:cNvSpPr>
            <a:spLocks noChangeArrowheads="1"/>
          </p:cNvSpPr>
          <p:nvPr/>
        </p:nvSpPr>
        <p:spPr bwMode="auto">
          <a:xfrm>
            <a:off x="4161896" y="174466"/>
            <a:ext cx="192088" cy="160073"/>
          </a:xfrm>
          <a:prstGeom prst="wedgeRoundRectCallout">
            <a:avLst>
              <a:gd name="adj1" fmla="val -43750"/>
              <a:gd name="adj2" fmla="val 70000"/>
              <a:gd name="adj3" fmla="val 16667"/>
            </a:avLst>
          </a:prstGeom>
          <a:solidFill>
            <a:schemeClr val="accent1">
              <a:alpha val="25000"/>
            </a:schemeClr>
          </a:solidFill>
          <a:ln w="19050">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defTabSz="461040" eaLnBrk="1" fontAlgn="base" hangingPunct="1">
              <a:spcBef>
                <a:spcPct val="0"/>
              </a:spcBef>
              <a:spcAft>
                <a:spcPct val="0"/>
              </a:spcAft>
            </a:pPr>
            <a:r>
              <a:rPr lang="en-US" altLang="zh-CN" sz="706" b="1">
                <a:solidFill>
                  <a:srgbClr val="000000"/>
                </a:solidFill>
                <a:latin typeface="Tahoma" panose="020B0604030504040204" pitchFamily="34" charset="0"/>
                <a:ea typeface="宋体" panose="02010600030101010101" pitchFamily="2" charset="-122"/>
              </a:rPr>
              <a:t>0</a:t>
            </a:r>
          </a:p>
        </p:txBody>
      </p:sp>
    </p:spTree>
  </p:cSld>
  <p:clrMapOvr>
    <a:masterClrMapping/>
  </p:clrMapOvr>
  <p:transition>
    <p:wipe dir="r"/>
  </p:transition>
</p:sld>
</file>

<file path=ppt/slides/slide2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1986" name="页脚占位符 1">
            <a:extLst>
              <a:ext uri="{FF2B5EF4-FFF2-40B4-BE49-F238E27FC236}">
                <a16:creationId xmlns:a16="http://schemas.microsoft.com/office/drawing/2014/main" id="{3017726B-2298-5B08-9229-C2C37CA7CDEB}"/>
              </a:ext>
            </a:extLst>
          </p:cNvPr>
          <p:cNvSpPr txBox="1">
            <a:spLocks noGrp="1" noChangeArrowheads="1"/>
          </p:cNvSpPr>
          <p:nvPr/>
        </p:nvSpPr>
        <p:spPr bwMode="auto">
          <a:xfrm>
            <a:off x="144066" y="3224656"/>
            <a:ext cx="3698485" cy="1848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1040" eaLnBrk="1" fontAlgn="base" hangingPunct="1">
              <a:spcBef>
                <a:spcPct val="0"/>
              </a:spcBef>
              <a:spcAft>
                <a:spcPct val="0"/>
              </a:spcAft>
            </a:pPr>
            <a:r>
              <a:rPr lang="zh-CN" altLang="en-US" sz="908" i="1" dirty="0">
                <a:solidFill>
                  <a:srgbClr val="777777"/>
                </a:solidFill>
                <a:ea typeface="宋体" panose="02010600030101010101" pitchFamily="2" charset="-122"/>
              </a:rPr>
              <a:t>价格水平及其衡量</a:t>
            </a:r>
            <a:endParaRPr lang="en-US" altLang="zh-CN" sz="908" i="1" dirty="0">
              <a:solidFill>
                <a:srgbClr val="777777"/>
              </a:solidFill>
              <a:ea typeface="宋体" panose="02010600030101010101" pitchFamily="2" charset="-122"/>
            </a:endParaRPr>
          </a:p>
        </p:txBody>
      </p:sp>
      <p:sp>
        <p:nvSpPr>
          <p:cNvPr id="41987" name="灯片编号占位符 2">
            <a:extLst>
              <a:ext uri="{FF2B5EF4-FFF2-40B4-BE49-F238E27FC236}">
                <a16:creationId xmlns:a16="http://schemas.microsoft.com/office/drawing/2014/main" id="{A4563527-7CCD-44C8-13C9-1E66361E6ED3}"/>
              </a:ext>
            </a:extLst>
          </p:cNvPr>
          <p:cNvSpPr txBox="1">
            <a:spLocks noGrp="1" noChangeArrowheads="1"/>
          </p:cNvSpPr>
          <p:nvPr/>
        </p:nvSpPr>
        <p:spPr bwMode="auto">
          <a:xfrm>
            <a:off x="4185907" y="3215851"/>
            <a:ext cx="344957" cy="1856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defTabSz="461040" eaLnBrk="1" fontAlgn="base" hangingPunct="1">
              <a:spcBef>
                <a:spcPct val="0"/>
              </a:spcBef>
              <a:spcAft>
                <a:spcPct val="0"/>
              </a:spcAft>
            </a:pPr>
            <a:fld id="{787730FF-204B-9240-917F-E8A169EC4256}" type="slidenum">
              <a:rPr lang="zh-CN" altLang="zh-CN" sz="857">
                <a:solidFill>
                  <a:srgbClr val="777777"/>
                </a:solidFill>
                <a:ea typeface="宋体" panose="02010600030101010101" pitchFamily="2" charset="-122"/>
              </a:rPr>
              <a:pPr algn="r" defTabSz="461040" eaLnBrk="1" fontAlgn="base" hangingPunct="1">
                <a:spcBef>
                  <a:spcPct val="0"/>
                </a:spcBef>
                <a:spcAft>
                  <a:spcPct val="0"/>
                </a:spcAft>
              </a:pPr>
              <a:t>26</a:t>
            </a:fld>
            <a:endParaRPr lang="zh-CN" altLang="zh-CN" sz="857">
              <a:solidFill>
                <a:srgbClr val="777777"/>
              </a:solidFill>
              <a:ea typeface="宋体" panose="02010600030101010101" pitchFamily="2" charset="-122"/>
            </a:endParaRPr>
          </a:p>
        </p:txBody>
      </p:sp>
      <p:sp>
        <p:nvSpPr>
          <p:cNvPr id="41988" name="Rectangle 3">
            <a:extLst>
              <a:ext uri="{FF2B5EF4-FFF2-40B4-BE49-F238E27FC236}">
                <a16:creationId xmlns:a16="http://schemas.microsoft.com/office/drawing/2014/main" id="{1A749503-F553-8B35-B762-DD2287A9EC6D}"/>
              </a:ext>
            </a:extLst>
          </p:cNvPr>
          <p:cNvSpPr>
            <a:spLocks noGrp="1" noChangeArrowheads="1"/>
          </p:cNvSpPr>
          <p:nvPr>
            <p:ph type="body" idx="4294967295"/>
          </p:nvPr>
        </p:nvSpPr>
        <p:spPr>
          <a:xfrm>
            <a:off x="199291" y="1411830"/>
            <a:ext cx="4191509" cy="1050879"/>
          </a:xfrm>
        </p:spPr>
        <p:txBody>
          <a:bodyPr/>
          <a:lstStyle/>
          <a:p>
            <a:pPr eaLnBrk="1" hangingPunct="1">
              <a:spcBef>
                <a:spcPct val="20000"/>
              </a:spcBef>
            </a:pPr>
            <a:r>
              <a:rPr lang="zh-CN" altLang="zh-CN" sz="1311" dirty="0">
                <a:ea typeface="宋体" panose="02010600030101010101" pitchFamily="2" charset="-122"/>
              </a:rPr>
              <a:t>在我们的例子中, </a:t>
            </a:r>
          </a:p>
          <a:p>
            <a:pPr lvl="1" eaLnBrk="1" hangingPunct="1">
              <a:lnSpc>
                <a:spcPct val="105000"/>
              </a:lnSpc>
              <a:spcBef>
                <a:spcPct val="20000"/>
              </a:spcBef>
            </a:pPr>
            <a:r>
              <a:rPr lang="zh-CN" altLang="zh-CN" sz="1311" b="1" dirty="0">
                <a:ea typeface="宋体" panose="02010600030101010101" pitchFamily="2" charset="-122"/>
              </a:rPr>
              <a:t>T年</a:t>
            </a:r>
            <a:r>
              <a:rPr lang="zh-CN" altLang="zh-CN" sz="1311" dirty="0">
                <a:ea typeface="宋体" panose="02010600030101010101" pitchFamily="2" charset="-122"/>
              </a:rPr>
              <a:t> = 12/1964,  “今天” = 12/</a:t>
            </a:r>
            <a:r>
              <a:rPr lang="en-US" altLang="zh-CN" sz="1311" dirty="0">
                <a:ea typeface="宋体" panose="02010600030101010101" pitchFamily="2" charset="-122"/>
              </a:rPr>
              <a:t>2022</a:t>
            </a:r>
            <a:endParaRPr lang="zh-CN" altLang="zh-CN" sz="1311" dirty="0">
              <a:ea typeface="宋体" panose="02010600030101010101" pitchFamily="2" charset="-122"/>
            </a:endParaRPr>
          </a:p>
          <a:p>
            <a:pPr lvl="1" eaLnBrk="1" hangingPunct="1">
              <a:lnSpc>
                <a:spcPct val="105000"/>
              </a:lnSpc>
              <a:spcBef>
                <a:spcPct val="20000"/>
              </a:spcBef>
            </a:pPr>
            <a:r>
              <a:rPr lang="zh-CN" altLang="zh-CN" sz="1311" dirty="0">
                <a:ea typeface="宋体" panose="02010600030101010101" pitchFamily="2" charset="-122"/>
              </a:rPr>
              <a:t>最低工资 = $1.15 (</a:t>
            </a:r>
            <a:r>
              <a:rPr lang="zh-CN" altLang="zh-CN" sz="1311" b="1" dirty="0">
                <a:ea typeface="宋体" panose="02010600030101010101" pitchFamily="2" charset="-122"/>
              </a:rPr>
              <a:t>T</a:t>
            </a:r>
            <a:r>
              <a:rPr lang="zh-CN" altLang="zh-CN" sz="1311" dirty="0">
                <a:ea typeface="宋体" panose="02010600030101010101" pitchFamily="2" charset="-122"/>
              </a:rPr>
              <a:t>年)</a:t>
            </a:r>
          </a:p>
          <a:p>
            <a:pPr lvl="1" eaLnBrk="1" hangingPunct="1">
              <a:lnSpc>
                <a:spcPct val="105000"/>
              </a:lnSpc>
              <a:spcBef>
                <a:spcPct val="20000"/>
              </a:spcBef>
            </a:pPr>
            <a:r>
              <a:rPr lang="zh-CN" altLang="zh-CN" sz="1311" dirty="0">
                <a:ea typeface="宋体" panose="02010600030101010101" pitchFamily="2" charset="-122"/>
              </a:rPr>
              <a:t>CPI = 31.3(</a:t>
            </a:r>
            <a:r>
              <a:rPr lang="zh-CN" altLang="zh-CN" sz="1311" b="1" dirty="0">
                <a:ea typeface="宋体" panose="02010600030101010101" pitchFamily="2" charset="-122"/>
              </a:rPr>
              <a:t>T</a:t>
            </a:r>
            <a:r>
              <a:rPr lang="zh-CN" altLang="zh-CN" sz="1311" dirty="0">
                <a:ea typeface="宋体" panose="02010600030101010101" pitchFamily="2" charset="-122"/>
              </a:rPr>
              <a:t>年), CPI = 211.7(今天)</a:t>
            </a:r>
          </a:p>
        </p:txBody>
      </p:sp>
      <p:sp>
        <p:nvSpPr>
          <p:cNvPr id="41989" name="Rectangle 14">
            <a:extLst>
              <a:ext uri="{FF2B5EF4-FFF2-40B4-BE49-F238E27FC236}">
                <a16:creationId xmlns:a16="http://schemas.microsoft.com/office/drawing/2014/main" id="{CB189EE5-3BCD-5DB6-0D7B-44E968109EEB}"/>
              </a:ext>
            </a:extLst>
          </p:cNvPr>
          <p:cNvSpPr>
            <a:spLocks noChangeArrowheads="1"/>
          </p:cNvSpPr>
          <p:nvPr/>
        </p:nvSpPr>
        <p:spPr bwMode="auto">
          <a:xfrm>
            <a:off x="353761" y="704308"/>
            <a:ext cx="3891373" cy="629087"/>
          </a:xfrm>
          <a:prstGeom prst="rect">
            <a:avLst/>
          </a:prstGeom>
          <a:solidFill>
            <a:srgbClr val="FFCCCC"/>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1040" eaLnBrk="1" fontAlgn="base" hangingPunct="1">
              <a:spcBef>
                <a:spcPct val="0"/>
              </a:spcBef>
              <a:spcAft>
                <a:spcPct val="0"/>
              </a:spcAft>
            </a:pPr>
            <a:endParaRPr lang="zh-CN" altLang="zh-CN" sz="908">
              <a:solidFill>
                <a:srgbClr val="000000"/>
              </a:solidFill>
              <a:ea typeface="宋体" panose="02010600030101010101" pitchFamily="2" charset="-122"/>
            </a:endParaRPr>
          </a:p>
        </p:txBody>
      </p:sp>
      <p:sp>
        <p:nvSpPr>
          <p:cNvPr id="41990" name="Rectangle 2">
            <a:extLst>
              <a:ext uri="{FF2B5EF4-FFF2-40B4-BE49-F238E27FC236}">
                <a16:creationId xmlns:a16="http://schemas.microsoft.com/office/drawing/2014/main" id="{B92AB747-BE83-0DF4-2058-4B87C00C9428}"/>
              </a:ext>
            </a:extLst>
          </p:cNvPr>
          <p:cNvSpPr>
            <a:spLocks noGrp="1" noChangeArrowheads="1"/>
          </p:cNvSpPr>
          <p:nvPr>
            <p:ph type="title" idx="4294967295"/>
          </p:nvPr>
        </p:nvSpPr>
        <p:spPr>
          <a:xfrm>
            <a:off x="11205" y="191274"/>
            <a:ext cx="4610100" cy="348959"/>
          </a:xfrm>
        </p:spPr>
        <p:txBody>
          <a:bodyPr/>
          <a:lstStyle/>
          <a:p>
            <a:pPr eaLnBrk="1" hangingPunct="1">
              <a:lnSpc>
                <a:spcPct val="105000"/>
              </a:lnSpc>
            </a:pPr>
            <a:r>
              <a:rPr lang="zh-CN" altLang="zh-CN" sz="1815">
                <a:ea typeface="宋体" panose="02010600030101010101" pitchFamily="2" charset="-122"/>
              </a:rPr>
              <a:t>根据通货膨胀的影响校正经济变量：</a:t>
            </a:r>
            <a:br>
              <a:rPr lang="zh-CN" altLang="zh-CN" sz="1815">
                <a:ea typeface="宋体" panose="02010600030101010101" pitchFamily="2" charset="-122"/>
              </a:rPr>
            </a:br>
            <a:r>
              <a:rPr lang="zh-CN" altLang="zh-CN" sz="1815">
                <a:solidFill>
                  <a:srgbClr val="CC0000"/>
                </a:solidFill>
                <a:ea typeface="宋体" panose="02010600030101010101" pitchFamily="2" charset="-122"/>
              </a:rPr>
              <a:t>比较不同时期的美元数字</a:t>
            </a:r>
          </a:p>
        </p:txBody>
      </p:sp>
      <p:sp>
        <p:nvSpPr>
          <p:cNvPr id="41991" name="FlagCount" hidden="1">
            <a:hlinkClick r:id="rId3" action="ppaction://hlinkfile"/>
            <a:extLst>
              <a:ext uri="{FF2B5EF4-FFF2-40B4-BE49-F238E27FC236}">
                <a16:creationId xmlns:a16="http://schemas.microsoft.com/office/drawing/2014/main" id="{C0FFE372-64A9-407D-BA3B-0797937010D7}"/>
              </a:ext>
            </a:extLst>
          </p:cNvPr>
          <p:cNvSpPr>
            <a:spLocks noChangeArrowheads="1"/>
          </p:cNvSpPr>
          <p:nvPr/>
        </p:nvSpPr>
        <p:spPr bwMode="auto">
          <a:xfrm>
            <a:off x="4161896" y="174466"/>
            <a:ext cx="192088" cy="160073"/>
          </a:xfrm>
          <a:prstGeom prst="wedgeRoundRectCallout">
            <a:avLst>
              <a:gd name="adj1" fmla="val -43750"/>
              <a:gd name="adj2" fmla="val 70000"/>
              <a:gd name="adj3" fmla="val 16667"/>
            </a:avLst>
          </a:prstGeom>
          <a:solidFill>
            <a:schemeClr val="accent1">
              <a:alpha val="25000"/>
            </a:schemeClr>
          </a:solidFill>
          <a:ln w="19050">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defTabSz="461040" eaLnBrk="1" fontAlgn="base" hangingPunct="1">
              <a:spcBef>
                <a:spcPct val="0"/>
              </a:spcBef>
              <a:spcAft>
                <a:spcPct val="0"/>
              </a:spcAft>
            </a:pPr>
            <a:r>
              <a:rPr lang="en-US" altLang="zh-CN" sz="706" b="1">
                <a:solidFill>
                  <a:srgbClr val="000000"/>
                </a:solidFill>
                <a:latin typeface="Tahoma" panose="020B0604030504040204" pitchFamily="34" charset="0"/>
                <a:ea typeface="宋体" panose="02010600030101010101" pitchFamily="2" charset="-122"/>
              </a:rPr>
              <a:t>0</a:t>
            </a:r>
          </a:p>
        </p:txBody>
      </p:sp>
      <p:sp>
        <p:nvSpPr>
          <p:cNvPr id="41992" name="FlagCount" hidden="1">
            <a:hlinkClick r:id="rId4"/>
            <a:extLst>
              <a:ext uri="{FF2B5EF4-FFF2-40B4-BE49-F238E27FC236}">
                <a16:creationId xmlns:a16="http://schemas.microsoft.com/office/drawing/2014/main" id="{09159E6A-87D8-EFD3-5345-335A188F9C78}"/>
              </a:ext>
            </a:extLst>
          </p:cNvPr>
          <p:cNvSpPr>
            <a:spLocks noChangeArrowheads="1"/>
          </p:cNvSpPr>
          <p:nvPr/>
        </p:nvSpPr>
        <p:spPr bwMode="auto">
          <a:xfrm>
            <a:off x="4418012" y="1291775"/>
            <a:ext cx="192088" cy="160073"/>
          </a:xfrm>
          <a:prstGeom prst="wedgeRoundRectCallout">
            <a:avLst>
              <a:gd name="adj1" fmla="val -177083"/>
              <a:gd name="adj2" fmla="val -656000"/>
              <a:gd name="adj3" fmla="val 16667"/>
            </a:avLst>
          </a:prstGeom>
          <a:solidFill>
            <a:schemeClr val="accent1">
              <a:alpha val="25000"/>
            </a:schemeClr>
          </a:solidFill>
          <a:ln w="19050">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defTabSz="461040" eaLnBrk="1" fontAlgn="base" hangingPunct="1">
              <a:spcBef>
                <a:spcPct val="0"/>
              </a:spcBef>
              <a:spcAft>
                <a:spcPct val="0"/>
              </a:spcAft>
            </a:pPr>
            <a:r>
              <a:rPr lang="en-US" altLang="zh-CN" sz="706" b="1">
                <a:solidFill>
                  <a:srgbClr val="000000"/>
                </a:solidFill>
                <a:latin typeface="Tahoma" panose="020B0604030504040204" pitchFamily="34" charset="0"/>
                <a:ea typeface="宋体" panose="02010600030101010101" pitchFamily="2" charset="-122"/>
              </a:rPr>
              <a:t>0</a:t>
            </a:r>
          </a:p>
        </p:txBody>
      </p:sp>
      <p:sp>
        <p:nvSpPr>
          <p:cNvPr id="41993" name="Text Box 6">
            <a:extLst>
              <a:ext uri="{FF2B5EF4-FFF2-40B4-BE49-F238E27FC236}">
                <a16:creationId xmlns:a16="http://schemas.microsoft.com/office/drawing/2014/main" id="{295DB37F-5FBC-1D9E-E73A-D3832E844824}"/>
              </a:ext>
            </a:extLst>
          </p:cNvPr>
          <p:cNvSpPr txBox="1">
            <a:spLocks noChangeArrowheads="1"/>
          </p:cNvSpPr>
          <p:nvPr/>
        </p:nvSpPr>
        <p:spPr bwMode="auto">
          <a:xfrm>
            <a:off x="502629" y="837707"/>
            <a:ext cx="706722" cy="3686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nchorCtr="1">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defTabSz="461040" eaLnBrk="1" fontAlgn="base" hangingPunct="1">
              <a:lnSpc>
                <a:spcPct val="95000"/>
              </a:lnSpc>
              <a:spcBef>
                <a:spcPct val="50000"/>
              </a:spcBef>
              <a:spcAft>
                <a:spcPct val="0"/>
              </a:spcAft>
            </a:pPr>
            <a:r>
              <a:rPr lang="zh-CN" altLang="zh-CN" sz="1261">
                <a:solidFill>
                  <a:srgbClr val="000000"/>
                </a:solidFill>
                <a:ea typeface="宋体" panose="02010600030101010101" pitchFamily="2" charset="-122"/>
              </a:rPr>
              <a:t>今天美元的数量</a:t>
            </a:r>
          </a:p>
        </p:txBody>
      </p:sp>
      <p:sp>
        <p:nvSpPr>
          <p:cNvPr id="41994" name="Text Box 7">
            <a:extLst>
              <a:ext uri="{FF2B5EF4-FFF2-40B4-BE49-F238E27FC236}">
                <a16:creationId xmlns:a16="http://schemas.microsoft.com/office/drawing/2014/main" id="{0DC834F7-6564-84E8-AA92-06A82D20DA35}"/>
              </a:ext>
            </a:extLst>
          </p:cNvPr>
          <p:cNvSpPr txBox="1">
            <a:spLocks noChangeArrowheads="1"/>
          </p:cNvSpPr>
          <p:nvPr/>
        </p:nvSpPr>
        <p:spPr bwMode="auto">
          <a:xfrm>
            <a:off x="1581521" y="834506"/>
            <a:ext cx="738737" cy="36869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nchorCtr="1">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defTabSz="461040" eaLnBrk="1" fontAlgn="base" hangingPunct="1">
              <a:lnSpc>
                <a:spcPct val="95000"/>
              </a:lnSpc>
              <a:spcBef>
                <a:spcPct val="50000"/>
              </a:spcBef>
              <a:spcAft>
                <a:spcPct val="0"/>
              </a:spcAft>
            </a:pPr>
            <a:r>
              <a:rPr lang="zh-CN" altLang="zh-CN" sz="1261" b="1" i="1">
                <a:solidFill>
                  <a:srgbClr val="000000"/>
                </a:solidFill>
                <a:ea typeface="宋体" panose="02010600030101010101" pitchFamily="2" charset="-122"/>
              </a:rPr>
              <a:t>T</a:t>
            </a:r>
            <a:r>
              <a:rPr lang="zh-CN" altLang="zh-CN" sz="1261">
                <a:solidFill>
                  <a:srgbClr val="000000"/>
                </a:solidFill>
                <a:ea typeface="宋体" panose="02010600030101010101" pitchFamily="2" charset="-122"/>
              </a:rPr>
              <a:t> 年美元的数量</a:t>
            </a:r>
          </a:p>
        </p:txBody>
      </p:sp>
      <p:grpSp>
        <p:nvGrpSpPr>
          <p:cNvPr id="41995" name="Group 11">
            <a:extLst>
              <a:ext uri="{FF2B5EF4-FFF2-40B4-BE49-F238E27FC236}">
                <a16:creationId xmlns:a16="http://schemas.microsoft.com/office/drawing/2014/main" id="{7EECD4C1-D3BF-971E-17B5-7FFADECEFDBE}"/>
              </a:ext>
            </a:extLst>
          </p:cNvPr>
          <p:cNvGrpSpPr>
            <a:grpSpLocks/>
          </p:cNvGrpSpPr>
          <p:nvPr/>
        </p:nvGrpSpPr>
        <p:grpSpPr bwMode="auto">
          <a:xfrm>
            <a:off x="2710035" y="784344"/>
            <a:ext cx="1444658" cy="477018"/>
            <a:chOff x="0" y="-1"/>
            <a:chExt cx="1805" cy="596"/>
          </a:xfrm>
        </p:grpSpPr>
        <p:sp>
          <p:nvSpPr>
            <p:cNvPr id="41996" name="Text Box 9">
              <a:extLst>
                <a:ext uri="{FF2B5EF4-FFF2-40B4-BE49-F238E27FC236}">
                  <a16:creationId xmlns:a16="http://schemas.microsoft.com/office/drawing/2014/main" id="{26D56CB6-E59D-04C6-4268-69A21EA3E408}"/>
                </a:ext>
              </a:extLst>
            </p:cNvPr>
            <p:cNvSpPr txBox="1">
              <a:spLocks noChangeArrowheads="1"/>
            </p:cNvSpPr>
            <p:nvPr/>
          </p:nvSpPr>
          <p:spPr bwMode="auto">
            <a:xfrm>
              <a:off x="27" y="-1"/>
              <a:ext cx="1737" cy="2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nchorCtr="1">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defTabSz="461040" eaLnBrk="1" fontAlgn="base" hangingPunct="1">
                <a:spcBef>
                  <a:spcPct val="50000"/>
                </a:spcBef>
                <a:spcAft>
                  <a:spcPct val="0"/>
                </a:spcAft>
              </a:pPr>
              <a:r>
                <a:rPr lang="zh-CN" altLang="zh-CN" sz="1261">
                  <a:solidFill>
                    <a:srgbClr val="000000"/>
                  </a:solidFill>
                  <a:ea typeface="宋体" panose="02010600030101010101" pitchFamily="2" charset="-122"/>
                </a:rPr>
                <a:t>今天的物价水平</a:t>
              </a:r>
            </a:p>
          </p:txBody>
        </p:sp>
        <p:sp>
          <p:nvSpPr>
            <p:cNvPr id="41997" name="Text Box 10">
              <a:extLst>
                <a:ext uri="{FF2B5EF4-FFF2-40B4-BE49-F238E27FC236}">
                  <a16:creationId xmlns:a16="http://schemas.microsoft.com/office/drawing/2014/main" id="{6A92DC20-EC72-5D37-3A36-D69654ABBEB5}"/>
                </a:ext>
              </a:extLst>
            </p:cNvPr>
            <p:cNvSpPr txBox="1">
              <a:spLocks noChangeArrowheads="1"/>
            </p:cNvSpPr>
            <p:nvPr/>
          </p:nvSpPr>
          <p:spPr bwMode="auto">
            <a:xfrm>
              <a:off x="0" y="353"/>
              <a:ext cx="1805" cy="2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nchorCtr="1">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defTabSz="461040" eaLnBrk="1" fontAlgn="base" hangingPunct="1">
                <a:spcBef>
                  <a:spcPct val="50000"/>
                </a:spcBef>
                <a:spcAft>
                  <a:spcPct val="0"/>
                </a:spcAft>
              </a:pPr>
              <a:r>
                <a:rPr lang="zh-CN" altLang="zh-CN" sz="1261" b="1" i="1">
                  <a:solidFill>
                    <a:srgbClr val="000000"/>
                  </a:solidFill>
                  <a:ea typeface="宋体" panose="02010600030101010101" pitchFamily="2" charset="-122"/>
                </a:rPr>
                <a:t>T</a:t>
              </a:r>
              <a:r>
                <a:rPr lang="zh-CN" altLang="zh-CN" sz="1261">
                  <a:solidFill>
                    <a:srgbClr val="000000"/>
                  </a:solidFill>
                  <a:ea typeface="宋体" panose="02010600030101010101" pitchFamily="2" charset="-122"/>
                </a:rPr>
                <a:t>年的物价水平</a:t>
              </a:r>
            </a:p>
          </p:txBody>
        </p:sp>
        <p:sp>
          <p:nvSpPr>
            <p:cNvPr id="41998" name="Line 11">
              <a:extLst>
                <a:ext uri="{FF2B5EF4-FFF2-40B4-BE49-F238E27FC236}">
                  <a16:creationId xmlns:a16="http://schemas.microsoft.com/office/drawing/2014/main" id="{E99B2E6D-1E41-A6FE-9BE4-FB76AC8B4E01}"/>
                </a:ext>
              </a:extLst>
            </p:cNvPr>
            <p:cNvSpPr>
              <a:spLocks noChangeShapeType="1"/>
            </p:cNvSpPr>
            <p:nvPr/>
          </p:nvSpPr>
          <p:spPr bwMode="auto">
            <a:xfrm>
              <a:off x="9" y="301"/>
              <a:ext cx="1786"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defTabSz="461040" fontAlgn="base">
                <a:spcBef>
                  <a:spcPct val="0"/>
                </a:spcBef>
                <a:spcAft>
                  <a:spcPct val="0"/>
                </a:spcAft>
              </a:pPr>
              <a:endParaRPr lang="zh-CN" altLang="en-US" sz="908">
                <a:solidFill>
                  <a:srgbClr val="000000"/>
                </a:solidFill>
                <a:latin typeface="Arial" panose="020B0604020202020204" pitchFamily="34" charset="0"/>
              </a:endParaRPr>
            </a:p>
          </p:txBody>
        </p:sp>
      </p:grpSp>
      <p:sp>
        <p:nvSpPr>
          <p:cNvPr id="41999" name="Text Box 12">
            <a:extLst>
              <a:ext uri="{FF2B5EF4-FFF2-40B4-BE49-F238E27FC236}">
                <a16:creationId xmlns:a16="http://schemas.microsoft.com/office/drawing/2014/main" id="{70D277BC-E013-2709-3F10-65A5B120A155}"/>
              </a:ext>
            </a:extLst>
          </p:cNvPr>
          <p:cNvSpPr txBox="1">
            <a:spLocks noChangeArrowheads="1"/>
          </p:cNvSpPr>
          <p:nvPr/>
        </p:nvSpPr>
        <p:spPr bwMode="auto">
          <a:xfrm>
            <a:off x="1302993" y="921038"/>
            <a:ext cx="172879" cy="1940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nchorCtr="1">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1040" eaLnBrk="1" fontAlgn="base" hangingPunct="1">
              <a:spcBef>
                <a:spcPct val="50000"/>
              </a:spcBef>
              <a:spcAft>
                <a:spcPct val="0"/>
              </a:spcAft>
            </a:pPr>
            <a:r>
              <a:rPr lang="en-US" altLang="zh-CN" sz="1261">
                <a:solidFill>
                  <a:srgbClr val="000000"/>
                </a:solidFill>
                <a:ea typeface="宋体" panose="02010600030101010101" pitchFamily="2" charset="-122"/>
              </a:rPr>
              <a:t>=</a:t>
            </a:r>
          </a:p>
        </p:txBody>
      </p:sp>
      <p:sp>
        <p:nvSpPr>
          <p:cNvPr id="42000" name="Text Box 13">
            <a:extLst>
              <a:ext uri="{FF2B5EF4-FFF2-40B4-BE49-F238E27FC236}">
                <a16:creationId xmlns:a16="http://schemas.microsoft.com/office/drawing/2014/main" id="{E9B9CFFE-B0D5-EFF6-BE14-725FD5E9194D}"/>
              </a:ext>
            </a:extLst>
          </p:cNvPr>
          <p:cNvSpPr txBox="1">
            <a:spLocks noChangeArrowheads="1"/>
          </p:cNvSpPr>
          <p:nvPr/>
        </p:nvSpPr>
        <p:spPr bwMode="auto">
          <a:xfrm>
            <a:off x="2429907" y="908232"/>
            <a:ext cx="172879" cy="1940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nchorCtr="1">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1040" eaLnBrk="1" fontAlgn="base" hangingPunct="1">
              <a:spcBef>
                <a:spcPct val="50000"/>
              </a:spcBef>
              <a:spcAft>
                <a:spcPct val="0"/>
              </a:spcAft>
            </a:pPr>
            <a:r>
              <a:rPr lang="en-US" altLang="zh-CN" sz="1261">
                <a:solidFill>
                  <a:srgbClr val="000000"/>
                </a:solidFill>
                <a:ea typeface="宋体" panose="02010600030101010101" pitchFamily="2" charset="-122"/>
              </a:rPr>
              <a:t>x</a:t>
            </a:r>
          </a:p>
        </p:txBody>
      </p:sp>
      <p:sp>
        <p:nvSpPr>
          <p:cNvPr id="42001" name="Text Box 15">
            <a:extLst>
              <a:ext uri="{FF2B5EF4-FFF2-40B4-BE49-F238E27FC236}">
                <a16:creationId xmlns:a16="http://schemas.microsoft.com/office/drawing/2014/main" id="{5EE5D814-78F1-7C80-A088-6E195867FFCA}"/>
              </a:ext>
            </a:extLst>
          </p:cNvPr>
          <p:cNvSpPr txBox="1">
            <a:spLocks noChangeArrowheads="1"/>
          </p:cNvSpPr>
          <p:nvPr/>
        </p:nvSpPr>
        <p:spPr bwMode="auto">
          <a:xfrm>
            <a:off x="2218611" y="2646556"/>
            <a:ext cx="515435" cy="1989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nchorCtr="1">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defTabSz="461040" eaLnBrk="1" fontAlgn="base" hangingPunct="1">
              <a:lnSpc>
                <a:spcPct val="95000"/>
              </a:lnSpc>
              <a:spcBef>
                <a:spcPct val="50000"/>
              </a:spcBef>
              <a:spcAft>
                <a:spcPct val="0"/>
              </a:spcAft>
            </a:pPr>
            <a:r>
              <a:rPr lang="en-US" altLang="zh-CN" sz="1361">
                <a:solidFill>
                  <a:srgbClr val="FF0000"/>
                </a:solidFill>
                <a:ea typeface="宋体" panose="02010600030101010101" pitchFamily="2" charset="-122"/>
              </a:rPr>
              <a:t>$7.78</a:t>
            </a:r>
          </a:p>
        </p:txBody>
      </p:sp>
      <p:sp>
        <p:nvSpPr>
          <p:cNvPr id="42002" name="Text Box 16">
            <a:extLst>
              <a:ext uri="{FF2B5EF4-FFF2-40B4-BE49-F238E27FC236}">
                <a16:creationId xmlns:a16="http://schemas.microsoft.com/office/drawing/2014/main" id="{7833485B-DAD1-1F3C-818A-012B29531BA8}"/>
              </a:ext>
            </a:extLst>
          </p:cNvPr>
          <p:cNvSpPr txBox="1">
            <a:spLocks noChangeArrowheads="1"/>
          </p:cNvSpPr>
          <p:nvPr/>
        </p:nvSpPr>
        <p:spPr bwMode="auto">
          <a:xfrm>
            <a:off x="2986161" y="2637752"/>
            <a:ext cx="439400" cy="1989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nchorCtr="1">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defTabSz="461040" eaLnBrk="1" fontAlgn="base" hangingPunct="1">
              <a:lnSpc>
                <a:spcPct val="95000"/>
              </a:lnSpc>
              <a:spcBef>
                <a:spcPct val="50000"/>
              </a:spcBef>
              <a:spcAft>
                <a:spcPct val="0"/>
              </a:spcAft>
            </a:pPr>
            <a:r>
              <a:rPr lang="en-US" altLang="zh-CN" sz="1361">
                <a:solidFill>
                  <a:srgbClr val="000000"/>
                </a:solidFill>
                <a:ea typeface="宋体" panose="02010600030101010101" pitchFamily="2" charset="-122"/>
              </a:rPr>
              <a:t>$1.15</a:t>
            </a:r>
          </a:p>
        </p:txBody>
      </p:sp>
      <p:grpSp>
        <p:nvGrpSpPr>
          <p:cNvPr id="42003" name="Group 19">
            <a:extLst>
              <a:ext uri="{FF2B5EF4-FFF2-40B4-BE49-F238E27FC236}">
                <a16:creationId xmlns:a16="http://schemas.microsoft.com/office/drawing/2014/main" id="{C9A219A3-CE1A-E85E-8C9F-500B75171A51}"/>
              </a:ext>
            </a:extLst>
          </p:cNvPr>
          <p:cNvGrpSpPr>
            <a:grpSpLocks/>
          </p:cNvGrpSpPr>
          <p:nvPr/>
        </p:nvGrpSpPr>
        <p:grpSpPr bwMode="auto">
          <a:xfrm>
            <a:off x="3656866" y="2524728"/>
            <a:ext cx="450605" cy="422005"/>
            <a:chOff x="0" y="-2"/>
            <a:chExt cx="1805" cy="698"/>
          </a:xfrm>
        </p:grpSpPr>
        <p:sp>
          <p:nvSpPr>
            <p:cNvPr id="42004" name="Text Box 18">
              <a:extLst>
                <a:ext uri="{FF2B5EF4-FFF2-40B4-BE49-F238E27FC236}">
                  <a16:creationId xmlns:a16="http://schemas.microsoft.com/office/drawing/2014/main" id="{918BDA04-7B59-A555-D5E9-4903D824BC5F}"/>
                </a:ext>
              </a:extLst>
            </p:cNvPr>
            <p:cNvSpPr txBox="1">
              <a:spLocks noChangeArrowheads="1"/>
            </p:cNvSpPr>
            <p:nvPr/>
          </p:nvSpPr>
          <p:spPr bwMode="auto">
            <a:xfrm>
              <a:off x="26" y="-2"/>
              <a:ext cx="1737" cy="3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nchorCtr="1">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defTabSz="461040" eaLnBrk="1" fontAlgn="base" hangingPunct="1">
                <a:spcBef>
                  <a:spcPct val="50000"/>
                </a:spcBef>
                <a:spcAft>
                  <a:spcPct val="0"/>
                </a:spcAft>
              </a:pPr>
              <a:r>
                <a:rPr lang="en-US" altLang="zh-CN" sz="1361">
                  <a:solidFill>
                    <a:srgbClr val="000000"/>
                  </a:solidFill>
                  <a:ea typeface="宋体" panose="02010600030101010101" pitchFamily="2" charset="-122"/>
                </a:rPr>
                <a:t>211.7</a:t>
              </a:r>
            </a:p>
          </p:txBody>
        </p:sp>
        <p:sp>
          <p:nvSpPr>
            <p:cNvPr id="42005" name="Text Box 19">
              <a:extLst>
                <a:ext uri="{FF2B5EF4-FFF2-40B4-BE49-F238E27FC236}">
                  <a16:creationId xmlns:a16="http://schemas.microsoft.com/office/drawing/2014/main" id="{490E60F1-F25E-CD80-230B-57F03DE3BFC6}"/>
                </a:ext>
              </a:extLst>
            </p:cNvPr>
            <p:cNvSpPr txBox="1">
              <a:spLocks noChangeArrowheads="1"/>
            </p:cNvSpPr>
            <p:nvPr/>
          </p:nvSpPr>
          <p:spPr bwMode="auto">
            <a:xfrm>
              <a:off x="0" y="350"/>
              <a:ext cx="1805" cy="3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nchorCtr="1">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defTabSz="461040" eaLnBrk="1" fontAlgn="base" hangingPunct="1">
                <a:spcBef>
                  <a:spcPct val="50000"/>
                </a:spcBef>
                <a:spcAft>
                  <a:spcPct val="0"/>
                </a:spcAft>
              </a:pPr>
              <a:r>
                <a:rPr lang="en-US" altLang="zh-CN" sz="1361">
                  <a:solidFill>
                    <a:srgbClr val="000000"/>
                  </a:solidFill>
                  <a:ea typeface="宋体" panose="02010600030101010101" pitchFamily="2" charset="-122"/>
                </a:rPr>
                <a:t>31.3</a:t>
              </a:r>
              <a:endParaRPr lang="en-US" altLang="zh-CN" sz="1361" b="1" i="1">
                <a:solidFill>
                  <a:srgbClr val="000000"/>
                </a:solidFill>
                <a:ea typeface="宋体" panose="02010600030101010101" pitchFamily="2" charset="-122"/>
              </a:endParaRPr>
            </a:p>
          </p:txBody>
        </p:sp>
        <p:sp>
          <p:nvSpPr>
            <p:cNvPr id="42006" name="Line 20">
              <a:extLst>
                <a:ext uri="{FF2B5EF4-FFF2-40B4-BE49-F238E27FC236}">
                  <a16:creationId xmlns:a16="http://schemas.microsoft.com/office/drawing/2014/main" id="{166E110E-57C0-F73C-E0BC-808D8D52AAD9}"/>
                </a:ext>
              </a:extLst>
            </p:cNvPr>
            <p:cNvSpPr>
              <a:spLocks noChangeShapeType="1"/>
            </p:cNvSpPr>
            <p:nvPr/>
          </p:nvSpPr>
          <p:spPr bwMode="auto">
            <a:xfrm>
              <a:off x="9" y="351"/>
              <a:ext cx="1786"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defTabSz="461040" fontAlgn="base">
                <a:spcBef>
                  <a:spcPct val="0"/>
                </a:spcBef>
                <a:spcAft>
                  <a:spcPct val="0"/>
                </a:spcAft>
              </a:pPr>
              <a:endParaRPr lang="zh-CN" altLang="en-US" sz="908">
                <a:solidFill>
                  <a:srgbClr val="000000"/>
                </a:solidFill>
                <a:latin typeface="Arial" panose="020B0604020202020204" pitchFamily="34" charset="0"/>
              </a:endParaRPr>
            </a:p>
          </p:txBody>
        </p:sp>
      </p:grpSp>
      <p:sp>
        <p:nvSpPr>
          <p:cNvPr id="42007" name="Text Box 21">
            <a:extLst>
              <a:ext uri="{FF2B5EF4-FFF2-40B4-BE49-F238E27FC236}">
                <a16:creationId xmlns:a16="http://schemas.microsoft.com/office/drawing/2014/main" id="{27239185-AC3D-4DEA-6098-A830AA07692B}"/>
              </a:ext>
            </a:extLst>
          </p:cNvPr>
          <p:cNvSpPr txBox="1">
            <a:spLocks noChangeArrowheads="1"/>
          </p:cNvSpPr>
          <p:nvPr/>
        </p:nvSpPr>
        <p:spPr bwMode="auto">
          <a:xfrm>
            <a:off x="2736447" y="2639421"/>
            <a:ext cx="172879" cy="1940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nchorCtr="1">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1040" eaLnBrk="1" fontAlgn="base" hangingPunct="1">
              <a:spcBef>
                <a:spcPct val="50000"/>
              </a:spcBef>
              <a:spcAft>
                <a:spcPct val="0"/>
              </a:spcAft>
            </a:pPr>
            <a:r>
              <a:rPr lang="en-US" altLang="zh-CN" sz="1261">
                <a:solidFill>
                  <a:srgbClr val="000000"/>
                </a:solidFill>
                <a:ea typeface="宋体" panose="02010600030101010101" pitchFamily="2" charset="-122"/>
              </a:rPr>
              <a:t>=</a:t>
            </a:r>
          </a:p>
        </p:txBody>
      </p:sp>
      <p:sp>
        <p:nvSpPr>
          <p:cNvPr id="42008" name="Text Box 22">
            <a:extLst>
              <a:ext uri="{FF2B5EF4-FFF2-40B4-BE49-F238E27FC236}">
                <a16:creationId xmlns:a16="http://schemas.microsoft.com/office/drawing/2014/main" id="{B9065885-7667-FDE6-9125-BC2EA04829EC}"/>
              </a:ext>
            </a:extLst>
          </p:cNvPr>
          <p:cNvSpPr txBox="1">
            <a:spLocks noChangeArrowheads="1"/>
          </p:cNvSpPr>
          <p:nvPr/>
        </p:nvSpPr>
        <p:spPr bwMode="auto">
          <a:xfrm>
            <a:off x="3442368" y="2622613"/>
            <a:ext cx="172879" cy="1940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ctr" anchorCtr="1">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1040" eaLnBrk="1" fontAlgn="base" hangingPunct="1">
              <a:spcBef>
                <a:spcPct val="50000"/>
              </a:spcBef>
              <a:spcAft>
                <a:spcPct val="0"/>
              </a:spcAft>
            </a:pPr>
            <a:r>
              <a:rPr lang="en-US" altLang="zh-CN" sz="1261">
                <a:solidFill>
                  <a:srgbClr val="000000"/>
                </a:solidFill>
                <a:ea typeface="宋体" panose="02010600030101010101" pitchFamily="2" charset="-122"/>
              </a:rPr>
              <a:t>x</a:t>
            </a:r>
          </a:p>
        </p:txBody>
      </p:sp>
      <p:sp>
        <p:nvSpPr>
          <p:cNvPr id="42009" name="Text Box 23">
            <a:extLst>
              <a:ext uri="{FF2B5EF4-FFF2-40B4-BE49-F238E27FC236}">
                <a16:creationId xmlns:a16="http://schemas.microsoft.com/office/drawing/2014/main" id="{B8531EA2-9817-20C8-2EF9-1D6ED5BA5BC5}"/>
              </a:ext>
            </a:extLst>
          </p:cNvPr>
          <p:cNvSpPr txBox="1">
            <a:spLocks noChangeArrowheads="1"/>
          </p:cNvSpPr>
          <p:nvPr/>
        </p:nvSpPr>
        <p:spPr bwMode="auto">
          <a:xfrm>
            <a:off x="245712" y="2475514"/>
            <a:ext cx="1897664" cy="6893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defTabSz="461040" eaLnBrk="1" fontAlgn="base" hangingPunct="1">
              <a:lnSpc>
                <a:spcPct val="105000"/>
              </a:lnSpc>
              <a:spcBef>
                <a:spcPct val="50000"/>
              </a:spcBef>
              <a:spcAft>
                <a:spcPct val="0"/>
              </a:spcAft>
            </a:pPr>
            <a:r>
              <a:rPr lang="zh-CN" altLang="zh-CN" sz="1261" dirty="0">
                <a:solidFill>
                  <a:srgbClr val="CC0000"/>
                </a:solidFill>
                <a:ea typeface="宋体" panose="02010600030101010101" pitchFamily="2" charset="-122"/>
              </a:rPr>
              <a:t>1964的最低工资在今天（20</a:t>
            </a:r>
            <a:r>
              <a:rPr lang="en-US" altLang="zh-CN" sz="1261" dirty="0">
                <a:solidFill>
                  <a:srgbClr val="CC0000"/>
                </a:solidFill>
                <a:ea typeface="宋体" panose="02010600030101010101" pitchFamily="2" charset="-122"/>
              </a:rPr>
              <a:t>22</a:t>
            </a:r>
            <a:r>
              <a:rPr lang="zh-CN" altLang="zh-CN" sz="1261" dirty="0">
                <a:solidFill>
                  <a:srgbClr val="CC0000"/>
                </a:solidFill>
                <a:ea typeface="宋体" panose="02010600030101010101" pitchFamily="2" charset="-122"/>
              </a:rPr>
              <a:t>）是 $7.78</a:t>
            </a:r>
            <a:r>
              <a:rPr lang="zh-CN" altLang="zh-CN" sz="1261" i="1" dirty="0">
                <a:solidFill>
                  <a:srgbClr val="CC0000"/>
                </a:solidFill>
                <a:ea typeface="宋体" panose="02010600030101010101" pitchFamily="2" charset="-122"/>
              </a:rPr>
              <a:t> </a:t>
            </a:r>
            <a:br>
              <a:rPr lang="zh-CN" altLang="zh-CN" sz="1261" i="1" dirty="0">
                <a:solidFill>
                  <a:srgbClr val="CC0000"/>
                </a:solidFill>
                <a:ea typeface="宋体" panose="02010600030101010101" pitchFamily="2" charset="-122"/>
              </a:rPr>
            </a:br>
            <a:endParaRPr lang="zh-CN" altLang="zh-CN" sz="1261" i="1" dirty="0">
              <a:solidFill>
                <a:srgbClr val="CC0000"/>
              </a:solidFill>
              <a:ea typeface="宋体" panose="02010600030101010101" pitchFamily="2" charset="-122"/>
            </a:endParaRP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41988">
                                            <p:txEl>
                                              <p:pRg st="0" end="0"/>
                                            </p:txEl>
                                          </p:spTgt>
                                        </p:tgtEl>
                                        <p:attrNameLst>
                                          <p:attrName>style.visibility</p:attrName>
                                        </p:attrNameLst>
                                      </p:cBhvr>
                                      <p:to>
                                        <p:strVal val="visible"/>
                                      </p:to>
                                    </p:set>
                                    <p:animEffect transition="in" filter="wipe(left)">
                                      <p:cBhvr>
                                        <p:cTn id="7" dur="500"/>
                                        <p:tgtEl>
                                          <p:spTgt spid="41988">
                                            <p:txEl>
                                              <p:pRg st="0" end="0"/>
                                            </p:txEl>
                                          </p:spTgt>
                                        </p:tgtEl>
                                      </p:cBhvr>
                                    </p:animEffect>
                                  </p:childTnLst>
                                </p:cTn>
                              </p:par>
                            </p:childTnLst>
                          </p:cTn>
                        </p:par>
                        <p:par>
                          <p:cTn id="8" fill="hold" nodeType="afterGroup">
                            <p:stCondLst>
                              <p:cond delay="500"/>
                            </p:stCondLst>
                            <p:childTnLst>
                              <p:par>
                                <p:cTn id="9" presetID="22" presetClass="entr" presetSubtype="8" fill="hold" nodeType="afterEffect">
                                  <p:stCondLst>
                                    <p:cond delay="0"/>
                                  </p:stCondLst>
                                  <p:childTnLst>
                                    <p:set>
                                      <p:cBhvr>
                                        <p:cTn id="10" dur="1" fill="hold">
                                          <p:stCondLst>
                                            <p:cond delay="0"/>
                                          </p:stCondLst>
                                        </p:cTn>
                                        <p:tgtEl>
                                          <p:spTgt spid="41988">
                                            <p:txEl>
                                              <p:pRg st="1" end="1"/>
                                            </p:txEl>
                                          </p:spTgt>
                                        </p:tgtEl>
                                        <p:attrNameLst>
                                          <p:attrName>style.visibility</p:attrName>
                                        </p:attrNameLst>
                                      </p:cBhvr>
                                      <p:to>
                                        <p:strVal val="visible"/>
                                      </p:to>
                                    </p:set>
                                    <p:animEffect transition="in" filter="wipe(left)">
                                      <p:cBhvr>
                                        <p:cTn id="11" dur="500"/>
                                        <p:tgtEl>
                                          <p:spTgt spid="41988">
                                            <p:txEl>
                                              <p:pRg st="1" end="1"/>
                                            </p:txEl>
                                          </p:spTgt>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8" fill="hold" nodeType="clickEffect">
                                  <p:stCondLst>
                                    <p:cond delay="0"/>
                                  </p:stCondLst>
                                  <p:childTnLst>
                                    <p:set>
                                      <p:cBhvr>
                                        <p:cTn id="15" dur="1" fill="hold">
                                          <p:stCondLst>
                                            <p:cond delay="0"/>
                                          </p:stCondLst>
                                        </p:cTn>
                                        <p:tgtEl>
                                          <p:spTgt spid="41988">
                                            <p:txEl>
                                              <p:pRg st="2" end="2"/>
                                            </p:txEl>
                                          </p:spTgt>
                                        </p:tgtEl>
                                        <p:attrNameLst>
                                          <p:attrName>style.visibility</p:attrName>
                                        </p:attrNameLst>
                                      </p:cBhvr>
                                      <p:to>
                                        <p:strVal val="visible"/>
                                      </p:to>
                                    </p:set>
                                    <p:animEffect transition="in" filter="wipe(left)">
                                      <p:cBhvr>
                                        <p:cTn id="16" dur="500"/>
                                        <p:tgtEl>
                                          <p:spTgt spid="41988">
                                            <p:txEl>
                                              <p:pRg st="2" end="2"/>
                                            </p:txEl>
                                          </p:spTgt>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8" fill="hold" nodeType="clickEffect">
                                  <p:stCondLst>
                                    <p:cond delay="0"/>
                                  </p:stCondLst>
                                  <p:childTnLst>
                                    <p:set>
                                      <p:cBhvr>
                                        <p:cTn id="20" dur="1" fill="hold">
                                          <p:stCondLst>
                                            <p:cond delay="0"/>
                                          </p:stCondLst>
                                        </p:cTn>
                                        <p:tgtEl>
                                          <p:spTgt spid="41988">
                                            <p:txEl>
                                              <p:pRg st="3" end="3"/>
                                            </p:txEl>
                                          </p:spTgt>
                                        </p:tgtEl>
                                        <p:attrNameLst>
                                          <p:attrName>style.visibility</p:attrName>
                                        </p:attrNameLst>
                                      </p:cBhvr>
                                      <p:to>
                                        <p:strVal val="visible"/>
                                      </p:to>
                                    </p:set>
                                    <p:animEffect transition="in" filter="wipe(left)">
                                      <p:cBhvr>
                                        <p:cTn id="21" dur="500"/>
                                        <p:tgtEl>
                                          <p:spTgt spid="41988">
                                            <p:txEl>
                                              <p:pRg st="3" end="3"/>
                                            </p:txEl>
                                          </p:spTgt>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10" presetClass="entr" presetSubtype="0" fill="hold" nodeType="clickEffect">
                                  <p:stCondLst>
                                    <p:cond delay="0"/>
                                  </p:stCondLst>
                                  <p:childTnLst>
                                    <p:set>
                                      <p:cBhvr>
                                        <p:cTn id="25" dur="1" fill="hold">
                                          <p:stCondLst>
                                            <p:cond delay="0"/>
                                          </p:stCondLst>
                                        </p:cTn>
                                        <p:tgtEl>
                                          <p:spTgt spid="42002"/>
                                        </p:tgtEl>
                                        <p:attrNameLst>
                                          <p:attrName>style.visibility</p:attrName>
                                        </p:attrNameLst>
                                      </p:cBhvr>
                                      <p:to>
                                        <p:strVal val="visible"/>
                                      </p:to>
                                    </p:set>
                                    <p:animEffect transition="in" filter="fade">
                                      <p:cBhvr>
                                        <p:cTn id="26" dur="500"/>
                                        <p:tgtEl>
                                          <p:spTgt spid="42002"/>
                                        </p:tgtEl>
                                      </p:cBhvr>
                                    </p:animEffect>
                                  </p:childTnLst>
                                </p:cTn>
                              </p:par>
                            </p:childTnLst>
                          </p:cTn>
                        </p:par>
                        <p:par>
                          <p:cTn id="27" fill="hold" nodeType="afterGroup">
                            <p:stCondLst>
                              <p:cond delay="500"/>
                            </p:stCondLst>
                            <p:childTnLst>
                              <p:par>
                                <p:cTn id="28" presetID="10" presetClass="entr" presetSubtype="0" fill="hold" nodeType="afterEffect">
                                  <p:stCondLst>
                                    <p:cond delay="0"/>
                                  </p:stCondLst>
                                  <p:childTnLst>
                                    <p:set>
                                      <p:cBhvr>
                                        <p:cTn id="29" dur="1" fill="hold">
                                          <p:stCondLst>
                                            <p:cond delay="0"/>
                                          </p:stCondLst>
                                        </p:cTn>
                                        <p:tgtEl>
                                          <p:spTgt spid="42008"/>
                                        </p:tgtEl>
                                        <p:attrNameLst>
                                          <p:attrName>style.visibility</p:attrName>
                                        </p:attrNameLst>
                                      </p:cBhvr>
                                      <p:to>
                                        <p:strVal val="visible"/>
                                      </p:to>
                                    </p:set>
                                    <p:animEffect transition="in" filter="fade">
                                      <p:cBhvr>
                                        <p:cTn id="30" dur="500"/>
                                        <p:tgtEl>
                                          <p:spTgt spid="42008"/>
                                        </p:tgtEl>
                                      </p:cBhvr>
                                    </p:animEffect>
                                  </p:childTnLst>
                                </p:cTn>
                              </p:par>
                            </p:childTnLst>
                          </p:cTn>
                        </p:par>
                        <p:par>
                          <p:cTn id="31" fill="hold" nodeType="afterGroup">
                            <p:stCondLst>
                              <p:cond delay="1000"/>
                            </p:stCondLst>
                            <p:childTnLst>
                              <p:par>
                                <p:cTn id="32" presetID="10" presetClass="entr" presetSubtype="0" fill="hold" nodeType="afterEffect">
                                  <p:stCondLst>
                                    <p:cond delay="0"/>
                                  </p:stCondLst>
                                  <p:childTnLst>
                                    <p:set>
                                      <p:cBhvr>
                                        <p:cTn id="33" dur="1" fill="hold">
                                          <p:stCondLst>
                                            <p:cond delay="0"/>
                                          </p:stCondLst>
                                        </p:cTn>
                                        <p:tgtEl>
                                          <p:spTgt spid="42003"/>
                                        </p:tgtEl>
                                        <p:attrNameLst>
                                          <p:attrName>style.visibility</p:attrName>
                                        </p:attrNameLst>
                                      </p:cBhvr>
                                      <p:to>
                                        <p:strVal val="visible"/>
                                      </p:to>
                                    </p:set>
                                    <p:animEffect transition="in" filter="fade">
                                      <p:cBhvr>
                                        <p:cTn id="34" dur="500"/>
                                        <p:tgtEl>
                                          <p:spTgt spid="42003"/>
                                        </p:tgtEl>
                                      </p:cBhvr>
                                    </p:animEffect>
                                  </p:childTnLst>
                                </p:cTn>
                              </p:par>
                            </p:childTnLst>
                          </p:cTn>
                        </p:par>
                        <p:par>
                          <p:cTn id="35" fill="hold" nodeType="afterGroup">
                            <p:stCondLst>
                              <p:cond delay="1500"/>
                            </p:stCondLst>
                            <p:childTnLst>
                              <p:par>
                                <p:cTn id="36" presetID="10" presetClass="entr" presetSubtype="0" fill="hold" nodeType="afterEffect">
                                  <p:stCondLst>
                                    <p:cond delay="0"/>
                                  </p:stCondLst>
                                  <p:childTnLst>
                                    <p:set>
                                      <p:cBhvr>
                                        <p:cTn id="37" dur="1" fill="hold">
                                          <p:stCondLst>
                                            <p:cond delay="0"/>
                                          </p:stCondLst>
                                        </p:cTn>
                                        <p:tgtEl>
                                          <p:spTgt spid="42007"/>
                                        </p:tgtEl>
                                        <p:attrNameLst>
                                          <p:attrName>style.visibility</p:attrName>
                                        </p:attrNameLst>
                                      </p:cBhvr>
                                      <p:to>
                                        <p:strVal val="visible"/>
                                      </p:to>
                                    </p:set>
                                    <p:animEffect transition="in" filter="fade">
                                      <p:cBhvr>
                                        <p:cTn id="38" dur="500"/>
                                        <p:tgtEl>
                                          <p:spTgt spid="42007"/>
                                        </p:tgtEl>
                                      </p:cBhvr>
                                    </p:animEffect>
                                  </p:childTnLst>
                                </p:cTn>
                              </p:par>
                            </p:childTnLst>
                          </p:cTn>
                        </p:par>
                        <p:par>
                          <p:cTn id="39" fill="hold" nodeType="afterGroup">
                            <p:stCondLst>
                              <p:cond delay="2000"/>
                            </p:stCondLst>
                            <p:childTnLst>
                              <p:par>
                                <p:cTn id="40" presetID="10" presetClass="entr" presetSubtype="0" fill="hold" nodeType="afterEffect">
                                  <p:stCondLst>
                                    <p:cond delay="0"/>
                                  </p:stCondLst>
                                  <p:childTnLst>
                                    <p:set>
                                      <p:cBhvr>
                                        <p:cTn id="41" dur="1" fill="hold">
                                          <p:stCondLst>
                                            <p:cond delay="0"/>
                                          </p:stCondLst>
                                        </p:cTn>
                                        <p:tgtEl>
                                          <p:spTgt spid="42001"/>
                                        </p:tgtEl>
                                        <p:attrNameLst>
                                          <p:attrName>style.visibility</p:attrName>
                                        </p:attrNameLst>
                                      </p:cBhvr>
                                      <p:to>
                                        <p:strVal val="visible"/>
                                      </p:to>
                                    </p:set>
                                    <p:animEffect transition="in" filter="fade">
                                      <p:cBhvr>
                                        <p:cTn id="42" dur="500"/>
                                        <p:tgtEl>
                                          <p:spTgt spid="42001"/>
                                        </p:tgtEl>
                                      </p:cBhvr>
                                    </p:animEffect>
                                  </p:childTnLst>
                                </p:cTn>
                              </p:par>
                            </p:childTnLst>
                          </p:cTn>
                        </p:par>
                        <p:par>
                          <p:cTn id="43" fill="hold" nodeType="afterGroup">
                            <p:stCondLst>
                              <p:cond delay="2500"/>
                            </p:stCondLst>
                            <p:childTnLst>
                              <p:par>
                                <p:cTn id="44" presetID="10" presetClass="entr" presetSubtype="0" fill="hold" nodeType="afterEffect">
                                  <p:stCondLst>
                                    <p:cond delay="0"/>
                                  </p:stCondLst>
                                  <p:childTnLst>
                                    <p:set>
                                      <p:cBhvr>
                                        <p:cTn id="45" dur="1" fill="hold">
                                          <p:stCondLst>
                                            <p:cond delay="0"/>
                                          </p:stCondLst>
                                        </p:cTn>
                                        <p:tgtEl>
                                          <p:spTgt spid="42009"/>
                                        </p:tgtEl>
                                        <p:attrNameLst>
                                          <p:attrName>style.visibility</p:attrName>
                                        </p:attrNameLst>
                                      </p:cBhvr>
                                      <p:to>
                                        <p:strVal val="visible"/>
                                      </p:to>
                                    </p:set>
                                    <p:animEffect transition="in" filter="fade">
                                      <p:cBhvr>
                                        <p:cTn id="46" dur="500"/>
                                        <p:tgtEl>
                                          <p:spTgt spid="4200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988" grpId="0" build="p" bldLvl="4" autoUpdateAnimBg="0"/>
      <p:bldP spid="42001" grpId="0" autoUpdateAnimBg="0"/>
      <p:bldP spid="42002" grpId="0" autoUpdateAnimBg="0"/>
      <p:bldP spid="42007" grpId="0" autoUpdateAnimBg="0"/>
      <p:bldP spid="42008" grpId="0" autoUpdateAnimBg="0"/>
      <p:bldP spid="42009" grpId="0" autoUpdateAnimBg="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页脚占位符 1">
            <a:extLst>
              <a:ext uri="{FF2B5EF4-FFF2-40B4-BE49-F238E27FC236}">
                <a16:creationId xmlns:a16="http://schemas.microsoft.com/office/drawing/2014/main" id="{57BEC9EE-1684-7D0B-99CD-EE3AF10AE0E9}"/>
              </a:ext>
            </a:extLst>
          </p:cNvPr>
          <p:cNvSpPr txBox="1">
            <a:spLocks noGrp="1" noChangeArrowheads="1"/>
          </p:cNvSpPr>
          <p:nvPr/>
        </p:nvSpPr>
        <p:spPr bwMode="auto">
          <a:xfrm>
            <a:off x="144066" y="3224656"/>
            <a:ext cx="3698485" cy="1848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1040" eaLnBrk="1" fontAlgn="base" hangingPunct="1">
              <a:spcBef>
                <a:spcPct val="0"/>
              </a:spcBef>
              <a:spcAft>
                <a:spcPct val="0"/>
              </a:spcAft>
            </a:pPr>
            <a:r>
              <a:rPr lang="zh-CN" altLang="en-US" sz="908" i="1" dirty="0">
                <a:solidFill>
                  <a:srgbClr val="777777"/>
                </a:solidFill>
                <a:ea typeface="宋体" panose="02010600030101010101" pitchFamily="2" charset="-122"/>
              </a:rPr>
              <a:t>价格水平及其衡量</a:t>
            </a:r>
            <a:endParaRPr lang="en-US" altLang="zh-CN" sz="908" i="1" dirty="0">
              <a:solidFill>
                <a:srgbClr val="777777"/>
              </a:solidFill>
              <a:ea typeface="宋体" panose="02010600030101010101" pitchFamily="2" charset="-122"/>
            </a:endParaRPr>
          </a:p>
        </p:txBody>
      </p:sp>
      <p:sp>
        <p:nvSpPr>
          <p:cNvPr id="44035" name="灯片编号占位符 2">
            <a:extLst>
              <a:ext uri="{FF2B5EF4-FFF2-40B4-BE49-F238E27FC236}">
                <a16:creationId xmlns:a16="http://schemas.microsoft.com/office/drawing/2014/main" id="{E0A679DF-4211-6824-554A-46625FA336AE}"/>
              </a:ext>
            </a:extLst>
          </p:cNvPr>
          <p:cNvSpPr txBox="1">
            <a:spLocks noGrp="1" noChangeArrowheads="1"/>
          </p:cNvSpPr>
          <p:nvPr/>
        </p:nvSpPr>
        <p:spPr bwMode="auto">
          <a:xfrm>
            <a:off x="4185907" y="3215851"/>
            <a:ext cx="344957" cy="1856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defTabSz="461040" eaLnBrk="1" fontAlgn="base" hangingPunct="1">
              <a:spcBef>
                <a:spcPct val="0"/>
              </a:spcBef>
              <a:spcAft>
                <a:spcPct val="0"/>
              </a:spcAft>
            </a:pPr>
            <a:fld id="{65DFD070-12F1-0546-B446-139104D5CB6C}" type="slidenum">
              <a:rPr lang="zh-CN" altLang="zh-CN" sz="857">
                <a:solidFill>
                  <a:srgbClr val="777777"/>
                </a:solidFill>
                <a:ea typeface="宋体" panose="02010600030101010101" pitchFamily="2" charset="-122"/>
              </a:rPr>
              <a:pPr algn="r" defTabSz="461040" eaLnBrk="1" fontAlgn="base" hangingPunct="1">
                <a:spcBef>
                  <a:spcPct val="0"/>
                </a:spcBef>
                <a:spcAft>
                  <a:spcPct val="0"/>
                </a:spcAft>
              </a:pPr>
              <a:t>27</a:t>
            </a:fld>
            <a:endParaRPr lang="zh-CN" altLang="zh-CN" sz="857">
              <a:solidFill>
                <a:srgbClr val="777777"/>
              </a:solidFill>
              <a:ea typeface="宋体" panose="02010600030101010101" pitchFamily="2" charset="-122"/>
            </a:endParaRPr>
          </a:p>
        </p:txBody>
      </p:sp>
      <p:sp>
        <p:nvSpPr>
          <p:cNvPr id="44036" name="Rectangle 2">
            <a:extLst>
              <a:ext uri="{FF2B5EF4-FFF2-40B4-BE49-F238E27FC236}">
                <a16:creationId xmlns:a16="http://schemas.microsoft.com/office/drawing/2014/main" id="{6EE9B60D-7546-14CD-D3F4-98A5DA179166}"/>
              </a:ext>
            </a:extLst>
          </p:cNvPr>
          <p:cNvSpPr>
            <a:spLocks noGrp="1" noChangeArrowheads="1"/>
          </p:cNvSpPr>
          <p:nvPr>
            <p:ph type="title" idx="4294967295"/>
          </p:nvPr>
        </p:nvSpPr>
        <p:spPr>
          <a:xfrm>
            <a:off x="11205" y="191274"/>
            <a:ext cx="4610100" cy="348959"/>
          </a:xfrm>
        </p:spPr>
        <p:txBody>
          <a:bodyPr/>
          <a:lstStyle/>
          <a:p>
            <a:pPr eaLnBrk="1" hangingPunct="1">
              <a:lnSpc>
                <a:spcPct val="105000"/>
              </a:lnSpc>
            </a:pPr>
            <a:r>
              <a:rPr lang="zh-CN" altLang="zh-CN" sz="1815">
                <a:ea typeface="宋体" panose="02010600030101010101" pitchFamily="2" charset="-122"/>
              </a:rPr>
              <a:t>根据通货膨胀的影响校正经济变量：</a:t>
            </a:r>
            <a:br>
              <a:rPr lang="zh-CN" altLang="zh-CN" sz="1815">
                <a:ea typeface="宋体" panose="02010600030101010101" pitchFamily="2" charset="-122"/>
              </a:rPr>
            </a:br>
            <a:r>
              <a:rPr lang="zh-CN" altLang="zh-CN" sz="1815">
                <a:solidFill>
                  <a:srgbClr val="CC0000"/>
                </a:solidFill>
                <a:ea typeface="宋体" panose="02010600030101010101" pitchFamily="2" charset="-122"/>
              </a:rPr>
              <a:t>比较不同时期的美元数字</a:t>
            </a:r>
          </a:p>
        </p:txBody>
      </p:sp>
      <p:sp>
        <p:nvSpPr>
          <p:cNvPr id="44037" name="Rectangle 3">
            <a:extLst>
              <a:ext uri="{FF2B5EF4-FFF2-40B4-BE49-F238E27FC236}">
                <a16:creationId xmlns:a16="http://schemas.microsoft.com/office/drawing/2014/main" id="{6FDB907B-D12C-4AD8-3A32-58928F9C1CAB}"/>
              </a:ext>
            </a:extLst>
          </p:cNvPr>
          <p:cNvSpPr>
            <a:spLocks noGrp="1" noChangeArrowheads="1"/>
          </p:cNvSpPr>
          <p:nvPr>
            <p:ph type="body" idx="4294967295"/>
          </p:nvPr>
        </p:nvSpPr>
        <p:spPr>
          <a:xfrm>
            <a:off x="168076" y="892394"/>
            <a:ext cx="4191510" cy="2062117"/>
          </a:xfrm>
        </p:spPr>
        <p:txBody>
          <a:bodyPr/>
          <a:lstStyle/>
          <a:p>
            <a:pPr eaLnBrk="1" hangingPunct="1">
              <a:lnSpc>
                <a:spcPct val="85000"/>
              </a:lnSpc>
            </a:pPr>
            <a:r>
              <a:rPr lang="zh-CN" altLang="zh-CN" dirty="0">
                <a:ea typeface="宋体" panose="02010600030101010101" pitchFamily="2" charset="-122"/>
              </a:rPr>
              <a:t>研究人员，商业分析师和政策制定者经常使用这种方法把一个时间序列的当期美元数字（名义）转换为不变美元（真实）数字  </a:t>
            </a:r>
          </a:p>
          <a:p>
            <a:pPr eaLnBrk="1" hangingPunct="1">
              <a:lnSpc>
                <a:spcPct val="85000"/>
              </a:lnSpc>
            </a:pPr>
            <a:r>
              <a:rPr lang="zh-CN" altLang="zh-CN" dirty="0">
                <a:ea typeface="宋体" panose="02010600030101010101" pitchFamily="2" charset="-122"/>
              </a:rPr>
              <a:t>他们可以看到一个变量在根据通货膨胀的影响校正后是如何变化的 </a:t>
            </a:r>
          </a:p>
          <a:p>
            <a:pPr eaLnBrk="1" hangingPunct="1">
              <a:lnSpc>
                <a:spcPct val="85000"/>
              </a:lnSpc>
            </a:pPr>
            <a:r>
              <a:rPr lang="zh-CN" altLang="zh-CN" dirty="0">
                <a:ea typeface="宋体" panose="02010600030101010101" pitchFamily="2" charset="-122"/>
              </a:rPr>
              <a:t>例如：最低工资，从1950年1月转换到20</a:t>
            </a:r>
            <a:r>
              <a:rPr lang="en-US" altLang="zh-CN" dirty="0">
                <a:ea typeface="宋体" panose="02010600030101010101" pitchFamily="2" charset="-122"/>
              </a:rPr>
              <a:t>22</a:t>
            </a:r>
            <a:r>
              <a:rPr lang="zh-CN" altLang="zh-CN" dirty="0">
                <a:ea typeface="宋体" panose="02010600030101010101" pitchFamily="2" charset="-122"/>
              </a:rPr>
              <a:t>年12月…..</a:t>
            </a:r>
          </a:p>
        </p:txBody>
      </p:sp>
      <p:sp>
        <p:nvSpPr>
          <p:cNvPr id="44038" name="FlagCount" hidden="1">
            <a:hlinkClick r:id="rId3" action="ppaction://hlinkfile"/>
            <a:extLst>
              <a:ext uri="{FF2B5EF4-FFF2-40B4-BE49-F238E27FC236}">
                <a16:creationId xmlns:a16="http://schemas.microsoft.com/office/drawing/2014/main" id="{C67485D1-D4B6-921E-CEB5-805BF8924B1C}"/>
              </a:ext>
            </a:extLst>
          </p:cNvPr>
          <p:cNvSpPr>
            <a:spLocks noChangeArrowheads="1"/>
          </p:cNvSpPr>
          <p:nvPr/>
        </p:nvSpPr>
        <p:spPr bwMode="auto">
          <a:xfrm>
            <a:off x="4161896" y="174466"/>
            <a:ext cx="192088" cy="160073"/>
          </a:xfrm>
          <a:prstGeom prst="wedgeRoundRectCallout">
            <a:avLst>
              <a:gd name="adj1" fmla="val -43750"/>
              <a:gd name="adj2" fmla="val 70000"/>
              <a:gd name="adj3" fmla="val 16667"/>
            </a:avLst>
          </a:prstGeom>
          <a:solidFill>
            <a:schemeClr val="accent1">
              <a:alpha val="25000"/>
            </a:schemeClr>
          </a:solidFill>
          <a:ln w="19050">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defTabSz="461040" eaLnBrk="1" fontAlgn="base" hangingPunct="1">
              <a:spcBef>
                <a:spcPct val="0"/>
              </a:spcBef>
              <a:spcAft>
                <a:spcPct val="0"/>
              </a:spcAft>
            </a:pPr>
            <a:r>
              <a:rPr lang="en-US" altLang="zh-CN" sz="706" b="1">
                <a:solidFill>
                  <a:srgbClr val="000000"/>
                </a:solidFill>
                <a:latin typeface="Tahoma" panose="020B0604030504040204" pitchFamily="34" charset="0"/>
                <a:ea typeface="宋体" panose="02010600030101010101" pitchFamily="2" charset="-122"/>
              </a:rPr>
              <a:t>0</a:t>
            </a:r>
          </a:p>
        </p:txBody>
      </p:sp>
    </p:spTree>
  </p:cSld>
  <p:clrMapOvr>
    <a:masterClrMapping/>
  </p:clrMapOvr>
  <p:transition>
    <p:wipe dir="r"/>
  </p:transition>
</p:sld>
</file>

<file path=ppt/slides/slide28.xml><?xml version="1.0" encoding="utf-8"?>
<p:sld xmlns:a="http://schemas.openxmlformats.org/drawingml/2006/main" xmlns:r="http://schemas.openxmlformats.org/officeDocument/2006/relationships" xmlns:p="http://schemas.openxmlformats.org/presentationml/2006/main" showMasterSp="0">
  <p:cSld>
    <p:bg bwMode="auto">
      <p:bgPr>
        <a:solidFill>
          <a:srgbClr val="CCFFCC"/>
        </a:solidFill>
        <a:effectLst/>
      </p:bgPr>
    </p:bg>
    <p:spTree>
      <p:nvGrpSpPr>
        <p:cNvPr id="1" name=""/>
        <p:cNvGrpSpPr/>
        <p:nvPr/>
      </p:nvGrpSpPr>
      <p:grpSpPr>
        <a:xfrm>
          <a:off x="0" y="0"/>
          <a:ext cx="0" cy="0"/>
          <a:chOff x="0" y="0"/>
          <a:chExt cx="0" cy="0"/>
        </a:xfrm>
      </p:grpSpPr>
      <p:sp>
        <p:nvSpPr>
          <p:cNvPr id="46082" name="Rectangle 4">
            <a:extLst>
              <a:ext uri="{FF2B5EF4-FFF2-40B4-BE49-F238E27FC236}">
                <a16:creationId xmlns:a16="http://schemas.microsoft.com/office/drawing/2014/main" id="{AA46277D-E799-5E67-E831-01126231AF95}"/>
              </a:ext>
            </a:extLst>
          </p:cNvPr>
          <p:cNvSpPr>
            <a:spLocks noGrp="1" noChangeArrowheads="1"/>
          </p:cNvSpPr>
          <p:nvPr>
            <p:ph type="title" idx="4294967295"/>
          </p:nvPr>
        </p:nvSpPr>
        <p:spPr>
          <a:xfrm>
            <a:off x="0" y="128846"/>
            <a:ext cx="4610100" cy="343356"/>
          </a:xfrm>
        </p:spPr>
        <p:txBody>
          <a:bodyPr/>
          <a:lstStyle/>
          <a:p>
            <a:pPr eaLnBrk="1" hangingPunct="1"/>
            <a:r>
              <a:rPr lang="zh-CN" altLang="zh-CN" sz="1815">
                <a:ea typeface="宋体" panose="02010600030101010101" pitchFamily="2" charset="-122"/>
              </a:rPr>
              <a:t>用目前的美元和2007年的美元计算美国的最低工资，1950-2007</a:t>
            </a:r>
          </a:p>
        </p:txBody>
      </p:sp>
      <p:sp>
        <p:nvSpPr>
          <p:cNvPr id="46083" name="Text Box 7">
            <a:extLst>
              <a:ext uri="{FF2B5EF4-FFF2-40B4-BE49-F238E27FC236}">
                <a16:creationId xmlns:a16="http://schemas.microsoft.com/office/drawing/2014/main" id="{0B288CDA-B308-4F63-6E4A-2AD068CAD881}"/>
              </a:ext>
            </a:extLst>
          </p:cNvPr>
          <p:cNvSpPr txBox="1">
            <a:spLocks noChangeArrowheads="1"/>
          </p:cNvSpPr>
          <p:nvPr/>
        </p:nvSpPr>
        <p:spPr bwMode="auto">
          <a:xfrm rot="16200000">
            <a:off x="-263502" y="966054"/>
            <a:ext cx="995705" cy="2630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defTabSz="461040" eaLnBrk="1" fontAlgn="base" hangingPunct="1">
              <a:spcBef>
                <a:spcPct val="50000"/>
              </a:spcBef>
              <a:spcAft>
                <a:spcPct val="0"/>
              </a:spcAft>
            </a:pPr>
            <a:r>
              <a:rPr lang="zh-CN" altLang="zh-CN" sz="1109" dirty="0">
                <a:solidFill>
                  <a:srgbClr val="000000"/>
                </a:solidFill>
                <a:ea typeface="宋体" panose="02010600030101010101" pitchFamily="2" charset="-122"/>
              </a:rPr>
              <a:t> 每小时工资</a:t>
            </a:r>
          </a:p>
        </p:txBody>
      </p:sp>
      <p:sp>
        <p:nvSpPr>
          <p:cNvPr id="46084" name="AutoShape 8">
            <a:extLst>
              <a:ext uri="{FF2B5EF4-FFF2-40B4-BE49-F238E27FC236}">
                <a16:creationId xmlns:a16="http://schemas.microsoft.com/office/drawing/2014/main" id="{810E7460-3429-AB5F-22BF-39F5D0ED1ECC}"/>
              </a:ext>
            </a:extLst>
          </p:cNvPr>
          <p:cNvSpPr>
            <a:spLocks noChangeAspect="1" noChangeArrowheads="1" noTextEdit="1"/>
          </p:cNvSpPr>
          <p:nvPr/>
        </p:nvSpPr>
        <p:spPr bwMode="auto">
          <a:xfrm>
            <a:off x="405785" y="572248"/>
            <a:ext cx="4204315" cy="28052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defTabSz="461040" fontAlgn="base">
              <a:spcBef>
                <a:spcPct val="0"/>
              </a:spcBef>
              <a:spcAft>
                <a:spcPct val="0"/>
              </a:spcAft>
            </a:pPr>
            <a:endParaRPr lang="zh-CN" altLang="en-US" sz="908">
              <a:solidFill>
                <a:srgbClr val="000000"/>
              </a:solidFill>
              <a:latin typeface="Arial" panose="020B0604020202020204" pitchFamily="34" charset="0"/>
            </a:endParaRPr>
          </a:p>
        </p:txBody>
      </p:sp>
      <p:sp>
        <p:nvSpPr>
          <p:cNvPr id="46085" name="Rectangle 10">
            <a:extLst>
              <a:ext uri="{FF2B5EF4-FFF2-40B4-BE49-F238E27FC236}">
                <a16:creationId xmlns:a16="http://schemas.microsoft.com/office/drawing/2014/main" id="{FAAF4E57-DB8E-65A6-D490-E19DD6CBDE45}"/>
              </a:ext>
            </a:extLst>
          </p:cNvPr>
          <p:cNvSpPr>
            <a:spLocks noChangeArrowheads="1"/>
          </p:cNvSpPr>
          <p:nvPr/>
        </p:nvSpPr>
        <p:spPr bwMode="auto">
          <a:xfrm>
            <a:off x="652297" y="646681"/>
            <a:ext cx="3738503" cy="2442713"/>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1040" eaLnBrk="1" fontAlgn="base" hangingPunct="1">
              <a:spcBef>
                <a:spcPct val="0"/>
              </a:spcBef>
              <a:spcAft>
                <a:spcPct val="0"/>
              </a:spcAft>
            </a:pPr>
            <a:endParaRPr lang="zh-CN" altLang="zh-CN" sz="908">
              <a:solidFill>
                <a:srgbClr val="000000"/>
              </a:solidFill>
              <a:ea typeface="宋体" panose="02010600030101010101" pitchFamily="2" charset="-122"/>
            </a:endParaRPr>
          </a:p>
        </p:txBody>
      </p:sp>
      <p:sp>
        <p:nvSpPr>
          <p:cNvPr id="46086" name="Freeform 11">
            <a:extLst>
              <a:ext uri="{FF2B5EF4-FFF2-40B4-BE49-F238E27FC236}">
                <a16:creationId xmlns:a16="http://schemas.microsoft.com/office/drawing/2014/main" id="{88A8DDFF-2695-CC0C-4574-95DB215DEEDF}"/>
              </a:ext>
            </a:extLst>
          </p:cNvPr>
          <p:cNvSpPr>
            <a:spLocks noEditPoints="1"/>
          </p:cNvSpPr>
          <p:nvPr/>
        </p:nvSpPr>
        <p:spPr bwMode="auto">
          <a:xfrm>
            <a:off x="647495" y="646681"/>
            <a:ext cx="3748107" cy="2446715"/>
          </a:xfrm>
          <a:custGeom>
            <a:avLst/>
            <a:gdLst>
              <a:gd name="T0" fmla="*/ 0 w 4683"/>
              <a:gd name="T1" fmla="*/ 0 h 3057"/>
              <a:gd name="T2" fmla="*/ 0 w 4683"/>
              <a:gd name="T3" fmla="*/ 0 h 3057"/>
              <a:gd name="T4" fmla="*/ 4677 w 4683"/>
              <a:gd name="T5" fmla="*/ 0 h 3057"/>
              <a:gd name="T6" fmla="*/ 4683 w 4683"/>
              <a:gd name="T7" fmla="*/ 0 h 3057"/>
              <a:gd name="T8" fmla="*/ 4683 w 4683"/>
              <a:gd name="T9" fmla="*/ 3052 h 3057"/>
              <a:gd name="T10" fmla="*/ 4677 w 4683"/>
              <a:gd name="T11" fmla="*/ 3057 h 3057"/>
              <a:gd name="T12" fmla="*/ 0 w 4683"/>
              <a:gd name="T13" fmla="*/ 3057 h 3057"/>
              <a:gd name="T14" fmla="*/ 0 w 4683"/>
              <a:gd name="T15" fmla="*/ 3052 h 3057"/>
              <a:gd name="T16" fmla="*/ 0 w 4683"/>
              <a:gd name="T17" fmla="*/ 0 h 3057"/>
              <a:gd name="T18" fmla="*/ 6 w 4683"/>
              <a:gd name="T19" fmla="*/ 3052 h 3057"/>
              <a:gd name="T20" fmla="*/ 0 w 4683"/>
              <a:gd name="T21" fmla="*/ 3052 h 3057"/>
              <a:gd name="T22" fmla="*/ 4677 w 4683"/>
              <a:gd name="T23" fmla="*/ 3052 h 3057"/>
              <a:gd name="T24" fmla="*/ 4677 w 4683"/>
              <a:gd name="T25" fmla="*/ 3052 h 3057"/>
              <a:gd name="T26" fmla="*/ 4677 w 4683"/>
              <a:gd name="T27" fmla="*/ 0 h 3057"/>
              <a:gd name="T28" fmla="*/ 4677 w 4683"/>
              <a:gd name="T29" fmla="*/ 6 h 3057"/>
              <a:gd name="T30" fmla="*/ 0 w 4683"/>
              <a:gd name="T31" fmla="*/ 6 h 3057"/>
              <a:gd name="T32" fmla="*/ 6 w 4683"/>
              <a:gd name="T33" fmla="*/ 0 h 3057"/>
              <a:gd name="T34" fmla="*/ 6 w 4683"/>
              <a:gd name="T35" fmla="*/ 3052 h 3057"/>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4683"/>
              <a:gd name="T55" fmla="*/ 0 h 3057"/>
              <a:gd name="T56" fmla="*/ 4683 w 4683"/>
              <a:gd name="T57" fmla="*/ 3057 h 3057"/>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4683" h="3057">
                <a:moveTo>
                  <a:pt x="0" y="0"/>
                </a:moveTo>
                <a:lnTo>
                  <a:pt x="0" y="0"/>
                </a:lnTo>
                <a:lnTo>
                  <a:pt x="4677" y="0"/>
                </a:lnTo>
                <a:lnTo>
                  <a:pt x="4683" y="0"/>
                </a:lnTo>
                <a:lnTo>
                  <a:pt x="4683" y="3052"/>
                </a:lnTo>
                <a:lnTo>
                  <a:pt x="4677" y="3057"/>
                </a:lnTo>
                <a:lnTo>
                  <a:pt x="0" y="3057"/>
                </a:lnTo>
                <a:lnTo>
                  <a:pt x="0" y="3052"/>
                </a:lnTo>
                <a:lnTo>
                  <a:pt x="0" y="0"/>
                </a:lnTo>
                <a:close/>
                <a:moveTo>
                  <a:pt x="6" y="3052"/>
                </a:moveTo>
                <a:lnTo>
                  <a:pt x="0" y="3052"/>
                </a:lnTo>
                <a:lnTo>
                  <a:pt x="4677" y="3052"/>
                </a:lnTo>
                <a:lnTo>
                  <a:pt x="4677" y="0"/>
                </a:lnTo>
                <a:lnTo>
                  <a:pt x="4677" y="6"/>
                </a:lnTo>
                <a:lnTo>
                  <a:pt x="0" y="6"/>
                </a:lnTo>
                <a:lnTo>
                  <a:pt x="6" y="0"/>
                </a:lnTo>
                <a:lnTo>
                  <a:pt x="6" y="3052"/>
                </a:lnTo>
                <a:close/>
              </a:path>
            </a:pathLst>
          </a:custGeom>
          <a:solidFill>
            <a:srgbClr val="808080"/>
          </a:solidFill>
          <a:ln w="9525">
            <a:solidFill>
              <a:srgbClr val="808080"/>
            </a:solidFill>
            <a:miter lim="800000"/>
            <a:headEnd/>
            <a:tailEnd/>
          </a:ln>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1040" eaLnBrk="1" fontAlgn="base" hangingPunct="1">
              <a:spcBef>
                <a:spcPct val="0"/>
              </a:spcBef>
              <a:spcAft>
                <a:spcPct val="0"/>
              </a:spcAft>
            </a:pPr>
            <a:endParaRPr lang="zh-CN" altLang="zh-CN" sz="908">
              <a:solidFill>
                <a:srgbClr val="000000"/>
              </a:solidFill>
              <a:ea typeface="宋体" panose="02010600030101010101" pitchFamily="2" charset="-122"/>
            </a:endParaRPr>
          </a:p>
        </p:txBody>
      </p:sp>
      <p:sp>
        <p:nvSpPr>
          <p:cNvPr id="46087" name="Rectangle 12">
            <a:extLst>
              <a:ext uri="{FF2B5EF4-FFF2-40B4-BE49-F238E27FC236}">
                <a16:creationId xmlns:a16="http://schemas.microsoft.com/office/drawing/2014/main" id="{D27CA60D-81B4-8522-45FF-598F377FA31B}"/>
              </a:ext>
            </a:extLst>
          </p:cNvPr>
          <p:cNvSpPr>
            <a:spLocks noChangeArrowheads="1"/>
          </p:cNvSpPr>
          <p:nvPr/>
        </p:nvSpPr>
        <p:spPr bwMode="auto">
          <a:xfrm>
            <a:off x="647496" y="646681"/>
            <a:ext cx="4802" cy="2442713"/>
          </a:xfrm>
          <a:prstGeom prst="rect">
            <a:avLst/>
          </a:prstGeom>
          <a:solidFill>
            <a:srgbClr val="000000"/>
          </a:solidFill>
          <a:ln w="9525">
            <a:solidFill>
              <a:srgbClr val="000000"/>
            </a:solidFill>
            <a:miter lim="800000"/>
            <a:headEnd/>
            <a:tailEnd/>
          </a:ln>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1040" eaLnBrk="1" fontAlgn="base" hangingPunct="1">
              <a:spcBef>
                <a:spcPct val="0"/>
              </a:spcBef>
              <a:spcAft>
                <a:spcPct val="0"/>
              </a:spcAft>
            </a:pPr>
            <a:endParaRPr lang="zh-CN" altLang="zh-CN" sz="908">
              <a:solidFill>
                <a:srgbClr val="000000"/>
              </a:solidFill>
              <a:ea typeface="宋体" panose="02010600030101010101" pitchFamily="2" charset="-122"/>
            </a:endParaRPr>
          </a:p>
        </p:txBody>
      </p:sp>
      <p:sp>
        <p:nvSpPr>
          <p:cNvPr id="46088" name="Freeform 13">
            <a:extLst>
              <a:ext uri="{FF2B5EF4-FFF2-40B4-BE49-F238E27FC236}">
                <a16:creationId xmlns:a16="http://schemas.microsoft.com/office/drawing/2014/main" id="{4622D363-5636-DD73-FF59-C7A2306D8BC8}"/>
              </a:ext>
            </a:extLst>
          </p:cNvPr>
          <p:cNvSpPr>
            <a:spLocks noEditPoints="1"/>
          </p:cNvSpPr>
          <p:nvPr/>
        </p:nvSpPr>
        <p:spPr bwMode="auto">
          <a:xfrm>
            <a:off x="610679" y="646681"/>
            <a:ext cx="36817" cy="2446715"/>
          </a:xfrm>
          <a:custGeom>
            <a:avLst/>
            <a:gdLst>
              <a:gd name="T0" fmla="*/ 0 w 46"/>
              <a:gd name="T1" fmla="*/ 3052 h 3057"/>
              <a:gd name="T2" fmla="*/ 46 w 46"/>
              <a:gd name="T3" fmla="*/ 3052 h 3057"/>
              <a:gd name="T4" fmla="*/ 46 w 46"/>
              <a:gd name="T5" fmla="*/ 3057 h 3057"/>
              <a:gd name="T6" fmla="*/ 0 w 46"/>
              <a:gd name="T7" fmla="*/ 3057 h 3057"/>
              <a:gd name="T8" fmla="*/ 0 w 46"/>
              <a:gd name="T9" fmla="*/ 3052 h 3057"/>
              <a:gd name="T10" fmla="*/ 0 w 46"/>
              <a:gd name="T11" fmla="*/ 2714 h 3057"/>
              <a:gd name="T12" fmla="*/ 46 w 46"/>
              <a:gd name="T13" fmla="*/ 2714 h 3057"/>
              <a:gd name="T14" fmla="*/ 46 w 46"/>
              <a:gd name="T15" fmla="*/ 2720 h 3057"/>
              <a:gd name="T16" fmla="*/ 0 w 46"/>
              <a:gd name="T17" fmla="*/ 2720 h 3057"/>
              <a:gd name="T18" fmla="*/ 0 w 46"/>
              <a:gd name="T19" fmla="*/ 2714 h 3057"/>
              <a:gd name="T20" fmla="*/ 0 w 46"/>
              <a:gd name="T21" fmla="*/ 2372 h 3057"/>
              <a:gd name="T22" fmla="*/ 46 w 46"/>
              <a:gd name="T23" fmla="*/ 2372 h 3057"/>
              <a:gd name="T24" fmla="*/ 46 w 46"/>
              <a:gd name="T25" fmla="*/ 2377 h 3057"/>
              <a:gd name="T26" fmla="*/ 0 w 46"/>
              <a:gd name="T27" fmla="*/ 2377 h 3057"/>
              <a:gd name="T28" fmla="*/ 0 w 46"/>
              <a:gd name="T29" fmla="*/ 2372 h 3057"/>
              <a:gd name="T30" fmla="*/ 0 w 46"/>
              <a:gd name="T31" fmla="*/ 2034 h 3057"/>
              <a:gd name="T32" fmla="*/ 46 w 46"/>
              <a:gd name="T33" fmla="*/ 2034 h 3057"/>
              <a:gd name="T34" fmla="*/ 46 w 46"/>
              <a:gd name="T35" fmla="*/ 2040 h 3057"/>
              <a:gd name="T36" fmla="*/ 0 w 46"/>
              <a:gd name="T37" fmla="*/ 2040 h 3057"/>
              <a:gd name="T38" fmla="*/ 0 w 46"/>
              <a:gd name="T39" fmla="*/ 2034 h 3057"/>
              <a:gd name="T40" fmla="*/ 0 w 46"/>
              <a:gd name="T41" fmla="*/ 1697 h 3057"/>
              <a:gd name="T42" fmla="*/ 46 w 46"/>
              <a:gd name="T43" fmla="*/ 1697 h 3057"/>
              <a:gd name="T44" fmla="*/ 46 w 46"/>
              <a:gd name="T45" fmla="*/ 1703 h 3057"/>
              <a:gd name="T46" fmla="*/ 0 w 46"/>
              <a:gd name="T47" fmla="*/ 1703 h 3057"/>
              <a:gd name="T48" fmla="*/ 0 w 46"/>
              <a:gd name="T49" fmla="*/ 1697 h 3057"/>
              <a:gd name="T50" fmla="*/ 0 w 46"/>
              <a:gd name="T51" fmla="*/ 1354 h 3057"/>
              <a:gd name="T52" fmla="*/ 46 w 46"/>
              <a:gd name="T53" fmla="*/ 1354 h 3057"/>
              <a:gd name="T54" fmla="*/ 46 w 46"/>
              <a:gd name="T55" fmla="*/ 1360 h 3057"/>
              <a:gd name="T56" fmla="*/ 0 w 46"/>
              <a:gd name="T57" fmla="*/ 1360 h 3057"/>
              <a:gd name="T58" fmla="*/ 0 w 46"/>
              <a:gd name="T59" fmla="*/ 1354 h 3057"/>
              <a:gd name="T60" fmla="*/ 0 w 46"/>
              <a:gd name="T61" fmla="*/ 1017 h 3057"/>
              <a:gd name="T62" fmla="*/ 46 w 46"/>
              <a:gd name="T63" fmla="*/ 1017 h 3057"/>
              <a:gd name="T64" fmla="*/ 46 w 46"/>
              <a:gd name="T65" fmla="*/ 1023 h 3057"/>
              <a:gd name="T66" fmla="*/ 0 w 46"/>
              <a:gd name="T67" fmla="*/ 1023 h 3057"/>
              <a:gd name="T68" fmla="*/ 0 w 46"/>
              <a:gd name="T69" fmla="*/ 1017 h 3057"/>
              <a:gd name="T70" fmla="*/ 0 w 46"/>
              <a:gd name="T71" fmla="*/ 680 h 3057"/>
              <a:gd name="T72" fmla="*/ 46 w 46"/>
              <a:gd name="T73" fmla="*/ 680 h 3057"/>
              <a:gd name="T74" fmla="*/ 46 w 46"/>
              <a:gd name="T75" fmla="*/ 686 h 3057"/>
              <a:gd name="T76" fmla="*/ 0 w 46"/>
              <a:gd name="T77" fmla="*/ 686 h 3057"/>
              <a:gd name="T78" fmla="*/ 0 w 46"/>
              <a:gd name="T79" fmla="*/ 680 h 3057"/>
              <a:gd name="T80" fmla="*/ 0 w 46"/>
              <a:gd name="T81" fmla="*/ 337 h 3057"/>
              <a:gd name="T82" fmla="*/ 46 w 46"/>
              <a:gd name="T83" fmla="*/ 337 h 3057"/>
              <a:gd name="T84" fmla="*/ 46 w 46"/>
              <a:gd name="T85" fmla="*/ 343 h 3057"/>
              <a:gd name="T86" fmla="*/ 0 w 46"/>
              <a:gd name="T87" fmla="*/ 343 h 3057"/>
              <a:gd name="T88" fmla="*/ 0 w 46"/>
              <a:gd name="T89" fmla="*/ 337 h 3057"/>
              <a:gd name="T90" fmla="*/ 0 w 46"/>
              <a:gd name="T91" fmla="*/ 0 h 3057"/>
              <a:gd name="T92" fmla="*/ 46 w 46"/>
              <a:gd name="T93" fmla="*/ 0 h 3057"/>
              <a:gd name="T94" fmla="*/ 46 w 46"/>
              <a:gd name="T95" fmla="*/ 6 h 3057"/>
              <a:gd name="T96" fmla="*/ 0 w 46"/>
              <a:gd name="T97" fmla="*/ 6 h 3057"/>
              <a:gd name="T98" fmla="*/ 0 w 46"/>
              <a:gd name="T99" fmla="*/ 0 h 3057"/>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w 46"/>
              <a:gd name="T151" fmla="*/ 0 h 3057"/>
              <a:gd name="T152" fmla="*/ 46 w 46"/>
              <a:gd name="T153" fmla="*/ 3057 h 3057"/>
            </a:gdLst>
            <a:ahLst/>
            <a:cxnLst>
              <a:cxn ang="T100">
                <a:pos x="T0" y="T1"/>
              </a:cxn>
              <a:cxn ang="T101">
                <a:pos x="T2" y="T3"/>
              </a:cxn>
              <a:cxn ang="T102">
                <a:pos x="T4" y="T5"/>
              </a:cxn>
              <a:cxn ang="T103">
                <a:pos x="T6" y="T7"/>
              </a:cxn>
              <a:cxn ang="T104">
                <a:pos x="T8" y="T9"/>
              </a:cxn>
              <a:cxn ang="T105">
                <a:pos x="T10" y="T11"/>
              </a:cxn>
              <a:cxn ang="T106">
                <a:pos x="T12" y="T13"/>
              </a:cxn>
              <a:cxn ang="T107">
                <a:pos x="T14" y="T15"/>
              </a:cxn>
              <a:cxn ang="T108">
                <a:pos x="T16" y="T17"/>
              </a:cxn>
              <a:cxn ang="T109">
                <a:pos x="T18" y="T19"/>
              </a:cxn>
              <a:cxn ang="T110">
                <a:pos x="T20" y="T21"/>
              </a:cxn>
              <a:cxn ang="T111">
                <a:pos x="T22" y="T23"/>
              </a:cxn>
              <a:cxn ang="T112">
                <a:pos x="T24" y="T25"/>
              </a:cxn>
              <a:cxn ang="T113">
                <a:pos x="T26" y="T27"/>
              </a:cxn>
              <a:cxn ang="T114">
                <a:pos x="T28" y="T29"/>
              </a:cxn>
              <a:cxn ang="T115">
                <a:pos x="T30" y="T31"/>
              </a:cxn>
              <a:cxn ang="T116">
                <a:pos x="T32" y="T33"/>
              </a:cxn>
              <a:cxn ang="T117">
                <a:pos x="T34" y="T35"/>
              </a:cxn>
              <a:cxn ang="T118">
                <a:pos x="T36" y="T37"/>
              </a:cxn>
              <a:cxn ang="T119">
                <a:pos x="T38" y="T39"/>
              </a:cxn>
              <a:cxn ang="T120">
                <a:pos x="T40" y="T41"/>
              </a:cxn>
              <a:cxn ang="T121">
                <a:pos x="T42" y="T43"/>
              </a:cxn>
              <a:cxn ang="T122">
                <a:pos x="T44" y="T45"/>
              </a:cxn>
              <a:cxn ang="T123">
                <a:pos x="T46" y="T47"/>
              </a:cxn>
              <a:cxn ang="T124">
                <a:pos x="T48" y="T49"/>
              </a:cxn>
              <a:cxn ang="T125">
                <a:pos x="T50" y="T51"/>
              </a:cxn>
              <a:cxn ang="T126">
                <a:pos x="T52" y="T53"/>
              </a:cxn>
              <a:cxn ang="T127">
                <a:pos x="T54" y="T55"/>
              </a:cxn>
              <a:cxn ang="T128">
                <a:pos x="T56" y="T57"/>
              </a:cxn>
              <a:cxn ang="T129">
                <a:pos x="T58" y="T59"/>
              </a:cxn>
              <a:cxn ang="T130">
                <a:pos x="T60" y="T61"/>
              </a:cxn>
              <a:cxn ang="T131">
                <a:pos x="T62" y="T63"/>
              </a:cxn>
              <a:cxn ang="T132">
                <a:pos x="T64" y="T65"/>
              </a:cxn>
              <a:cxn ang="T133">
                <a:pos x="T66" y="T67"/>
              </a:cxn>
              <a:cxn ang="T134">
                <a:pos x="T68" y="T69"/>
              </a:cxn>
              <a:cxn ang="T135">
                <a:pos x="T70" y="T71"/>
              </a:cxn>
              <a:cxn ang="T136">
                <a:pos x="T72" y="T73"/>
              </a:cxn>
              <a:cxn ang="T137">
                <a:pos x="T74" y="T75"/>
              </a:cxn>
              <a:cxn ang="T138">
                <a:pos x="T76" y="T77"/>
              </a:cxn>
              <a:cxn ang="T139">
                <a:pos x="T78" y="T79"/>
              </a:cxn>
              <a:cxn ang="T140">
                <a:pos x="T80" y="T81"/>
              </a:cxn>
              <a:cxn ang="T141">
                <a:pos x="T82" y="T83"/>
              </a:cxn>
              <a:cxn ang="T142">
                <a:pos x="T84" y="T85"/>
              </a:cxn>
              <a:cxn ang="T143">
                <a:pos x="T86" y="T87"/>
              </a:cxn>
              <a:cxn ang="T144">
                <a:pos x="T88" y="T89"/>
              </a:cxn>
              <a:cxn ang="T145">
                <a:pos x="T90" y="T91"/>
              </a:cxn>
              <a:cxn ang="T146">
                <a:pos x="T92" y="T93"/>
              </a:cxn>
              <a:cxn ang="T147">
                <a:pos x="T94" y="T95"/>
              </a:cxn>
              <a:cxn ang="T148">
                <a:pos x="T96" y="T97"/>
              </a:cxn>
              <a:cxn ang="T149">
                <a:pos x="T98" y="T99"/>
              </a:cxn>
            </a:cxnLst>
            <a:rect l="T150" t="T151" r="T152" b="T153"/>
            <a:pathLst>
              <a:path w="46" h="3057">
                <a:moveTo>
                  <a:pt x="0" y="3052"/>
                </a:moveTo>
                <a:lnTo>
                  <a:pt x="46" y="3052"/>
                </a:lnTo>
                <a:lnTo>
                  <a:pt x="46" y="3057"/>
                </a:lnTo>
                <a:lnTo>
                  <a:pt x="0" y="3057"/>
                </a:lnTo>
                <a:lnTo>
                  <a:pt x="0" y="3052"/>
                </a:lnTo>
                <a:close/>
                <a:moveTo>
                  <a:pt x="0" y="2714"/>
                </a:moveTo>
                <a:lnTo>
                  <a:pt x="46" y="2714"/>
                </a:lnTo>
                <a:lnTo>
                  <a:pt x="46" y="2720"/>
                </a:lnTo>
                <a:lnTo>
                  <a:pt x="0" y="2720"/>
                </a:lnTo>
                <a:lnTo>
                  <a:pt x="0" y="2714"/>
                </a:lnTo>
                <a:close/>
                <a:moveTo>
                  <a:pt x="0" y="2372"/>
                </a:moveTo>
                <a:lnTo>
                  <a:pt x="46" y="2372"/>
                </a:lnTo>
                <a:lnTo>
                  <a:pt x="46" y="2377"/>
                </a:lnTo>
                <a:lnTo>
                  <a:pt x="0" y="2377"/>
                </a:lnTo>
                <a:lnTo>
                  <a:pt x="0" y="2372"/>
                </a:lnTo>
                <a:close/>
                <a:moveTo>
                  <a:pt x="0" y="2034"/>
                </a:moveTo>
                <a:lnTo>
                  <a:pt x="46" y="2034"/>
                </a:lnTo>
                <a:lnTo>
                  <a:pt x="46" y="2040"/>
                </a:lnTo>
                <a:lnTo>
                  <a:pt x="0" y="2040"/>
                </a:lnTo>
                <a:lnTo>
                  <a:pt x="0" y="2034"/>
                </a:lnTo>
                <a:close/>
                <a:moveTo>
                  <a:pt x="0" y="1697"/>
                </a:moveTo>
                <a:lnTo>
                  <a:pt x="46" y="1697"/>
                </a:lnTo>
                <a:lnTo>
                  <a:pt x="46" y="1703"/>
                </a:lnTo>
                <a:lnTo>
                  <a:pt x="0" y="1703"/>
                </a:lnTo>
                <a:lnTo>
                  <a:pt x="0" y="1697"/>
                </a:lnTo>
                <a:close/>
                <a:moveTo>
                  <a:pt x="0" y="1354"/>
                </a:moveTo>
                <a:lnTo>
                  <a:pt x="46" y="1354"/>
                </a:lnTo>
                <a:lnTo>
                  <a:pt x="46" y="1360"/>
                </a:lnTo>
                <a:lnTo>
                  <a:pt x="0" y="1360"/>
                </a:lnTo>
                <a:lnTo>
                  <a:pt x="0" y="1354"/>
                </a:lnTo>
                <a:close/>
                <a:moveTo>
                  <a:pt x="0" y="1017"/>
                </a:moveTo>
                <a:lnTo>
                  <a:pt x="46" y="1017"/>
                </a:lnTo>
                <a:lnTo>
                  <a:pt x="46" y="1023"/>
                </a:lnTo>
                <a:lnTo>
                  <a:pt x="0" y="1023"/>
                </a:lnTo>
                <a:lnTo>
                  <a:pt x="0" y="1017"/>
                </a:lnTo>
                <a:close/>
                <a:moveTo>
                  <a:pt x="0" y="680"/>
                </a:moveTo>
                <a:lnTo>
                  <a:pt x="46" y="680"/>
                </a:lnTo>
                <a:lnTo>
                  <a:pt x="46" y="686"/>
                </a:lnTo>
                <a:lnTo>
                  <a:pt x="0" y="686"/>
                </a:lnTo>
                <a:lnTo>
                  <a:pt x="0" y="680"/>
                </a:lnTo>
                <a:close/>
                <a:moveTo>
                  <a:pt x="0" y="337"/>
                </a:moveTo>
                <a:lnTo>
                  <a:pt x="46" y="337"/>
                </a:lnTo>
                <a:lnTo>
                  <a:pt x="46" y="343"/>
                </a:lnTo>
                <a:lnTo>
                  <a:pt x="0" y="343"/>
                </a:lnTo>
                <a:lnTo>
                  <a:pt x="0" y="337"/>
                </a:lnTo>
                <a:close/>
                <a:moveTo>
                  <a:pt x="0" y="0"/>
                </a:moveTo>
                <a:lnTo>
                  <a:pt x="46" y="0"/>
                </a:lnTo>
                <a:lnTo>
                  <a:pt x="46" y="6"/>
                </a:lnTo>
                <a:lnTo>
                  <a:pt x="0" y="6"/>
                </a:lnTo>
                <a:lnTo>
                  <a:pt x="0" y="0"/>
                </a:lnTo>
                <a:close/>
              </a:path>
            </a:pathLst>
          </a:custGeom>
          <a:solidFill>
            <a:srgbClr val="000000"/>
          </a:solidFill>
          <a:ln w="9525">
            <a:solidFill>
              <a:srgbClr val="000000"/>
            </a:solidFill>
            <a:miter lim="800000"/>
            <a:headEnd/>
            <a:tailEnd/>
          </a:ln>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1040" eaLnBrk="1" fontAlgn="base" hangingPunct="1">
              <a:spcBef>
                <a:spcPct val="0"/>
              </a:spcBef>
              <a:spcAft>
                <a:spcPct val="0"/>
              </a:spcAft>
            </a:pPr>
            <a:endParaRPr lang="zh-CN" altLang="zh-CN" sz="908">
              <a:solidFill>
                <a:srgbClr val="000000"/>
              </a:solidFill>
              <a:ea typeface="宋体" panose="02010600030101010101" pitchFamily="2" charset="-122"/>
            </a:endParaRPr>
          </a:p>
        </p:txBody>
      </p:sp>
      <p:sp>
        <p:nvSpPr>
          <p:cNvPr id="46089" name="Rectangle 14">
            <a:extLst>
              <a:ext uri="{FF2B5EF4-FFF2-40B4-BE49-F238E27FC236}">
                <a16:creationId xmlns:a16="http://schemas.microsoft.com/office/drawing/2014/main" id="{193AF898-1D34-D9DD-4C22-25C93E012E23}"/>
              </a:ext>
            </a:extLst>
          </p:cNvPr>
          <p:cNvSpPr>
            <a:spLocks noChangeArrowheads="1"/>
          </p:cNvSpPr>
          <p:nvPr/>
        </p:nvSpPr>
        <p:spPr bwMode="auto">
          <a:xfrm>
            <a:off x="647495" y="3089394"/>
            <a:ext cx="3743305" cy="4002"/>
          </a:xfrm>
          <a:prstGeom prst="rect">
            <a:avLst/>
          </a:prstGeom>
          <a:solidFill>
            <a:srgbClr val="000000"/>
          </a:solidFill>
          <a:ln w="9525">
            <a:solidFill>
              <a:srgbClr val="000000"/>
            </a:solidFill>
            <a:miter lim="800000"/>
            <a:headEnd/>
            <a:tailEnd/>
          </a:ln>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1040" eaLnBrk="1" fontAlgn="base" hangingPunct="1">
              <a:spcBef>
                <a:spcPct val="0"/>
              </a:spcBef>
              <a:spcAft>
                <a:spcPct val="0"/>
              </a:spcAft>
            </a:pPr>
            <a:endParaRPr lang="zh-CN" altLang="zh-CN" sz="908">
              <a:solidFill>
                <a:srgbClr val="000000"/>
              </a:solidFill>
              <a:ea typeface="宋体" panose="02010600030101010101" pitchFamily="2" charset="-122"/>
            </a:endParaRPr>
          </a:p>
        </p:txBody>
      </p:sp>
      <p:sp>
        <p:nvSpPr>
          <p:cNvPr id="46090" name="Freeform 15">
            <a:extLst>
              <a:ext uri="{FF2B5EF4-FFF2-40B4-BE49-F238E27FC236}">
                <a16:creationId xmlns:a16="http://schemas.microsoft.com/office/drawing/2014/main" id="{2AAA5C2B-D194-65C9-B887-AD1262022588}"/>
              </a:ext>
            </a:extLst>
          </p:cNvPr>
          <p:cNvSpPr>
            <a:spLocks noEditPoints="1"/>
          </p:cNvSpPr>
          <p:nvPr/>
        </p:nvSpPr>
        <p:spPr bwMode="auto">
          <a:xfrm>
            <a:off x="647495" y="3051777"/>
            <a:ext cx="3748107" cy="74434"/>
          </a:xfrm>
          <a:custGeom>
            <a:avLst/>
            <a:gdLst>
              <a:gd name="T0" fmla="*/ 88 w 4683"/>
              <a:gd name="T1" fmla="*/ 12 h 93"/>
              <a:gd name="T2" fmla="*/ 163 w 4683"/>
              <a:gd name="T3" fmla="*/ 47 h 93"/>
              <a:gd name="T4" fmla="*/ 239 w 4683"/>
              <a:gd name="T5" fmla="*/ 47 h 93"/>
              <a:gd name="T6" fmla="*/ 315 w 4683"/>
              <a:gd name="T7" fmla="*/ 12 h 93"/>
              <a:gd name="T8" fmla="*/ 402 w 4683"/>
              <a:gd name="T9" fmla="*/ 12 h 93"/>
              <a:gd name="T10" fmla="*/ 559 w 4683"/>
              <a:gd name="T11" fmla="*/ 12 h 93"/>
              <a:gd name="T12" fmla="*/ 641 w 4683"/>
              <a:gd name="T13" fmla="*/ 47 h 93"/>
              <a:gd name="T14" fmla="*/ 711 w 4683"/>
              <a:gd name="T15" fmla="*/ 47 h 93"/>
              <a:gd name="T16" fmla="*/ 792 w 4683"/>
              <a:gd name="T17" fmla="*/ 12 h 93"/>
              <a:gd name="T18" fmla="*/ 880 w 4683"/>
              <a:gd name="T19" fmla="*/ 12 h 93"/>
              <a:gd name="T20" fmla="*/ 1037 w 4683"/>
              <a:gd name="T21" fmla="*/ 12 h 93"/>
              <a:gd name="T22" fmla="*/ 1118 w 4683"/>
              <a:gd name="T23" fmla="*/ 47 h 93"/>
              <a:gd name="T24" fmla="*/ 1188 w 4683"/>
              <a:gd name="T25" fmla="*/ 47 h 93"/>
              <a:gd name="T26" fmla="*/ 1270 w 4683"/>
              <a:gd name="T27" fmla="*/ 12 h 93"/>
              <a:gd name="T28" fmla="*/ 1351 w 4683"/>
              <a:gd name="T29" fmla="*/ 12 h 93"/>
              <a:gd name="T30" fmla="*/ 1514 w 4683"/>
              <a:gd name="T31" fmla="*/ 12 h 93"/>
              <a:gd name="T32" fmla="*/ 1590 w 4683"/>
              <a:gd name="T33" fmla="*/ 47 h 93"/>
              <a:gd name="T34" fmla="*/ 1666 w 4683"/>
              <a:gd name="T35" fmla="*/ 47 h 93"/>
              <a:gd name="T36" fmla="*/ 1742 w 4683"/>
              <a:gd name="T37" fmla="*/ 12 h 93"/>
              <a:gd name="T38" fmla="*/ 1829 w 4683"/>
              <a:gd name="T39" fmla="*/ 12 h 93"/>
              <a:gd name="T40" fmla="*/ 1986 w 4683"/>
              <a:gd name="T41" fmla="*/ 12 h 93"/>
              <a:gd name="T42" fmla="*/ 2068 w 4683"/>
              <a:gd name="T43" fmla="*/ 47 h 93"/>
              <a:gd name="T44" fmla="*/ 2138 w 4683"/>
              <a:gd name="T45" fmla="*/ 47 h 93"/>
              <a:gd name="T46" fmla="*/ 2219 w 4683"/>
              <a:gd name="T47" fmla="*/ 12 h 93"/>
              <a:gd name="T48" fmla="*/ 2306 w 4683"/>
              <a:gd name="T49" fmla="*/ 12 h 93"/>
              <a:gd name="T50" fmla="*/ 2464 w 4683"/>
              <a:gd name="T51" fmla="*/ 12 h 93"/>
              <a:gd name="T52" fmla="*/ 2545 w 4683"/>
              <a:gd name="T53" fmla="*/ 47 h 93"/>
              <a:gd name="T54" fmla="*/ 2615 w 4683"/>
              <a:gd name="T55" fmla="*/ 47 h 93"/>
              <a:gd name="T56" fmla="*/ 2697 w 4683"/>
              <a:gd name="T57" fmla="*/ 12 h 93"/>
              <a:gd name="T58" fmla="*/ 2778 w 4683"/>
              <a:gd name="T59" fmla="*/ 12 h 93"/>
              <a:gd name="T60" fmla="*/ 2941 w 4683"/>
              <a:gd name="T61" fmla="*/ 12 h 93"/>
              <a:gd name="T62" fmla="*/ 3017 w 4683"/>
              <a:gd name="T63" fmla="*/ 47 h 93"/>
              <a:gd name="T64" fmla="*/ 3093 w 4683"/>
              <a:gd name="T65" fmla="*/ 47 h 93"/>
              <a:gd name="T66" fmla="*/ 3168 w 4683"/>
              <a:gd name="T67" fmla="*/ 12 h 93"/>
              <a:gd name="T68" fmla="*/ 3256 w 4683"/>
              <a:gd name="T69" fmla="*/ 12 h 93"/>
              <a:gd name="T70" fmla="*/ 3413 w 4683"/>
              <a:gd name="T71" fmla="*/ 12 h 93"/>
              <a:gd name="T72" fmla="*/ 3494 w 4683"/>
              <a:gd name="T73" fmla="*/ 47 h 93"/>
              <a:gd name="T74" fmla="*/ 3564 w 4683"/>
              <a:gd name="T75" fmla="*/ 47 h 93"/>
              <a:gd name="T76" fmla="*/ 3646 w 4683"/>
              <a:gd name="T77" fmla="*/ 12 h 93"/>
              <a:gd name="T78" fmla="*/ 3733 w 4683"/>
              <a:gd name="T79" fmla="*/ 12 h 93"/>
              <a:gd name="T80" fmla="*/ 3890 w 4683"/>
              <a:gd name="T81" fmla="*/ 12 h 93"/>
              <a:gd name="T82" fmla="*/ 3972 w 4683"/>
              <a:gd name="T83" fmla="*/ 47 h 93"/>
              <a:gd name="T84" fmla="*/ 4042 w 4683"/>
              <a:gd name="T85" fmla="*/ 47 h 93"/>
              <a:gd name="T86" fmla="*/ 4123 w 4683"/>
              <a:gd name="T87" fmla="*/ 12 h 93"/>
              <a:gd name="T88" fmla="*/ 4205 w 4683"/>
              <a:gd name="T89" fmla="*/ 12 h 93"/>
              <a:gd name="T90" fmla="*/ 4368 w 4683"/>
              <a:gd name="T91" fmla="*/ 12 h 93"/>
              <a:gd name="T92" fmla="*/ 4444 w 4683"/>
              <a:gd name="T93" fmla="*/ 47 h 93"/>
              <a:gd name="T94" fmla="*/ 4519 w 4683"/>
              <a:gd name="T95" fmla="*/ 47 h 93"/>
              <a:gd name="T96" fmla="*/ 4595 w 4683"/>
              <a:gd name="T97" fmla="*/ 12 h 93"/>
              <a:gd name="T98" fmla="*/ 4683 w 4683"/>
              <a:gd name="T99" fmla="*/ 12 h 93"/>
              <a:gd name="T100" fmla="*/ 402 w 4683"/>
              <a:gd name="T101" fmla="*/ 0 h 93"/>
              <a:gd name="T102" fmla="*/ 798 w 4683"/>
              <a:gd name="T103" fmla="*/ 93 h 93"/>
              <a:gd name="T104" fmla="*/ 1188 w 4683"/>
              <a:gd name="T105" fmla="*/ 93 h 93"/>
              <a:gd name="T106" fmla="*/ 1584 w 4683"/>
              <a:gd name="T107" fmla="*/ 0 h 93"/>
              <a:gd name="T108" fmla="*/ 1986 w 4683"/>
              <a:gd name="T109" fmla="*/ 0 h 93"/>
              <a:gd name="T110" fmla="*/ 2778 w 4683"/>
              <a:gd name="T111" fmla="*/ 0 h 93"/>
              <a:gd name="T112" fmla="*/ 3174 w 4683"/>
              <a:gd name="T113" fmla="*/ 93 h 93"/>
              <a:gd name="T114" fmla="*/ 3564 w 4683"/>
              <a:gd name="T115" fmla="*/ 93 h 93"/>
              <a:gd name="T116" fmla="*/ 3966 w 4683"/>
              <a:gd name="T117" fmla="*/ 0 h 93"/>
              <a:gd name="T118" fmla="*/ 4368 w 4683"/>
              <a:gd name="T119" fmla="*/ 0 h 93"/>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w 4683"/>
              <a:gd name="T181" fmla="*/ 0 h 93"/>
              <a:gd name="T182" fmla="*/ 4683 w 4683"/>
              <a:gd name="T183" fmla="*/ 93 h 93"/>
            </a:gdLst>
            <a:ahLst/>
            <a:cxnLst>
              <a:cxn ang="T120">
                <a:pos x="T0" y="T1"/>
              </a:cxn>
              <a:cxn ang="T121">
                <a:pos x="T2" y="T3"/>
              </a:cxn>
              <a:cxn ang="T122">
                <a:pos x="T4" y="T5"/>
              </a:cxn>
              <a:cxn ang="T123">
                <a:pos x="T6" y="T7"/>
              </a:cxn>
              <a:cxn ang="T124">
                <a:pos x="T8" y="T9"/>
              </a:cxn>
              <a:cxn ang="T125">
                <a:pos x="T10" y="T11"/>
              </a:cxn>
              <a:cxn ang="T126">
                <a:pos x="T12" y="T13"/>
              </a:cxn>
              <a:cxn ang="T127">
                <a:pos x="T14" y="T15"/>
              </a:cxn>
              <a:cxn ang="T128">
                <a:pos x="T16" y="T17"/>
              </a:cxn>
              <a:cxn ang="T129">
                <a:pos x="T18" y="T19"/>
              </a:cxn>
              <a:cxn ang="T130">
                <a:pos x="T20" y="T21"/>
              </a:cxn>
              <a:cxn ang="T131">
                <a:pos x="T22" y="T23"/>
              </a:cxn>
              <a:cxn ang="T132">
                <a:pos x="T24" y="T25"/>
              </a:cxn>
              <a:cxn ang="T133">
                <a:pos x="T26" y="T27"/>
              </a:cxn>
              <a:cxn ang="T134">
                <a:pos x="T28" y="T29"/>
              </a:cxn>
              <a:cxn ang="T135">
                <a:pos x="T30" y="T31"/>
              </a:cxn>
              <a:cxn ang="T136">
                <a:pos x="T32" y="T33"/>
              </a:cxn>
              <a:cxn ang="T137">
                <a:pos x="T34" y="T35"/>
              </a:cxn>
              <a:cxn ang="T138">
                <a:pos x="T36" y="T37"/>
              </a:cxn>
              <a:cxn ang="T139">
                <a:pos x="T38" y="T39"/>
              </a:cxn>
              <a:cxn ang="T140">
                <a:pos x="T40" y="T41"/>
              </a:cxn>
              <a:cxn ang="T141">
                <a:pos x="T42" y="T43"/>
              </a:cxn>
              <a:cxn ang="T142">
                <a:pos x="T44" y="T45"/>
              </a:cxn>
              <a:cxn ang="T143">
                <a:pos x="T46" y="T47"/>
              </a:cxn>
              <a:cxn ang="T144">
                <a:pos x="T48" y="T49"/>
              </a:cxn>
              <a:cxn ang="T145">
                <a:pos x="T50" y="T51"/>
              </a:cxn>
              <a:cxn ang="T146">
                <a:pos x="T52" y="T53"/>
              </a:cxn>
              <a:cxn ang="T147">
                <a:pos x="T54" y="T55"/>
              </a:cxn>
              <a:cxn ang="T148">
                <a:pos x="T56" y="T57"/>
              </a:cxn>
              <a:cxn ang="T149">
                <a:pos x="T58" y="T59"/>
              </a:cxn>
              <a:cxn ang="T150">
                <a:pos x="T60" y="T61"/>
              </a:cxn>
              <a:cxn ang="T151">
                <a:pos x="T62" y="T63"/>
              </a:cxn>
              <a:cxn ang="T152">
                <a:pos x="T64" y="T65"/>
              </a:cxn>
              <a:cxn ang="T153">
                <a:pos x="T66" y="T67"/>
              </a:cxn>
              <a:cxn ang="T154">
                <a:pos x="T68" y="T69"/>
              </a:cxn>
              <a:cxn ang="T155">
                <a:pos x="T70" y="T71"/>
              </a:cxn>
              <a:cxn ang="T156">
                <a:pos x="T72" y="T73"/>
              </a:cxn>
              <a:cxn ang="T157">
                <a:pos x="T74" y="T75"/>
              </a:cxn>
              <a:cxn ang="T158">
                <a:pos x="T76" y="T77"/>
              </a:cxn>
              <a:cxn ang="T159">
                <a:pos x="T78" y="T79"/>
              </a:cxn>
              <a:cxn ang="T160">
                <a:pos x="T80" y="T81"/>
              </a:cxn>
              <a:cxn ang="T161">
                <a:pos x="T82" y="T83"/>
              </a:cxn>
              <a:cxn ang="T162">
                <a:pos x="T84" y="T85"/>
              </a:cxn>
              <a:cxn ang="T163">
                <a:pos x="T86" y="T87"/>
              </a:cxn>
              <a:cxn ang="T164">
                <a:pos x="T88" y="T89"/>
              </a:cxn>
              <a:cxn ang="T165">
                <a:pos x="T90" y="T91"/>
              </a:cxn>
              <a:cxn ang="T166">
                <a:pos x="T92" y="T93"/>
              </a:cxn>
              <a:cxn ang="T167">
                <a:pos x="T94" y="T95"/>
              </a:cxn>
              <a:cxn ang="T168">
                <a:pos x="T96" y="T97"/>
              </a:cxn>
              <a:cxn ang="T169">
                <a:pos x="T98" y="T99"/>
              </a:cxn>
              <a:cxn ang="T170">
                <a:pos x="T100" y="T101"/>
              </a:cxn>
              <a:cxn ang="T171">
                <a:pos x="T102" y="T103"/>
              </a:cxn>
              <a:cxn ang="T172">
                <a:pos x="T104" y="T105"/>
              </a:cxn>
              <a:cxn ang="T173">
                <a:pos x="T106" y="T107"/>
              </a:cxn>
              <a:cxn ang="T174">
                <a:pos x="T108" y="T109"/>
              </a:cxn>
              <a:cxn ang="T175">
                <a:pos x="T110" y="T111"/>
              </a:cxn>
              <a:cxn ang="T176">
                <a:pos x="T112" y="T113"/>
              </a:cxn>
              <a:cxn ang="T177">
                <a:pos x="T114" y="T115"/>
              </a:cxn>
              <a:cxn ang="T178">
                <a:pos x="T116" y="T117"/>
              </a:cxn>
              <a:cxn ang="T179">
                <a:pos x="T118" y="T119"/>
              </a:cxn>
            </a:cxnLst>
            <a:rect l="T180" t="T181" r="T182" b="T183"/>
            <a:pathLst>
              <a:path w="4683" h="93">
                <a:moveTo>
                  <a:pt x="6" y="12"/>
                </a:moveTo>
                <a:lnTo>
                  <a:pt x="6" y="47"/>
                </a:lnTo>
                <a:lnTo>
                  <a:pt x="0" y="47"/>
                </a:lnTo>
                <a:lnTo>
                  <a:pt x="0" y="12"/>
                </a:lnTo>
                <a:lnTo>
                  <a:pt x="6" y="12"/>
                </a:lnTo>
                <a:close/>
                <a:moveTo>
                  <a:pt x="88" y="12"/>
                </a:moveTo>
                <a:lnTo>
                  <a:pt x="88" y="47"/>
                </a:lnTo>
                <a:lnTo>
                  <a:pt x="82" y="47"/>
                </a:lnTo>
                <a:lnTo>
                  <a:pt x="82" y="12"/>
                </a:lnTo>
                <a:lnTo>
                  <a:pt x="88" y="12"/>
                </a:lnTo>
                <a:close/>
                <a:moveTo>
                  <a:pt x="163" y="12"/>
                </a:moveTo>
                <a:lnTo>
                  <a:pt x="163" y="47"/>
                </a:lnTo>
                <a:lnTo>
                  <a:pt x="157" y="47"/>
                </a:lnTo>
                <a:lnTo>
                  <a:pt x="157" y="12"/>
                </a:lnTo>
                <a:lnTo>
                  <a:pt x="163" y="12"/>
                </a:lnTo>
                <a:close/>
                <a:moveTo>
                  <a:pt x="245" y="12"/>
                </a:moveTo>
                <a:lnTo>
                  <a:pt x="245" y="47"/>
                </a:lnTo>
                <a:lnTo>
                  <a:pt x="239" y="47"/>
                </a:lnTo>
                <a:lnTo>
                  <a:pt x="239" y="12"/>
                </a:lnTo>
                <a:lnTo>
                  <a:pt x="245" y="12"/>
                </a:lnTo>
                <a:close/>
                <a:moveTo>
                  <a:pt x="321" y="12"/>
                </a:moveTo>
                <a:lnTo>
                  <a:pt x="321" y="47"/>
                </a:lnTo>
                <a:lnTo>
                  <a:pt x="315" y="47"/>
                </a:lnTo>
                <a:lnTo>
                  <a:pt x="315" y="12"/>
                </a:lnTo>
                <a:lnTo>
                  <a:pt x="321" y="12"/>
                </a:lnTo>
                <a:close/>
                <a:moveTo>
                  <a:pt x="402" y="12"/>
                </a:moveTo>
                <a:lnTo>
                  <a:pt x="402" y="47"/>
                </a:lnTo>
                <a:lnTo>
                  <a:pt x="396" y="47"/>
                </a:lnTo>
                <a:lnTo>
                  <a:pt x="396" y="12"/>
                </a:lnTo>
                <a:lnTo>
                  <a:pt x="402" y="12"/>
                </a:lnTo>
                <a:close/>
                <a:moveTo>
                  <a:pt x="484" y="12"/>
                </a:moveTo>
                <a:lnTo>
                  <a:pt x="484" y="47"/>
                </a:lnTo>
                <a:lnTo>
                  <a:pt x="478" y="47"/>
                </a:lnTo>
                <a:lnTo>
                  <a:pt x="478" y="12"/>
                </a:lnTo>
                <a:lnTo>
                  <a:pt x="484" y="12"/>
                </a:lnTo>
                <a:close/>
                <a:moveTo>
                  <a:pt x="559" y="12"/>
                </a:moveTo>
                <a:lnTo>
                  <a:pt x="559" y="47"/>
                </a:lnTo>
                <a:lnTo>
                  <a:pt x="554" y="47"/>
                </a:lnTo>
                <a:lnTo>
                  <a:pt x="554" y="12"/>
                </a:lnTo>
                <a:lnTo>
                  <a:pt x="559" y="12"/>
                </a:lnTo>
                <a:close/>
                <a:moveTo>
                  <a:pt x="641" y="12"/>
                </a:moveTo>
                <a:lnTo>
                  <a:pt x="641" y="47"/>
                </a:lnTo>
                <a:lnTo>
                  <a:pt x="635" y="47"/>
                </a:lnTo>
                <a:lnTo>
                  <a:pt x="635" y="12"/>
                </a:lnTo>
                <a:lnTo>
                  <a:pt x="641" y="12"/>
                </a:lnTo>
                <a:close/>
                <a:moveTo>
                  <a:pt x="717" y="12"/>
                </a:moveTo>
                <a:lnTo>
                  <a:pt x="717" y="47"/>
                </a:lnTo>
                <a:lnTo>
                  <a:pt x="711" y="47"/>
                </a:lnTo>
                <a:lnTo>
                  <a:pt x="711" y="12"/>
                </a:lnTo>
                <a:lnTo>
                  <a:pt x="717" y="12"/>
                </a:lnTo>
                <a:close/>
                <a:moveTo>
                  <a:pt x="798" y="12"/>
                </a:moveTo>
                <a:lnTo>
                  <a:pt x="798" y="47"/>
                </a:lnTo>
                <a:lnTo>
                  <a:pt x="792" y="47"/>
                </a:lnTo>
                <a:lnTo>
                  <a:pt x="792" y="12"/>
                </a:lnTo>
                <a:lnTo>
                  <a:pt x="798" y="12"/>
                </a:lnTo>
                <a:close/>
                <a:moveTo>
                  <a:pt x="880" y="12"/>
                </a:moveTo>
                <a:lnTo>
                  <a:pt x="880" y="47"/>
                </a:lnTo>
                <a:lnTo>
                  <a:pt x="874" y="47"/>
                </a:lnTo>
                <a:lnTo>
                  <a:pt x="874" y="12"/>
                </a:lnTo>
                <a:lnTo>
                  <a:pt x="880" y="12"/>
                </a:lnTo>
                <a:close/>
                <a:moveTo>
                  <a:pt x="955" y="12"/>
                </a:moveTo>
                <a:lnTo>
                  <a:pt x="955" y="47"/>
                </a:lnTo>
                <a:lnTo>
                  <a:pt x="950" y="47"/>
                </a:lnTo>
                <a:lnTo>
                  <a:pt x="950" y="12"/>
                </a:lnTo>
                <a:lnTo>
                  <a:pt x="955" y="12"/>
                </a:lnTo>
                <a:close/>
                <a:moveTo>
                  <a:pt x="1037" y="12"/>
                </a:moveTo>
                <a:lnTo>
                  <a:pt x="1037" y="47"/>
                </a:lnTo>
                <a:lnTo>
                  <a:pt x="1031" y="47"/>
                </a:lnTo>
                <a:lnTo>
                  <a:pt x="1031" y="12"/>
                </a:lnTo>
                <a:lnTo>
                  <a:pt x="1037" y="12"/>
                </a:lnTo>
                <a:close/>
                <a:moveTo>
                  <a:pt x="1118" y="12"/>
                </a:moveTo>
                <a:lnTo>
                  <a:pt x="1118" y="47"/>
                </a:lnTo>
                <a:lnTo>
                  <a:pt x="1113" y="47"/>
                </a:lnTo>
                <a:lnTo>
                  <a:pt x="1113" y="12"/>
                </a:lnTo>
                <a:lnTo>
                  <a:pt x="1118" y="12"/>
                </a:lnTo>
                <a:close/>
                <a:moveTo>
                  <a:pt x="1194" y="12"/>
                </a:moveTo>
                <a:lnTo>
                  <a:pt x="1194" y="47"/>
                </a:lnTo>
                <a:lnTo>
                  <a:pt x="1188" y="47"/>
                </a:lnTo>
                <a:lnTo>
                  <a:pt x="1188" y="12"/>
                </a:lnTo>
                <a:lnTo>
                  <a:pt x="1194" y="12"/>
                </a:lnTo>
                <a:close/>
                <a:moveTo>
                  <a:pt x="1276" y="12"/>
                </a:moveTo>
                <a:lnTo>
                  <a:pt x="1276" y="47"/>
                </a:lnTo>
                <a:lnTo>
                  <a:pt x="1270" y="47"/>
                </a:lnTo>
                <a:lnTo>
                  <a:pt x="1270" y="12"/>
                </a:lnTo>
                <a:lnTo>
                  <a:pt x="1276" y="12"/>
                </a:lnTo>
                <a:close/>
                <a:moveTo>
                  <a:pt x="1351" y="12"/>
                </a:moveTo>
                <a:lnTo>
                  <a:pt x="1351" y="47"/>
                </a:lnTo>
                <a:lnTo>
                  <a:pt x="1346" y="47"/>
                </a:lnTo>
                <a:lnTo>
                  <a:pt x="1346" y="12"/>
                </a:lnTo>
                <a:lnTo>
                  <a:pt x="1351" y="12"/>
                </a:lnTo>
                <a:close/>
                <a:moveTo>
                  <a:pt x="1433" y="12"/>
                </a:moveTo>
                <a:lnTo>
                  <a:pt x="1433" y="47"/>
                </a:lnTo>
                <a:lnTo>
                  <a:pt x="1427" y="47"/>
                </a:lnTo>
                <a:lnTo>
                  <a:pt x="1427" y="12"/>
                </a:lnTo>
                <a:lnTo>
                  <a:pt x="1433" y="12"/>
                </a:lnTo>
                <a:close/>
                <a:moveTo>
                  <a:pt x="1514" y="12"/>
                </a:moveTo>
                <a:lnTo>
                  <a:pt x="1514" y="47"/>
                </a:lnTo>
                <a:lnTo>
                  <a:pt x="1509" y="47"/>
                </a:lnTo>
                <a:lnTo>
                  <a:pt x="1509" y="12"/>
                </a:lnTo>
                <a:lnTo>
                  <a:pt x="1514" y="12"/>
                </a:lnTo>
                <a:close/>
                <a:moveTo>
                  <a:pt x="1590" y="12"/>
                </a:moveTo>
                <a:lnTo>
                  <a:pt x="1590" y="47"/>
                </a:lnTo>
                <a:lnTo>
                  <a:pt x="1584" y="47"/>
                </a:lnTo>
                <a:lnTo>
                  <a:pt x="1584" y="12"/>
                </a:lnTo>
                <a:lnTo>
                  <a:pt x="1590" y="12"/>
                </a:lnTo>
                <a:close/>
                <a:moveTo>
                  <a:pt x="1672" y="12"/>
                </a:moveTo>
                <a:lnTo>
                  <a:pt x="1672" y="47"/>
                </a:lnTo>
                <a:lnTo>
                  <a:pt x="1666" y="47"/>
                </a:lnTo>
                <a:lnTo>
                  <a:pt x="1666" y="12"/>
                </a:lnTo>
                <a:lnTo>
                  <a:pt x="1672" y="12"/>
                </a:lnTo>
                <a:close/>
                <a:moveTo>
                  <a:pt x="1747" y="12"/>
                </a:moveTo>
                <a:lnTo>
                  <a:pt x="1747" y="47"/>
                </a:lnTo>
                <a:lnTo>
                  <a:pt x="1742" y="47"/>
                </a:lnTo>
                <a:lnTo>
                  <a:pt x="1742" y="12"/>
                </a:lnTo>
                <a:lnTo>
                  <a:pt x="1747" y="12"/>
                </a:lnTo>
                <a:close/>
                <a:moveTo>
                  <a:pt x="1829" y="12"/>
                </a:moveTo>
                <a:lnTo>
                  <a:pt x="1829" y="47"/>
                </a:lnTo>
                <a:lnTo>
                  <a:pt x="1823" y="47"/>
                </a:lnTo>
                <a:lnTo>
                  <a:pt x="1823" y="12"/>
                </a:lnTo>
                <a:lnTo>
                  <a:pt x="1829" y="12"/>
                </a:lnTo>
                <a:close/>
                <a:moveTo>
                  <a:pt x="1910" y="12"/>
                </a:moveTo>
                <a:lnTo>
                  <a:pt x="1910" y="47"/>
                </a:lnTo>
                <a:lnTo>
                  <a:pt x="1905" y="47"/>
                </a:lnTo>
                <a:lnTo>
                  <a:pt x="1905" y="12"/>
                </a:lnTo>
                <a:lnTo>
                  <a:pt x="1910" y="12"/>
                </a:lnTo>
                <a:close/>
                <a:moveTo>
                  <a:pt x="1986" y="12"/>
                </a:moveTo>
                <a:lnTo>
                  <a:pt x="1986" y="47"/>
                </a:lnTo>
                <a:lnTo>
                  <a:pt x="1980" y="47"/>
                </a:lnTo>
                <a:lnTo>
                  <a:pt x="1980" y="12"/>
                </a:lnTo>
                <a:lnTo>
                  <a:pt x="1986" y="12"/>
                </a:lnTo>
                <a:close/>
                <a:moveTo>
                  <a:pt x="2068" y="12"/>
                </a:moveTo>
                <a:lnTo>
                  <a:pt x="2068" y="47"/>
                </a:lnTo>
                <a:lnTo>
                  <a:pt x="2062" y="47"/>
                </a:lnTo>
                <a:lnTo>
                  <a:pt x="2062" y="12"/>
                </a:lnTo>
                <a:lnTo>
                  <a:pt x="2068" y="12"/>
                </a:lnTo>
                <a:close/>
                <a:moveTo>
                  <a:pt x="2143" y="12"/>
                </a:moveTo>
                <a:lnTo>
                  <a:pt x="2143" y="47"/>
                </a:lnTo>
                <a:lnTo>
                  <a:pt x="2138" y="47"/>
                </a:lnTo>
                <a:lnTo>
                  <a:pt x="2138" y="12"/>
                </a:lnTo>
                <a:lnTo>
                  <a:pt x="2143" y="12"/>
                </a:lnTo>
                <a:close/>
                <a:moveTo>
                  <a:pt x="2225" y="12"/>
                </a:moveTo>
                <a:lnTo>
                  <a:pt x="2225" y="47"/>
                </a:lnTo>
                <a:lnTo>
                  <a:pt x="2219" y="47"/>
                </a:lnTo>
                <a:lnTo>
                  <a:pt x="2219" y="12"/>
                </a:lnTo>
                <a:lnTo>
                  <a:pt x="2225" y="12"/>
                </a:lnTo>
                <a:close/>
                <a:moveTo>
                  <a:pt x="2306" y="12"/>
                </a:moveTo>
                <a:lnTo>
                  <a:pt x="2306" y="47"/>
                </a:lnTo>
                <a:lnTo>
                  <a:pt x="2301" y="47"/>
                </a:lnTo>
                <a:lnTo>
                  <a:pt x="2301" y="12"/>
                </a:lnTo>
                <a:lnTo>
                  <a:pt x="2306" y="12"/>
                </a:lnTo>
                <a:close/>
                <a:moveTo>
                  <a:pt x="2382" y="12"/>
                </a:moveTo>
                <a:lnTo>
                  <a:pt x="2382" y="47"/>
                </a:lnTo>
                <a:lnTo>
                  <a:pt x="2376" y="47"/>
                </a:lnTo>
                <a:lnTo>
                  <a:pt x="2376" y="12"/>
                </a:lnTo>
                <a:lnTo>
                  <a:pt x="2382" y="12"/>
                </a:lnTo>
                <a:close/>
                <a:moveTo>
                  <a:pt x="2464" y="12"/>
                </a:moveTo>
                <a:lnTo>
                  <a:pt x="2464" y="47"/>
                </a:lnTo>
                <a:lnTo>
                  <a:pt x="2458" y="47"/>
                </a:lnTo>
                <a:lnTo>
                  <a:pt x="2458" y="12"/>
                </a:lnTo>
                <a:lnTo>
                  <a:pt x="2464" y="12"/>
                </a:lnTo>
                <a:close/>
                <a:moveTo>
                  <a:pt x="2545" y="12"/>
                </a:moveTo>
                <a:lnTo>
                  <a:pt x="2545" y="47"/>
                </a:lnTo>
                <a:lnTo>
                  <a:pt x="2539" y="47"/>
                </a:lnTo>
                <a:lnTo>
                  <a:pt x="2539" y="12"/>
                </a:lnTo>
                <a:lnTo>
                  <a:pt x="2545" y="12"/>
                </a:lnTo>
                <a:close/>
                <a:moveTo>
                  <a:pt x="2621" y="12"/>
                </a:moveTo>
                <a:lnTo>
                  <a:pt x="2621" y="47"/>
                </a:lnTo>
                <a:lnTo>
                  <a:pt x="2615" y="47"/>
                </a:lnTo>
                <a:lnTo>
                  <a:pt x="2615" y="12"/>
                </a:lnTo>
                <a:lnTo>
                  <a:pt x="2621" y="12"/>
                </a:lnTo>
                <a:close/>
                <a:moveTo>
                  <a:pt x="2702" y="12"/>
                </a:moveTo>
                <a:lnTo>
                  <a:pt x="2702" y="47"/>
                </a:lnTo>
                <a:lnTo>
                  <a:pt x="2697" y="47"/>
                </a:lnTo>
                <a:lnTo>
                  <a:pt x="2697" y="12"/>
                </a:lnTo>
                <a:lnTo>
                  <a:pt x="2702" y="12"/>
                </a:lnTo>
                <a:close/>
                <a:moveTo>
                  <a:pt x="2778" y="12"/>
                </a:moveTo>
                <a:lnTo>
                  <a:pt x="2778" y="47"/>
                </a:lnTo>
                <a:lnTo>
                  <a:pt x="2772" y="47"/>
                </a:lnTo>
                <a:lnTo>
                  <a:pt x="2772" y="12"/>
                </a:lnTo>
                <a:lnTo>
                  <a:pt x="2778" y="12"/>
                </a:lnTo>
                <a:close/>
                <a:moveTo>
                  <a:pt x="2860" y="12"/>
                </a:moveTo>
                <a:lnTo>
                  <a:pt x="2860" y="47"/>
                </a:lnTo>
                <a:lnTo>
                  <a:pt x="2854" y="47"/>
                </a:lnTo>
                <a:lnTo>
                  <a:pt x="2854" y="12"/>
                </a:lnTo>
                <a:lnTo>
                  <a:pt x="2860" y="12"/>
                </a:lnTo>
                <a:close/>
                <a:moveTo>
                  <a:pt x="2941" y="12"/>
                </a:moveTo>
                <a:lnTo>
                  <a:pt x="2941" y="47"/>
                </a:lnTo>
                <a:lnTo>
                  <a:pt x="2935" y="47"/>
                </a:lnTo>
                <a:lnTo>
                  <a:pt x="2935" y="12"/>
                </a:lnTo>
                <a:lnTo>
                  <a:pt x="2941" y="12"/>
                </a:lnTo>
                <a:close/>
                <a:moveTo>
                  <a:pt x="3017" y="12"/>
                </a:moveTo>
                <a:lnTo>
                  <a:pt x="3017" y="47"/>
                </a:lnTo>
                <a:lnTo>
                  <a:pt x="3011" y="47"/>
                </a:lnTo>
                <a:lnTo>
                  <a:pt x="3011" y="12"/>
                </a:lnTo>
                <a:lnTo>
                  <a:pt x="3017" y="12"/>
                </a:lnTo>
                <a:close/>
                <a:moveTo>
                  <a:pt x="3098" y="12"/>
                </a:moveTo>
                <a:lnTo>
                  <a:pt x="3098" y="47"/>
                </a:lnTo>
                <a:lnTo>
                  <a:pt x="3093" y="47"/>
                </a:lnTo>
                <a:lnTo>
                  <a:pt x="3093" y="12"/>
                </a:lnTo>
                <a:lnTo>
                  <a:pt x="3098" y="12"/>
                </a:lnTo>
                <a:close/>
                <a:moveTo>
                  <a:pt x="3174" y="12"/>
                </a:moveTo>
                <a:lnTo>
                  <a:pt x="3174" y="47"/>
                </a:lnTo>
                <a:lnTo>
                  <a:pt x="3168" y="47"/>
                </a:lnTo>
                <a:lnTo>
                  <a:pt x="3168" y="12"/>
                </a:lnTo>
                <a:lnTo>
                  <a:pt x="3174" y="12"/>
                </a:lnTo>
                <a:close/>
                <a:moveTo>
                  <a:pt x="3256" y="12"/>
                </a:moveTo>
                <a:lnTo>
                  <a:pt x="3256" y="47"/>
                </a:lnTo>
                <a:lnTo>
                  <a:pt x="3250" y="47"/>
                </a:lnTo>
                <a:lnTo>
                  <a:pt x="3250" y="12"/>
                </a:lnTo>
                <a:lnTo>
                  <a:pt x="3256" y="12"/>
                </a:lnTo>
                <a:close/>
                <a:moveTo>
                  <a:pt x="3337" y="12"/>
                </a:moveTo>
                <a:lnTo>
                  <a:pt x="3337" y="47"/>
                </a:lnTo>
                <a:lnTo>
                  <a:pt x="3331" y="47"/>
                </a:lnTo>
                <a:lnTo>
                  <a:pt x="3331" y="12"/>
                </a:lnTo>
                <a:lnTo>
                  <a:pt x="3337" y="12"/>
                </a:lnTo>
                <a:close/>
                <a:moveTo>
                  <a:pt x="3413" y="12"/>
                </a:moveTo>
                <a:lnTo>
                  <a:pt x="3413" y="47"/>
                </a:lnTo>
                <a:lnTo>
                  <a:pt x="3407" y="47"/>
                </a:lnTo>
                <a:lnTo>
                  <a:pt x="3407" y="12"/>
                </a:lnTo>
                <a:lnTo>
                  <a:pt x="3413" y="12"/>
                </a:lnTo>
                <a:close/>
                <a:moveTo>
                  <a:pt x="3494" y="12"/>
                </a:moveTo>
                <a:lnTo>
                  <a:pt x="3494" y="47"/>
                </a:lnTo>
                <a:lnTo>
                  <a:pt x="3489" y="47"/>
                </a:lnTo>
                <a:lnTo>
                  <a:pt x="3489" y="12"/>
                </a:lnTo>
                <a:lnTo>
                  <a:pt x="3494" y="12"/>
                </a:lnTo>
                <a:close/>
                <a:moveTo>
                  <a:pt x="3570" y="12"/>
                </a:moveTo>
                <a:lnTo>
                  <a:pt x="3570" y="47"/>
                </a:lnTo>
                <a:lnTo>
                  <a:pt x="3564" y="47"/>
                </a:lnTo>
                <a:lnTo>
                  <a:pt x="3564" y="12"/>
                </a:lnTo>
                <a:lnTo>
                  <a:pt x="3570" y="12"/>
                </a:lnTo>
                <a:close/>
                <a:moveTo>
                  <a:pt x="3652" y="12"/>
                </a:moveTo>
                <a:lnTo>
                  <a:pt x="3652" y="47"/>
                </a:lnTo>
                <a:lnTo>
                  <a:pt x="3646" y="47"/>
                </a:lnTo>
                <a:lnTo>
                  <a:pt x="3646" y="12"/>
                </a:lnTo>
                <a:lnTo>
                  <a:pt x="3652" y="12"/>
                </a:lnTo>
                <a:close/>
                <a:moveTo>
                  <a:pt x="3733" y="12"/>
                </a:moveTo>
                <a:lnTo>
                  <a:pt x="3733" y="47"/>
                </a:lnTo>
                <a:lnTo>
                  <a:pt x="3727" y="47"/>
                </a:lnTo>
                <a:lnTo>
                  <a:pt x="3727" y="12"/>
                </a:lnTo>
                <a:lnTo>
                  <a:pt x="3733" y="12"/>
                </a:lnTo>
                <a:close/>
                <a:moveTo>
                  <a:pt x="3809" y="12"/>
                </a:moveTo>
                <a:lnTo>
                  <a:pt x="3809" y="47"/>
                </a:lnTo>
                <a:lnTo>
                  <a:pt x="3803" y="47"/>
                </a:lnTo>
                <a:lnTo>
                  <a:pt x="3803" y="12"/>
                </a:lnTo>
                <a:lnTo>
                  <a:pt x="3809" y="12"/>
                </a:lnTo>
                <a:close/>
                <a:moveTo>
                  <a:pt x="3890" y="12"/>
                </a:moveTo>
                <a:lnTo>
                  <a:pt x="3890" y="47"/>
                </a:lnTo>
                <a:lnTo>
                  <a:pt x="3885" y="47"/>
                </a:lnTo>
                <a:lnTo>
                  <a:pt x="3885" y="12"/>
                </a:lnTo>
                <a:lnTo>
                  <a:pt x="3890" y="12"/>
                </a:lnTo>
                <a:close/>
                <a:moveTo>
                  <a:pt x="3972" y="12"/>
                </a:moveTo>
                <a:lnTo>
                  <a:pt x="3972" y="47"/>
                </a:lnTo>
                <a:lnTo>
                  <a:pt x="3966" y="47"/>
                </a:lnTo>
                <a:lnTo>
                  <a:pt x="3966" y="12"/>
                </a:lnTo>
                <a:lnTo>
                  <a:pt x="3972" y="12"/>
                </a:lnTo>
                <a:close/>
                <a:moveTo>
                  <a:pt x="4048" y="12"/>
                </a:moveTo>
                <a:lnTo>
                  <a:pt x="4048" y="47"/>
                </a:lnTo>
                <a:lnTo>
                  <a:pt x="4042" y="47"/>
                </a:lnTo>
                <a:lnTo>
                  <a:pt x="4042" y="12"/>
                </a:lnTo>
                <a:lnTo>
                  <a:pt x="4048" y="12"/>
                </a:lnTo>
                <a:close/>
                <a:moveTo>
                  <a:pt x="4129" y="12"/>
                </a:moveTo>
                <a:lnTo>
                  <a:pt x="4129" y="47"/>
                </a:lnTo>
                <a:lnTo>
                  <a:pt x="4123" y="47"/>
                </a:lnTo>
                <a:lnTo>
                  <a:pt x="4123" y="12"/>
                </a:lnTo>
                <a:lnTo>
                  <a:pt x="4129" y="12"/>
                </a:lnTo>
                <a:close/>
                <a:moveTo>
                  <a:pt x="4205" y="12"/>
                </a:moveTo>
                <a:lnTo>
                  <a:pt x="4205" y="47"/>
                </a:lnTo>
                <a:lnTo>
                  <a:pt x="4199" y="47"/>
                </a:lnTo>
                <a:lnTo>
                  <a:pt x="4199" y="12"/>
                </a:lnTo>
                <a:lnTo>
                  <a:pt x="4205" y="12"/>
                </a:lnTo>
                <a:close/>
                <a:moveTo>
                  <a:pt x="4287" y="12"/>
                </a:moveTo>
                <a:lnTo>
                  <a:pt x="4287" y="47"/>
                </a:lnTo>
                <a:lnTo>
                  <a:pt x="4281" y="47"/>
                </a:lnTo>
                <a:lnTo>
                  <a:pt x="4281" y="12"/>
                </a:lnTo>
                <a:lnTo>
                  <a:pt x="4287" y="12"/>
                </a:lnTo>
                <a:close/>
                <a:moveTo>
                  <a:pt x="4368" y="12"/>
                </a:moveTo>
                <a:lnTo>
                  <a:pt x="4368" y="47"/>
                </a:lnTo>
                <a:lnTo>
                  <a:pt x="4362" y="47"/>
                </a:lnTo>
                <a:lnTo>
                  <a:pt x="4362" y="12"/>
                </a:lnTo>
                <a:lnTo>
                  <a:pt x="4368" y="12"/>
                </a:lnTo>
                <a:close/>
                <a:moveTo>
                  <a:pt x="4444" y="12"/>
                </a:moveTo>
                <a:lnTo>
                  <a:pt x="4444" y="47"/>
                </a:lnTo>
                <a:lnTo>
                  <a:pt x="4438" y="47"/>
                </a:lnTo>
                <a:lnTo>
                  <a:pt x="4438" y="12"/>
                </a:lnTo>
                <a:lnTo>
                  <a:pt x="4444" y="12"/>
                </a:lnTo>
                <a:close/>
                <a:moveTo>
                  <a:pt x="4525" y="12"/>
                </a:moveTo>
                <a:lnTo>
                  <a:pt x="4525" y="47"/>
                </a:lnTo>
                <a:lnTo>
                  <a:pt x="4519" y="47"/>
                </a:lnTo>
                <a:lnTo>
                  <a:pt x="4519" y="12"/>
                </a:lnTo>
                <a:lnTo>
                  <a:pt x="4525" y="12"/>
                </a:lnTo>
                <a:close/>
                <a:moveTo>
                  <a:pt x="4601" y="12"/>
                </a:moveTo>
                <a:lnTo>
                  <a:pt x="4601" y="47"/>
                </a:lnTo>
                <a:lnTo>
                  <a:pt x="4595" y="47"/>
                </a:lnTo>
                <a:lnTo>
                  <a:pt x="4595" y="12"/>
                </a:lnTo>
                <a:lnTo>
                  <a:pt x="4601" y="12"/>
                </a:lnTo>
                <a:close/>
                <a:moveTo>
                  <a:pt x="4683" y="12"/>
                </a:moveTo>
                <a:lnTo>
                  <a:pt x="4683" y="47"/>
                </a:lnTo>
                <a:lnTo>
                  <a:pt x="4677" y="47"/>
                </a:lnTo>
                <a:lnTo>
                  <a:pt x="4677" y="12"/>
                </a:lnTo>
                <a:lnTo>
                  <a:pt x="4683" y="12"/>
                </a:lnTo>
                <a:close/>
                <a:moveTo>
                  <a:pt x="6" y="0"/>
                </a:moveTo>
                <a:lnTo>
                  <a:pt x="6" y="93"/>
                </a:lnTo>
                <a:lnTo>
                  <a:pt x="0" y="93"/>
                </a:lnTo>
                <a:lnTo>
                  <a:pt x="0" y="0"/>
                </a:lnTo>
                <a:lnTo>
                  <a:pt x="6" y="0"/>
                </a:lnTo>
                <a:close/>
                <a:moveTo>
                  <a:pt x="402" y="0"/>
                </a:moveTo>
                <a:lnTo>
                  <a:pt x="402" y="93"/>
                </a:lnTo>
                <a:lnTo>
                  <a:pt x="396" y="93"/>
                </a:lnTo>
                <a:lnTo>
                  <a:pt x="396" y="0"/>
                </a:lnTo>
                <a:lnTo>
                  <a:pt x="402" y="0"/>
                </a:lnTo>
                <a:close/>
                <a:moveTo>
                  <a:pt x="798" y="0"/>
                </a:moveTo>
                <a:lnTo>
                  <a:pt x="798" y="93"/>
                </a:lnTo>
                <a:lnTo>
                  <a:pt x="792" y="93"/>
                </a:lnTo>
                <a:lnTo>
                  <a:pt x="792" y="0"/>
                </a:lnTo>
                <a:lnTo>
                  <a:pt x="798" y="0"/>
                </a:lnTo>
                <a:close/>
                <a:moveTo>
                  <a:pt x="1194" y="0"/>
                </a:moveTo>
                <a:lnTo>
                  <a:pt x="1194" y="93"/>
                </a:lnTo>
                <a:lnTo>
                  <a:pt x="1188" y="93"/>
                </a:lnTo>
                <a:lnTo>
                  <a:pt x="1188" y="0"/>
                </a:lnTo>
                <a:lnTo>
                  <a:pt x="1194" y="0"/>
                </a:lnTo>
                <a:close/>
                <a:moveTo>
                  <a:pt x="1590" y="0"/>
                </a:moveTo>
                <a:lnTo>
                  <a:pt x="1590" y="93"/>
                </a:lnTo>
                <a:lnTo>
                  <a:pt x="1584" y="93"/>
                </a:lnTo>
                <a:lnTo>
                  <a:pt x="1584" y="0"/>
                </a:lnTo>
                <a:lnTo>
                  <a:pt x="1590" y="0"/>
                </a:lnTo>
                <a:close/>
                <a:moveTo>
                  <a:pt x="1986" y="0"/>
                </a:moveTo>
                <a:lnTo>
                  <a:pt x="1986" y="93"/>
                </a:lnTo>
                <a:lnTo>
                  <a:pt x="1980" y="93"/>
                </a:lnTo>
                <a:lnTo>
                  <a:pt x="1980" y="0"/>
                </a:lnTo>
                <a:lnTo>
                  <a:pt x="1986" y="0"/>
                </a:lnTo>
                <a:close/>
                <a:moveTo>
                  <a:pt x="2382" y="0"/>
                </a:moveTo>
                <a:lnTo>
                  <a:pt x="2382" y="93"/>
                </a:lnTo>
                <a:lnTo>
                  <a:pt x="2376" y="93"/>
                </a:lnTo>
                <a:lnTo>
                  <a:pt x="2376" y="0"/>
                </a:lnTo>
                <a:lnTo>
                  <a:pt x="2382" y="0"/>
                </a:lnTo>
                <a:close/>
                <a:moveTo>
                  <a:pt x="2778" y="0"/>
                </a:moveTo>
                <a:lnTo>
                  <a:pt x="2778" y="93"/>
                </a:lnTo>
                <a:lnTo>
                  <a:pt x="2772" y="93"/>
                </a:lnTo>
                <a:lnTo>
                  <a:pt x="2772" y="0"/>
                </a:lnTo>
                <a:lnTo>
                  <a:pt x="2778" y="0"/>
                </a:lnTo>
                <a:close/>
                <a:moveTo>
                  <a:pt x="3174" y="0"/>
                </a:moveTo>
                <a:lnTo>
                  <a:pt x="3174" y="93"/>
                </a:lnTo>
                <a:lnTo>
                  <a:pt x="3168" y="93"/>
                </a:lnTo>
                <a:lnTo>
                  <a:pt x="3168" y="0"/>
                </a:lnTo>
                <a:lnTo>
                  <a:pt x="3174" y="0"/>
                </a:lnTo>
                <a:close/>
                <a:moveTo>
                  <a:pt x="3570" y="0"/>
                </a:moveTo>
                <a:lnTo>
                  <a:pt x="3570" y="93"/>
                </a:lnTo>
                <a:lnTo>
                  <a:pt x="3564" y="93"/>
                </a:lnTo>
                <a:lnTo>
                  <a:pt x="3564" y="0"/>
                </a:lnTo>
                <a:lnTo>
                  <a:pt x="3570" y="0"/>
                </a:lnTo>
                <a:close/>
                <a:moveTo>
                  <a:pt x="3972" y="0"/>
                </a:moveTo>
                <a:lnTo>
                  <a:pt x="3972" y="93"/>
                </a:lnTo>
                <a:lnTo>
                  <a:pt x="3966" y="93"/>
                </a:lnTo>
                <a:lnTo>
                  <a:pt x="3966" y="0"/>
                </a:lnTo>
                <a:lnTo>
                  <a:pt x="3972" y="0"/>
                </a:lnTo>
                <a:close/>
                <a:moveTo>
                  <a:pt x="4368" y="0"/>
                </a:moveTo>
                <a:lnTo>
                  <a:pt x="4368" y="93"/>
                </a:lnTo>
                <a:lnTo>
                  <a:pt x="4362" y="93"/>
                </a:lnTo>
                <a:lnTo>
                  <a:pt x="4362" y="0"/>
                </a:lnTo>
                <a:lnTo>
                  <a:pt x="4368" y="0"/>
                </a:lnTo>
                <a:close/>
              </a:path>
            </a:pathLst>
          </a:custGeom>
          <a:solidFill>
            <a:srgbClr val="000000"/>
          </a:solidFill>
          <a:ln w="9525">
            <a:solidFill>
              <a:srgbClr val="000000"/>
            </a:solidFill>
            <a:miter lim="800000"/>
            <a:headEnd/>
            <a:tailEnd/>
          </a:ln>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1040" eaLnBrk="1" fontAlgn="base" hangingPunct="1">
              <a:spcBef>
                <a:spcPct val="0"/>
              </a:spcBef>
              <a:spcAft>
                <a:spcPct val="0"/>
              </a:spcAft>
            </a:pPr>
            <a:endParaRPr lang="zh-CN" altLang="zh-CN" sz="908">
              <a:solidFill>
                <a:srgbClr val="000000"/>
              </a:solidFill>
              <a:ea typeface="宋体" panose="02010600030101010101" pitchFamily="2" charset="-122"/>
            </a:endParaRPr>
          </a:p>
        </p:txBody>
      </p:sp>
      <p:sp>
        <p:nvSpPr>
          <p:cNvPr id="46091" name="Freeform 16">
            <a:extLst>
              <a:ext uri="{FF2B5EF4-FFF2-40B4-BE49-F238E27FC236}">
                <a16:creationId xmlns:a16="http://schemas.microsoft.com/office/drawing/2014/main" id="{4DD6FA10-FB35-4A3F-D51E-129A99089B54}"/>
              </a:ext>
            </a:extLst>
          </p:cNvPr>
          <p:cNvSpPr>
            <a:spLocks/>
          </p:cNvSpPr>
          <p:nvPr/>
        </p:nvSpPr>
        <p:spPr bwMode="auto">
          <a:xfrm>
            <a:off x="642693" y="711511"/>
            <a:ext cx="3692082" cy="958837"/>
          </a:xfrm>
          <a:custGeom>
            <a:avLst/>
            <a:gdLst>
              <a:gd name="T0" fmla="*/ 152 w 4613"/>
              <a:gd name="T1" fmla="*/ 896 h 1198"/>
              <a:gd name="T2" fmla="*/ 280 w 4613"/>
              <a:gd name="T3" fmla="*/ 948 h 1198"/>
              <a:gd name="T4" fmla="*/ 426 w 4613"/>
              <a:gd name="T5" fmla="*/ 959 h 1198"/>
              <a:gd name="T6" fmla="*/ 554 w 4613"/>
              <a:gd name="T7" fmla="*/ 349 h 1198"/>
              <a:gd name="T8" fmla="*/ 699 w 4613"/>
              <a:gd name="T9" fmla="*/ 477 h 1198"/>
              <a:gd name="T10" fmla="*/ 868 w 4613"/>
              <a:gd name="T11" fmla="*/ 553 h 1198"/>
              <a:gd name="T12" fmla="*/ 1055 w 4613"/>
              <a:gd name="T13" fmla="*/ 262 h 1198"/>
              <a:gd name="T14" fmla="*/ 1200 w 4613"/>
              <a:gd name="T15" fmla="*/ 332 h 1198"/>
              <a:gd name="T16" fmla="*/ 1334 w 4613"/>
              <a:gd name="T17" fmla="*/ 215 h 1198"/>
              <a:gd name="T18" fmla="*/ 1480 w 4613"/>
              <a:gd name="T19" fmla="*/ 372 h 1198"/>
              <a:gd name="T20" fmla="*/ 1614 w 4613"/>
              <a:gd name="T21" fmla="*/ 617 h 1198"/>
              <a:gd name="T22" fmla="*/ 1777 w 4613"/>
              <a:gd name="T23" fmla="*/ 186 h 1198"/>
              <a:gd name="T24" fmla="*/ 1940 w 4613"/>
              <a:gd name="T25" fmla="*/ 564 h 1198"/>
              <a:gd name="T26" fmla="*/ 2074 w 4613"/>
              <a:gd name="T27" fmla="*/ 250 h 1198"/>
              <a:gd name="T28" fmla="*/ 2225 w 4613"/>
              <a:gd name="T29" fmla="*/ 535 h 1198"/>
              <a:gd name="T30" fmla="*/ 2406 w 4613"/>
              <a:gd name="T31" fmla="*/ 1082 h 1198"/>
              <a:gd name="T32" fmla="*/ 2563 w 4613"/>
              <a:gd name="T33" fmla="*/ 611 h 1198"/>
              <a:gd name="T34" fmla="*/ 2703 w 4613"/>
              <a:gd name="T35" fmla="*/ 768 h 1198"/>
              <a:gd name="T36" fmla="*/ 2866 w 4613"/>
              <a:gd name="T37" fmla="*/ 768 h 1198"/>
              <a:gd name="T38" fmla="*/ 2994 w 4613"/>
              <a:gd name="T39" fmla="*/ 866 h 1198"/>
              <a:gd name="T40" fmla="*/ 3157 w 4613"/>
              <a:gd name="T41" fmla="*/ 1029 h 1198"/>
              <a:gd name="T42" fmla="*/ 3279 w 4613"/>
              <a:gd name="T43" fmla="*/ 936 h 1198"/>
              <a:gd name="T44" fmla="*/ 3425 w 4613"/>
              <a:gd name="T45" fmla="*/ 1052 h 1198"/>
              <a:gd name="T46" fmla="*/ 3588 w 4613"/>
              <a:gd name="T47" fmla="*/ 1151 h 1198"/>
              <a:gd name="T48" fmla="*/ 3722 w 4613"/>
              <a:gd name="T49" fmla="*/ 808 h 1198"/>
              <a:gd name="T50" fmla="*/ 3856 w 4613"/>
              <a:gd name="T51" fmla="*/ 698 h 1198"/>
              <a:gd name="T52" fmla="*/ 4013 w 4613"/>
              <a:gd name="T53" fmla="*/ 820 h 1198"/>
              <a:gd name="T54" fmla="*/ 4153 w 4613"/>
              <a:gd name="T55" fmla="*/ 890 h 1198"/>
              <a:gd name="T56" fmla="*/ 4293 w 4613"/>
              <a:gd name="T57" fmla="*/ 971 h 1198"/>
              <a:gd name="T58" fmla="*/ 4426 w 4613"/>
              <a:gd name="T59" fmla="*/ 1099 h 1198"/>
              <a:gd name="T60" fmla="*/ 4560 w 4613"/>
              <a:gd name="T61" fmla="*/ 948 h 1198"/>
              <a:gd name="T62" fmla="*/ 4508 w 4613"/>
              <a:gd name="T63" fmla="*/ 1151 h 1198"/>
              <a:gd name="T64" fmla="*/ 4362 w 4613"/>
              <a:gd name="T65" fmla="*/ 1052 h 1198"/>
              <a:gd name="T66" fmla="*/ 4223 w 4613"/>
              <a:gd name="T67" fmla="*/ 965 h 1198"/>
              <a:gd name="T68" fmla="*/ 4065 w 4613"/>
              <a:gd name="T69" fmla="*/ 890 h 1198"/>
              <a:gd name="T70" fmla="*/ 3931 w 4613"/>
              <a:gd name="T71" fmla="*/ 768 h 1198"/>
              <a:gd name="T72" fmla="*/ 3797 w 4613"/>
              <a:gd name="T73" fmla="*/ 692 h 1198"/>
              <a:gd name="T74" fmla="*/ 3646 w 4613"/>
              <a:gd name="T75" fmla="*/ 1000 h 1198"/>
              <a:gd name="T76" fmla="*/ 3506 w 4613"/>
              <a:gd name="T77" fmla="*/ 1122 h 1198"/>
              <a:gd name="T78" fmla="*/ 3361 w 4613"/>
              <a:gd name="T79" fmla="*/ 1029 h 1198"/>
              <a:gd name="T80" fmla="*/ 3227 w 4613"/>
              <a:gd name="T81" fmla="*/ 1122 h 1198"/>
              <a:gd name="T82" fmla="*/ 3052 w 4613"/>
              <a:gd name="T83" fmla="*/ 942 h 1198"/>
              <a:gd name="T84" fmla="*/ 2918 w 4613"/>
              <a:gd name="T85" fmla="*/ 791 h 1198"/>
              <a:gd name="T86" fmla="*/ 2773 w 4613"/>
              <a:gd name="T87" fmla="*/ 872 h 1198"/>
              <a:gd name="T88" fmla="*/ 2621 w 4613"/>
              <a:gd name="T89" fmla="*/ 710 h 1198"/>
              <a:gd name="T90" fmla="*/ 2476 w 4613"/>
              <a:gd name="T91" fmla="*/ 477 h 1198"/>
              <a:gd name="T92" fmla="*/ 2289 w 4613"/>
              <a:gd name="T93" fmla="*/ 750 h 1198"/>
              <a:gd name="T94" fmla="*/ 2138 w 4613"/>
              <a:gd name="T95" fmla="*/ 401 h 1198"/>
              <a:gd name="T96" fmla="*/ 1986 w 4613"/>
              <a:gd name="T97" fmla="*/ 791 h 1198"/>
              <a:gd name="T98" fmla="*/ 1817 w 4613"/>
              <a:gd name="T99" fmla="*/ 268 h 1198"/>
              <a:gd name="T100" fmla="*/ 1660 w 4613"/>
              <a:gd name="T101" fmla="*/ 93 h 1198"/>
              <a:gd name="T102" fmla="*/ 1515 w 4613"/>
              <a:gd name="T103" fmla="*/ 465 h 1198"/>
              <a:gd name="T104" fmla="*/ 1375 w 4613"/>
              <a:gd name="T105" fmla="*/ 262 h 1198"/>
              <a:gd name="T106" fmla="*/ 1264 w 4613"/>
              <a:gd name="T107" fmla="*/ 134 h 1198"/>
              <a:gd name="T108" fmla="*/ 1101 w 4613"/>
              <a:gd name="T109" fmla="*/ 303 h 1198"/>
              <a:gd name="T110" fmla="*/ 944 w 4613"/>
              <a:gd name="T111" fmla="*/ 233 h 1198"/>
              <a:gd name="T112" fmla="*/ 769 w 4613"/>
              <a:gd name="T113" fmla="*/ 524 h 1198"/>
              <a:gd name="T114" fmla="*/ 594 w 4613"/>
              <a:gd name="T115" fmla="*/ 431 h 1198"/>
              <a:gd name="T116" fmla="*/ 484 w 4613"/>
              <a:gd name="T117" fmla="*/ 983 h 1198"/>
              <a:gd name="T118" fmla="*/ 327 w 4613"/>
              <a:gd name="T119" fmla="*/ 983 h 1198"/>
              <a:gd name="T120" fmla="*/ 193 w 4613"/>
              <a:gd name="T121" fmla="*/ 954 h 1198"/>
              <a:gd name="T122" fmla="*/ 53 w 4613"/>
              <a:gd name="T123" fmla="*/ 756 h 1198"/>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60000 65536"/>
              <a:gd name="T184" fmla="*/ 0 60000 65536"/>
              <a:gd name="T185" fmla="*/ 0 60000 65536"/>
              <a:gd name="T186" fmla="*/ 0 w 4613"/>
              <a:gd name="T187" fmla="*/ 0 h 1198"/>
              <a:gd name="T188" fmla="*/ 4613 w 4613"/>
              <a:gd name="T189" fmla="*/ 1198 h 1198"/>
            </a:gdLst>
            <a:ahLst/>
            <a:cxnLst>
              <a:cxn ang="T124">
                <a:pos x="T0" y="T1"/>
              </a:cxn>
              <a:cxn ang="T125">
                <a:pos x="T2" y="T3"/>
              </a:cxn>
              <a:cxn ang="T126">
                <a:pos x="T4" y="T5"/>
              </a:cxn>
              <a:cxn ang="T127">
                <a:pos x="T6" y="T7"/>
              </a:cxn>
              <a:cxn ang="T128">
                <a:pos x="T8" y="T9"/>
              </a:cxn>
              <a:cxn ang="T129">
                <a:pos x="T10" y="T11"/>
              </a:cxn>
              <a:cxn ang="T130">
                <a:pos x="T12" y="T13"/>
              </a:cxn>
              <a:cxn ang="T131">
                <a:pos x="T14" y="T15"/>
              </a:cxn>
              <a:cxn ang="T132">
                <a:pos x="T16" y="T17"/>
              </a:cxn>
              <a:cxn ang="T133">
                <a:pos x="T18" y="T19"/>
              </a:cxn>
              <a:cxn ang="T134">
                <a:pos x="T20" y="T21"/>
              </a:cxn>
              <a:cxn ang="T135">
                <a:pos x="T22" y="T23"/>
              </a:cxn>
              <a:cxn ang="T136">
                <a:pos x="T24" y="T25"/>
              </a:cxn>
              <a:cxn ang="T137">
                <a:pos x="T26" y="T27"/>
              </a:cxn>
              <a:cxn ang="T138">
                <a:pos x="T28" y="T29"/>
              </a:cxn>
              <a:cxn ang="T139">
                <a:pos x="T30" y="T31"/>
              </a:cxn>
              <a:cxn ang="T140">
                <a:pos x="T32" y="T33"/>
              </a:cxn>
              <a:cxn ang="T141">
                <a:pos x="T34" y="T35"/>
              </a:cxn>
              <a:cxn ang="T142">
                <a:pos x="T36" y="T37"/>
              </a:cxn>
              <a:cxn ang="T143">
                <a:pos x="T38" y="T39"/>
              </a:cxn>
              <a:cxn ang="T144">
                <a:pos x="T40" y="T41"/>
              </a:cxn>
              <a:cxn ang="T145">
                <a:pos x="T42" y="T43"/>
              </a:cxn>
              <a:cxn ang="T146">
                <a:pos x="T44" y="T45"/>
              </a:cxn>
              <a:cxn ang="T147">
                <a:pos x="T46" y="T47"/>
              </a:cxn>
              <a:cxn ang="T148">
                <a:pos x="T48" y="T49"/>
              </a:cxn>
              <a:cxn ang="T149">
                <a:pos x="T50" y="T51"/>
              </a:cxn>
              <a:cxn ang="T150">
                <a:pos x="T52" y="T53"/>
              </a:cxn>
              <a:cxn ang="T151">
                <a:pos x="T54" y="T55"/>
              </a:cxn>
              <a:cxn ang="T152">
                <a:pos x="T56" y="T57"/>
              </a:cxn>
              <a:cxn ang="T153">
                <a:pos x="T58" y="T59"/>
              </a:cxn>
              <a:cxn ang="T154">
                <a:pos x="T60" y="T61"/>
              </a:cxn>
              <a:cxn ang="T155">
                <a:pos x="T62" y="T63"/>
              </a:cxn>
              <a:cxn ang="T156">
                <a:pos x="T64" y="T65"/>
              </a:cxn>
              <a:cxn ang="T157">
                <a:pos x="T66" y="T67"/>
              </a:cxn>
              <a:cxn ang="T158">
                <a:pos x="T68" y="T69"/>
              </a:cxn>
              <a:cxn ang="T159">
                <a:pos x="T70" y="T71"/>
              </a:cxn>
              <a:cxn ang="T160">
                <a:pos x="T72" y="T73"/>
              </a:cxn>
              <a:cxn ang="T161">
                <a:pos x="T74" y="T75"/>
              </a:cxn>
              <a:cxn ang="T162">
                <a:pos x="T76" y="T77"/>
              </a:cxn>
              <a:cxn ang="T163">
                <a:pos x="T78" y="T79"/>
              </a:cxn>
              <a:cxn ang="T164">
                <a:pos x="T80" y="T81"/>
              </a:cxn>
              <a:cxn ang="T165">
                <a:pos x="T82" y="T83"/>
              </a:cxn>
              <a:cxn ang="T166">
                <a:pos x="T84" y="T85"/>
              </a:cxn>
              <a:cxn ang="T167">
                <a:pos x="T86" y="T87"/>
              </a:cxn>
              <a:cxn ang="T168">
                <a:pos x="T88" y="T89"/>
              </a:cxn>
              <a:cxn ang="T169">
                <a:pos x="T90" y="T91"/>
              </a:cxn>
              <a:cxn ang="T170">
                <a:pos x="T92" y="T93"/>
              </a:cxn>
              <a:cxn ang="T171">
                <a:pos x="T94" y="T95"/>
              </a:cxn>
              <a:cxn ang="T172">
                <a:pos x="T96" y="T97"/>
              </a:cxn>
              <a:cxn ang="T173">
                <a:pos x="T98" y="T99"/>
              </a:cxn>
              <a:cxn ang="T174">
                <a:pos x="T100" y="T101"/>
              </a:cxn>
              <a:cxn ang="T175">
                <a:pos x="T102" y="T103"/>
              </a:cxn>
              <a:cxn ang="T176">
                <a:pos x="T104" y="T105"/>
              </a:cxn>
              <a:cxn ang="T177">
                <a:pos x="T106" y="T107"/>
              </a:cxn>
              <a:cxn ang="T178">
                <a:pos x="T108" y="T109"/>
              </a:cxn>
              <a:cxn ang="T179">
                <a:pos x="T110" y="T111"/>
              </a:cxn>
              <a:cxn ang="T180">
                <a:pos x="T112" y="T113"/>
              </a:cxn>
              <a:cxn ang="T181">
                <a:pos x="T114" y="T115"/>
              </a:cxn>
              <a:cxn ang="T182">
                <a:pos x="T116" y="T117"/>
              </a:cxn>
              <a:cxn ang="T183">
                <a:pos x="T118" y="T119"/>
              </a:cxn>
              <a:cxn ang="T184">
                <a:pos x="T120" y="T121"/>
              </a:cxn>
              <a:cxn ang="T185">
                <a:pos x="T122" y="T123"/>
              </a:cxn>
            </a:cxnLst>
            <a:rect l="T186" t="T187" r="T188" b="T189"/>
            <a:pathLst>
              <a:path w="4613" h="1198">
                <a:moveTo>
                  <a:pt x="18" y="675"/>
                </a:moveTo>
                <a:lnTo>
                  <a:pt x="24" y="686"/>
                </a:lnTo>
                <a:lnTo>
                  <a:pt x="18" y="680"/>
                </a:lnTo>
                <a:lnTo>
                  <a:pt x="24" y="680"/>
                </a:lnTo>
                <a:lnTo>
                  <a:pt x="30" y="680"/>
                </a:lnTo>
                <a:lnTo>
                  <a:pt x="35" y="686"/>
                </a:lnTo>
                <a:lnTo>
                  <a:pt x="47" y="698"/>
                </a:lnTo>
                <a:lnTo>
                  <a:pt x="47" y="704"/>
                </a:lnTo>
                <a:lnTo>
                  <a:pt x="53" y="715"/>
                </a:lnTo>
                <a:lnTo>
                  <a:pt x="59" y="733"/>
                </a:lnTo>
                <a:lnTo>
                  <a:pt x="59" y="727"/>
                </a:lnTo>
                <a:lnTo>
                  <a:pt x="64" y="733"/>
                </a:lnTo>
                <a:lnTo>
                  <a:pt x="64" y="739"/>
                </a:lnTo>
                <a:lnTo>
                  <a:pt x="70" y="750"/>
                </a:lnTo>
                <a:lnTo>
                  <a:pt x="76" y="768"/>
                </a:lnTo>
                <a:lnTo>
                  <a:pt x="82" y="779"/>
                </a:lnTo>
                <a:lnTo>
                  <a:pt x="88" y="779"/>
                </a:lnTo>
                <a:lnTo>
                  <a:pt x="94" y="814"/>
                </a:lnTo>
                <a:lnTo>
                  <a:pt x="88" y="814"/>
                </a:lnTo>
                <a:lnTo>
                  <a:pt x="99" y="849"/>
                </a:lnTo>
                <a:lnTo>
                  <a:pt x="111" y="878"/>
                </a:lnTo>
                <a:lnTo>
                  <a:pt x="105" y="878"/>
                </a:lnTo>
                <a:lnTo>
                  <a:pt x="111" y="890"/>
                </a:lnTo>
                <a:lnTo>
                  <a:pt x="105" y="884"/>
                </a:lnTo>
                <a:lnTo>
                  <a:pt x="111" y="884"/>
                </a:lnTo>
                <a:lnTo>
                  <a:pt x="117" y="884"/>
                </a:lnTo>
                <a:lnTo>
                  <a:pt x="123" y="890"/>
                </a:lnTo>
                <a:lnTo>
                  <a:pt x="105" y="890"/>
                </a:lnTo>
                <a:lnTo>
                  <a:pt x="111" y="884"/>
                </a:lnTo>
                <a:lnTo>
                  <a:pt x="123" y="884"/>
                </a:lnTo>
                <a:lnTo>
                  <a:pt x="129" y="884"/>
                </a:lnTo>
                <a:lnTo>
                  <a:pt x="140" y="884"/>
                </a:lnTo>
                <a:lnTo>
                  <a:pt x="146" y="884"/>
                </a:lnTo>
                <a:lnTo>
                  <a:pt x="152" y="890"/>
                </a:lnTo>
                <a:lnTo>
                  <a:pt x="152" y="896"/>
                </a:lnTo>
                <a:lnTo>
                  <a:pt x="158" y="913"/>
                </a:lnTo>
                <a:lnTo>
                  <a:pt x="158" y="907"/>
                </a:lnTo>
                <a:lnTo>
                  <a:pt x="163" y="913"/>
                </a:lnTo>
                <a:lnTo>
                  <a:pt x="163" y="919"/>
                </a:lnTo>
                <a:lnTo>
                  <a:pt x="169" y="936"/>
                </a:lnTo>
                <a:lnTo>
                  <a:pt x="163" y="930"/>
                </a:lnTo>
                <a:lnTo>
                  <a:pt x="169" y="930"/>
                </a:lnTo>
                <a:lnTo>
                  <a:pt x="158" y="936"/>
                </a:lnTo>
                <a:lnTo>
                  <a:pt x="163" y="925"/>
                </a:lnTo>
                <a:lnTo>
                  <a:pt x="175" y="919"/>
                </a:lnTo>
                <a:lnTo>
                  <a:pt x="181" y="919"/>
                </a:lnTo>
                <a:lnTo>
                  <a:pt x="187" y="919"/>
                </a:lnTo>
                <a:lnTo>
                  <a:pt x="198" y="930"/>
                </a:lnTo>
                <a:lnTo>
                  <a:pt x="193" y="930"/>
                </a:lnTo>
                <a:lnTo>
                  <a:pt x="198" y="930"/>
                </a:lnTo>
                <a:lnTo>
                  <a:pt x="204" y="930"/>
                </a:lnTo>
                <a:lnTo>
                  <a:pt x="210" y="936"/>
                </a:lnTo>
                <a:lnTo>
                  <a:pt x="216" y="948"/>
                </a:lnTo>
                <a:lnTo>
                  <a:pt x="210" y="942"/>
                </a:lnTo>
                <a:lnTo>
                  <a:pt x="216" y="942"/>
                </a:lnTo>
                <a:lnTo>
                  <a:pt x="204" y="942"/>
                </a:lnTo>
                <a:lnTo>
                  <a:pt x="210" y="936"/>
                </a:lnTo>
                <a:lnTo>
                  <a:pt x="222" y="936"/>
                </a:lnTo>
                <a:lnTo>
                  <a:pt x="228" y="936"/>
                </a:lnTo>
                <a:lnTo>
                  <a:pt x="233" y="942"/>
                </a:lnTo>
                <a:lnTo>
                  <a:pt x="228" y="942"/>
                </a:lnTo>
                <a:lnTo>
                  <a:pt x="239" y="942"/>
                </a:lnTo>
                <a:lnTo>
                  <a:pt x="245" y="942"/>
                </a:lnTo>
                <a:lnTo>
                  <a:pt x="233" y="942"/>
                </a:lnTo>
                <a:lnTo>
                  <a:pt x="239" y="936"/>
                </a:lnTo>
                <a:lnTo>
                  <a:pt x="251" y="936"/>
                </a:lnTo>
                <a:lnTo>
                  <a:pt x="257" y="936"/>
                </a:lnTo>
                <a:lnTo>
                  <a:pt x="262" y="936"/>
                </a:lnTo>
                <a:lnTo>
                  <a:pt x="268" y="936"/>
                </a:lnTo>
                <a:lnTo>
                  <a:pt x="274" y="942"/>
                </a:lnTo>
                <a:lnTo>
                  <a:pt x="268" y="942"/>
                </a:lnTo>
                <a:lnTo>
                  <a:pt x="274" y="942"/>
                </a:lnTo>
                <a:lnTo>
                  <a:pt x="280" y="948"/>
                </a:lnTo>
                <a:lnTo>
                  <a:pt x="286" y="959"/>
                </a:lnTo>
                <a:lnTo>
                  <a:pt x="280" y="954"/>
                </a:lnTo>
                <a:lnTo>
                  <a:pt x="292" y="954"/>
                </a:lnTo>
                <a:lnTo>
                  <a:pt x="297" y="954"/>
                </a:lnTo>
                <a:lnTo>
                  <a:pt x="303" y="959"/>
                </a:lnTo>
                <a:lnTo>
                  <a:pt x="297" y="959"/>
                </a:lnTo>
                <a:lnTo>
                  <a:pt x="303" y="959"/>
                </a:lnTo>
                <a:lnTo>
                  <a:pt x="309" y="959"/>
                </a:lnTo>
                <a:lnTo>
                  <a:pt x="315" y="965"/>
                </a:lnTo>
                <a:lnTo>
                  <a:pt x="297" y="965"/>
                </a:lnTo>
                <a:lnTo>
                  <a:pt x="303" y="959"/>
                </a:lnTo>
                <a:lnTo>
                  <a:pt x="315" y="959"/>
                </a:lnTo>
                <a:lnTo>
                  <a:pt x="321" y="959"/>
                </a:lnTo>
                <a:lnTo>
                  <a:pt x="327" y="959"/>
                </a:lnTo>
                <a:lnTo>
                  <a:pt x="338" y="965"/>
                </a:lnTo>
                <a:lnTo>
                  <a:pt x="327" y="965"/>
                </a:lnTo>
                <a:lnTo>
                  <a:pt x="332" y="959"/>
                </a:lnTo>
                <a:lnTo>
                  <a:pt x="344" y="959"/>
                </a:lnTo>
                <a:lnTo>
                  <a:pt x="350" y="959"/>
                </a:lnTo>
                <a:lnTo>
                  <a:pt x="356" y="959"/>
                </a:lnTo>
                <a:lnTo>
                  <a:pt x="361" y="959"/>
                </a:lnTo>
                <a:lnTo>
                  <a:pt x="367" y="959"/>
                </a:lnTo>
                <a:lnTo>
                  <a:pt x="373" y="959"/>
                </a:lnTo>
                <a:lnTo>
                  <a:pt x="361" y="959"/>
                </a:lnTo>
                <a:lnTo>
                  <a:pt x="367" y="954"/>
                </a:lnTo>
                <a:lnTo>
                  <a:pt x="379" y="942"/>
                </a:lnTo>
                <a:lnTo>
                  <a:pt x="391" y="942"/>
                </a:lnTo>
                <a:lnTo>
                  <a:pt x="396" y="948"/>
                </a:lnTo>
                <a:lnTo>
                  <a:pt x="402" y="959"/>
                </a:lnTo>
                <a:lnTo>
                  <a:pt x="396" y="954"/>
                </a:lnTo>
                <a:lnTo>
                  <a:pt x="402" y="954"/>
                </a:lnTo>
                <a:lnTo>
                  <a:pt x="408" y="954"/>
                </a:lnTo>
                <a:lnTo>
                  <a:pt x="414" y="954"/>
                </a:lnTo>
                <a:lnTo>
                  <a:pt x="420" y="954"/>
                </a:lnTo>
                <a:lnTo>
                  <a:pt x="426" y="954"/>
                </a:lnTo>
                <a:lnTo>
                  <a:pt x="437" y="954"/>
                </a:lnTo>
                <a:lnTo>
                  <a:pt x="426" y="959"/>
                </a:lnTo>
                <a:lnTo>
                  <a:pt x="431" y="948"/>
                </a:lnTo>
                <a:lnTo>
                  <a:pt x="443" y="942"/>
                </a:lnTo>
                <a:lnTo>
                  <a:pt x="449" y="948"/>
                </a:lnTo>
                <a:lnTo>
                  <a:pt x="455" y="959"/>
                </a:lnTo>
                <a:lnTo>
                  <a:pt x="437" y="959"/>
                </a:lnTo>
                <a:lnTo>
                  <a:pt x="443" y="948"/>
                </a:lnTo>
                <a:lnTo>
                  <a:pt x="455" y="942"/>
                </a:lnTo>
                <a:lnTo>
                  <a:pt x="460" y="948"/>
                </a:lnTo>
                <a:lnTo>
                  <a:pt x="466" y="965"/>
                </a:lnTo>
                <a:lnTo>
                  <a:pt x="449" y="959"/>
                </a:lnTo>
                <a:lnTo>
                  <a:pt x="455" y="954"/>
                </a:lnTo>
                <a:lnTo>
                  <a:pt x="466" y="954"/>
                </a:lnTo>
                <a:lnTo>
                  <a:pt x="472" y="954"/>
                </a:lnTo>
                <a:lnTo>
                  <a:pt x="478" y="959"/>
                </a:lnTo>
                <a:lnTo>
                  <a:pt x="472" y="959"/>
                </a:lnTo>
                <a:lnTo>
                  <a:pt x="484" y="959"/>
                </a:lnTo>
                <a:lnTo>
                  <a:pt x="472" y="971"/>
                </a:lnTo>
                <a:lnTo>
                  <a:pt x="478" y="291"/>
                </a:lnTo>
                <a:lnTo>
                  <a:pt x="484" y="279"/>
                </a:lnTo>
                <a:lnTo>
                  <a:pt x="495" y="285"/>
                </a:lnTo>
                <a:lnTo>
                  <a:pt x="501" y="297"/>
                </a:lnTo>
                <a:lnTo>
                  <a:pt x="495" y="291"/>
                </a:lnTo>
                <a:lnTo>
                  <a:pt x="501" y="291"/>
                </a:lnTo>
                <a:lnTo>
                  <a:pt x="507" y="291"/>
                </a:lnTo>
                <a:lnTo>
                  <a:pt x="513" y="297"/>
                </a:lnTo>
                <a:lnTo>
                  <a:pt x="519" y="308"/>
                </a:lnTo>
                <a:lnTo>
                  <a:pt x="525" y="326"/>
                </a:lnTo>
                <a:lnTo>
                  <a:pt x="530" y="338"/>
                </a:lnTo>
                <a:lnTo>
                  <a:pt x="525" y="332"/>
                </a:lnTo>
                <a:lnTo>
                  <a:pt x="536" y="332"/>
                </a:lnTo>
                <a:lnTo>
                  <a:pt x="542" y="338"/>
                </a:lnTo>
                <a:lnTo>
                  <a:pt x="548" y="349"/>
                </a:lnTo>
                <a:lnTo>
                  <a:pt x="548" y="343"/>
                </a:lnTo>
                <a:lnTo>
                  <a:pt x="554" y="349"/>
                </a:lnTo>
                <a:lnTo>
                  <a:pt x="548" y="349"/>
                </a:lnTo>
                <a:lnTo>
                  <a:pt x="554" y="349"/>
                </a:lnTo>
                <a:lnTo>
                  <a:pt x="560" y="355"/>
                </a:lnTo>
                <a:lnTo>
                  <a:pt x="565" y="367"/>
                </a:lnTo>
                <a:lnTo>
                  <a:pt x="565" y="361"/>
                </a:lnTo>
                <a:lnTo>
                  <a:pt x="571" y="367"/>
                </a:lnTo>
                <a:lnTo>
                  <a:pt x="571" y="372"/>
                </a:lnTo>
                <a:lnTo>
                  <a:pt x="577" y="384"/>
                </a:lnTo>
                <a:lnTo>
                  <a:pt x="577" y="378"/>
                </a:lnTo>
                <a:lnTo>
                  <a:pt x="589" y="390"/>
                </a:lnTo>
                <a:lnTo>
                  <a:pt x="583" y="390"/>
                </a:lnTo>
                <a:lnTo>
                  <a:pt x="589" y="390"/>
                </a:lnTo>
                <a:lnTo>
                  <a:pt x="594" y="390"/>
                </a:lnTo>
                <a:lnTo>
                  <a:pt x="600" y="396"/>
                </a:lnTo>
                <a:lnTo>
                  <a:pt x="600" y="401"/>
                </a:lnTo>
                <a:lnTo>
                  <a:pt x="606" y="413"/>
                </a:lnTo>
                <a:lnTo>
                  <a:pt x="606" y="407"/>
                </a:lnTo>
                <a:lnTo>
                  <a:pt x="612" y="413"/>
                </a:lnTo>
                <a:lnTo>
                  <a:pt x="612" y="419"/>
                </a:lnTo>
                <a:lnTo>
                  <a:pt x="618" y="431"/>
                </a:lnTo>
                <a:lnTo>
                  <a:pt x="612" y="425"/>
                </a:lnTo>
                <a:lnTo>
                  <a:pt x="618" y="425"/>
                </a:lnTo>
                <a:lnTo>
                  <a:pt x="624" y="425"/>
                </a:lnTo>
                <a:lnTo>
                  <a:pt x="635" y="431"/>
                </a:lnTo>
                <a:lnTo>
                  <a:pt x="641" y="436"/>
                </a:lnTo>
                <a:lnTo>
                  <a:pt x="647" y="448"/>
                </a:lnTo>
                <a:lnTo>
                  <a:pt x="647" y="442"/>
                </a:lnTo>
                <a:lnTo>
                  <a:pt x="653" y="448"/>
                </a:lnTo>
                <a:lnTo>
                  <a:pt x="653" y="454"/>
                </a:lnTo>
                <a:lnTo>
                  <a:pt x="659" y="465"/>
                </a:lnTo>
                <a:lnTo>
                  <a:pt x="664" y="483"/>
                </a:lnTo>
                <a:lnTo>
                  <a:pt x="659" y="477"/>
                </a:lnTo>
                <a:lnTo>
                  <a:pt x="664" y="477"/>
                </a:lnTo>
                <a:lnTo>
                  <a:pt x="670" y="477"/>
                </a:lnTo>
                <a:lnTo>
                  <a:pt x="682" y="477"/>
                </a:lnTo>
                <a:lnTo>
                  <a:pt x="688" y="477"/>
                </a:lnTo>
                <a:lnTo>
                  <a:pt x="693" y="477"/>
                </a:lnTo>
                <a:lnTo>
                  <a:pt x="699" y="477"/>
                </a:lnTo>
                <a:lnTo>
                  <a:pt x="705" y="477"/>
                </a:lnTo>
                <a:lnTo>
                  <a:pt x="711" y="477"/>
                </a:lnTo>
                <a:lnTo>
                  <a:pt x="717" y="483"/>
                </a:lnTo>
                <a:lnTo>
                  <a:pt x="711" y="483"/>
                </a:lnTo>
                <a:lnTo>
                  <a:pt x="717" y="483"/>
                </a:lnTo>
                <a:lnTo>
                  <a:pt x="723" y="483"/>
                </a:lnTo>
                <a:lnTo>
                  <a:pt x="734" y="483"/>
                </a:lnTo>
                <a:lnTo>
                  <a:pt x="740" y="483"/>
                </a:lnTo>
                <a:lnTo>
                  <a:pt x="746" y="483"/>
                </a:lnTo>
                <a:lnTo>
                  <a:pt x="752" y="483"/>
                </a:lnTo>
                <a:lnTo>
                  <a:pt x="758" y="489"/>
                </a:lnTo>
                <a:lnTo>
                  <a:pt x="763" y="500"/>
                </a:lnTo>
                <a:lnTo>
                  <a:pt x="763" y="494"/>
                </a:lnTo>
                <a:lnTo>
                  <a:pt x="769" y="500"/>
                </a:lnTo>
                <a:lnTo>
                  <a:pt x="763" y="500"/>
                </a:lnTo>
                <a:lnTo>
                  <a:pt x="769" y="500"/>
                </a:lnTo>
                <a:lnTo>
                  <a:pt x="775" y="500"/>
                </a:lnTo>
                <a:lnTo>
                  <a:pt x="787" y="512"/>
                </a:lnTo>
                <a:lnTo>
                  <a:pt x="792" y="518"/>
                </a:lnTo>
                <a:lnTo>
                  <a:pt x="787" y="518"/>
                </a:lnTo>
                <a:lnTo>
                  <a:pt x="792" y="518"/>
                </a:lnTo>
                <a:lnTo>
                  <a:pt x="798" y="518"/>
                </a:lnTo>
                <a:lnTo>
                  <a:pt x="804" y="518"/>
                </a:lnTo>
                <a:lnTo>
                  <a:pt x="810" y="518"/>
                </a:lnTo>
                <a:lnTo>
                  <a:pt x="816" y="518"/>
                </a:lnTo>
                <a:lnTo>
                  <a:pt x="822" y="524"/>
                </a:lnTo>
                <a:lnTo>
                  <a:pt x="827" y="535"/>
                </a:lnTo>
                <a:lnTo>
                  <a:pt x="822" y="529"/>
                </a:lnTo>
                <a:lnTo>
                  <a:pt x="833" y="535"/>
                </a:lnTo>
                <a:lnTo>
                  <a:pt x="839" y="535"/>
                </a:lnTo>
                <a:lnTo>
                  <a:pt x="845" y="535"/>
                </a:lnTo>
                <a:lnTo>
                  <a:pt x="851" y="535"/>
                </a:lnTo>
                <a:lnTo>
                  <a:pt x="857" y="535"/>
                </a:lnTo>
                <a:lnTo>
                  <a:pt x="862" y="541"/>
                </a:lnTo>
                <a:lnTo>
                  <a:pt x="868" y="558"/>
                </a:lnTo>
                <a:lnTo>
                  <a:pt x="862" y="553"/>
                </a:lnTo>
                <a:lnTo>
                  <a:pt x="868" y="553"/>
                </a:lnTo>
                <a:lnTo>
                  <a:pt x="880" y="553"/>
                </a:lnTo>
                <a:lnTo>
                  <a:pt x="886" y="553"/>
                </a:lnTo>
                <a:lnTo>
                  <a:pt x="891" y="553"/>
                </a:lnTo>
                <a:lnTo>
                  <a:pt x="897" y="553"/>
                </a:lnTo>
                <a:lnTo>
                  <a:pt x="903" y="553"/>
                </a:lnTo>
                <a:lnTo>
                  <a:pt x="909" y="553"/>
                </a:lnTo>
                <a:lnTo>
                  <a:pt x="915" y="553"/>
                </a:lnTo>
                <a:lnTo>
                  <a:pt x="921" y="553"/>
                </a:lnTo>
                <a:lnTo>
                  <a:pt x="926" y="558"/>
                </a:lnTo>
                <a:lnTo>
                  <a:pt x="921" y="558"/>
                </a:lnTo>
                <a:lnTo>
                  <a:pt x="932" y="558"/>
                </a:lnTo>
                <a:lnTo>
                  <a:pt x="921" y="570"/>
                </a:lnTo>
                <a:lnTo>
                  <a:pt x="926" y="221"/>
                </a:lnTo>
                <a:lnTo>
                  <a:pt x="926" y="210"/>
                </a:lnTo>
                <a:lnTo>
                  <a:pt x="938" y="210"/>
                </a:lnTo>
                <a:lnTo>
                  <a:pt x="944" y="210"/>
                </a:lnTo>
                <a:lnTo>
                  <a:pt x="950" y="210"/>
                </a:lnTo>
                <a:lnTo>
                  <a:pt x="956" y="210"/>
                </a:lnTo>
                <a:lnTo>
                  <a:pt x="961" y="210"/>
                </a:lnTo>
                <a:lnTo>
                  <a:pt x="967" y="210"/>
                </a:lnTo>
                <a:lnTo>
                  <a:pt x="973" y="215"/>
                </a:lnTo>
                <a:lnTo>
                  <a:pt x="985" y="227"/>
                </a:lnTo>
                <a:lnTo>
                  <a:pt x="979" y="227"/>
                </a:lnTo>
                <a:lnTo>
                  <a:pt x="985" y="227"/>
                </a:lnTo>
                <a:lnTo>
                  <a:pt x="990" y="227"/>
                </a:lnTo>
                <a:lnTo>
                  <a:pt x="996" y="227"/>
                </a:lnTo>
                <a:lnTo>
                  <a:pt x="1002" y="227"/>
                </a:lnTo>
                <a:lnTo>
                  <a:pt x="1008" y="233"/>
                </a:lnTo>
                <a:lnTo>
                  <a:pt x="1014" y="245"/>
                </a:lnTo>
                <a:lnTo>
                  <a:pt x="1014" y="239"/>
                </a:lnTo>
                <a:lnTo>
                  <a:pt x="1020" y="245"/>
                </a:lnTo>
                <a:lnTo>
                  <a:pt x="1014" y="245"/>
                </a:lnTo>
                <a:lnTo>
                  <a:pt x="1020" y="245"/>
                </a:lnTo>
                <a:lnTo>
                  <a:pt x="1031" y="245"/>
                </a:lnTo>
                <a:lnTo>
                  <a:pt x="1037" y="245"/>
                </a:lnTo>
                <a:lnTo>
                  <a:pt x="1043" y="245"/>
                </a:lnTo>
                <a:lnTo>
                  <a:pt x="1049" y="250"/>
                </a:lnTo>
                <a:lnTo>
                  <a:pt x="1055" y="262"/>
                </a:lnTo>
                <a:lnTo>
                  <a:pt x="1049" y="256"/>
                </a:lnTo>
                <a:lnTo>
                  <a:pt x="1055" y="256"/>
                </a:lnTo>
                <a:lnTo>
                  <a:pt x="1060" y="256"/>
                </a:lnTo>
                <a:lnTo>
                  <a:pt x="1066" y="256"/>
                </a:lnTo>
                <a:lnTo>
                  <a:pt x="1078" y="262"/>
                </a:lnTo>
                <a:lnTo>
                  <a:pt x="1084" y="268"/>
                </a:lnTo>
                <a:lnTo>
                  <a:pt x="1089" y="279"/>
                </a:lnTo>
                <a:lnTo>
                  <a:pt x="1089" y="274"/>
                </a:lnTo>
                <a:lnTo>
                  <a:pt x="1095" y="279"/>
                </a:lnTo>
                <a:lnTo>
                  <a:pt x="1078" y="279"/>
                </a:lnTo>
                <a:lnTo>
                  <a:pt x="1084" y="274"/>
                </a:lnTo>
                <a:lnTo>
                  <a:pt x="1095" y="274"/>
                </a:lnTo>
                <a:lnTo>
                  <a:pt x="1101" y="274"/>
                </a:lnTo>
                <a:lnTo>
                  <a:pt x="1107" y="279"/>
                </a:lnTo>
                <a:lnTo>
                  <a:pt x="1101" y="279"/>
                </a:lnTo>
                <a:lnTo>
                  <a:pt x="1107" y="279"/>
                </a:lnTo>
                <a:lnTo>
                  <a:pt x="1113" y="285"/>
                </a:lnTo>
                <a:lnTo>
                  <a:pt x="1119" y="297"/>
                </a:lnTo>
                <a:lnTo>
                  <a:pt x="1113" y="291"/>
                </a:lnTo>
                <a:lnTo>
                  <a:pt x="1119" y="291"/>
                </a:lnTo>
                <a:lnTo>
                  <a:pt x="1130" y="291"/>
                </a:lnTo>
                <a:lnTo>
                  <a:pt x="1136" y="291"/>
                </a:lnTo>
                <a:lnTo>
                  <a:pt x="1142" y="291"/>
                </a:lnTo>
                <a:lnTo>
                  <a:pt x="1148" y="297"/>
                </a:lnTo>
                <a:lnTo>
                  <a:pt x="1142" y="297"/>
                </a:lnTo>
                <a:lnTo>
                  <a:pt x="1148" y="297"/>
                </a:lnTo>
                <a:lnTo>
                  <a:pt x="1154" y="297"/>
                </a:lnTo>
                <a:lnTo>
                  <a:pt x="1159" y="297"/>
                </a:lnTo>
                <a:lnTo>
                  <a:pt x="1165" y="303"/>
                </a:lnTo>
                <a:lnTo>
                  <a:pt x="1171" y="314"/>
                </a:lnTo>
                <a:lnTo>
                  <a:pt x="1165" y="308"/>
                </a:lnTo>
                <a:lnTo>
                  <a:pt x="1177" y="308"/>
                </a:lnTo>
                <a:lnTo>
                  <a:pt x="1183" y="308"/>
                </a:lnTo>
                <a:lnTo>
                  <a:pt x="1188" y="308"/>
                </a:lnTo>
                <a:lnTo>
                  <a:pt x="1194" y="314"/>
                </a:lnTo>
                <a:lnTo>
                  <a:pt x="1194" y="320"/>
                </a:lnTo>
                <a:lnTo>
                  <a:pt x="1200" y="332"/>
                </a:lnTo>
                <a:lnTo>
                  <a:pt x="1194" y="326"/>
                </a:lnTo>
                <a:lnTo>
                  <a:pt x="1200" y="326"/>
                </a:lnTo>
                <a:lnTo>
                  <a:pt x="1206" y="326"/>
                </a:lnTo>
                <a:lnTo>
                  <a:pt x="1212" y="326"/>
                </a:lnTo>
                <a:lnTo>
                  <a:pt x="1218" y="326"/>
                </a:lnTo>
                <a:lnTo>
                  <a:pt x="1223" y="332"/>
                </a:lnTo>
                <a:lnTo>
                  <a:pt x="1218" y="332"/>
                </a:lnTo>
                <a:lnTo>
                  <a:pt x="1229" y="338"/>
                </a:lnTo>
                <a:lnTo>
                  <a:pt x="1235" y="343"/>
                </a:lnTo>
                <a:lnTo>
                  <a:pt x="1241" y="355"/>
                </a:lnTo>
                <a:lnTo>
                  <a:pt x="1235" y="349"/>
                </a:lnTo>
                <a:lnTo>
                  <a:pt x="1241" y="349"/>
                </a:lnTo>
                <a:lnTo>
                  <a:pt x="1247" y="349"/>
                </a:lnTo>
                <a:lnTo>
                  <a:pt x="1235" y="361"/>
                </a:lnTo>
                <a:lnTo>
                  <a:pt x="1241" y="134"/>
                </a:lnTo>
                <a:lnTo>
                  <a:pt x="1247" y="122"/>
                </a:lnTo>
                <a:lnTo>
                  <a:pt x="1258" y="122"/>
                </a:lnTo>
                <a:lnTo>
                  <a:pt x="1264" y="128"/>
                </a:lnTo>
                <a:lnTo>
                  <a:pt x="1264" y="134"/>
                </a:lnTo>
                <a:lnTo>
                  <a:pt x="1270" y="146"/>
                </a:lnTo>
                <a:lnTo>
                  <a:pt x="1264" y="140"/>
                </a:lnTo>
                <a:lnTo>
                  <a:pt x="1276" y="146"/>
                </a:lnTo>
                <a:lnTo>
                  <a:pt x="1282" y="146"/>
                </a:lnTo>
                <a:lnTo>
                  <a:pt x="1287" y="152"/>
                </a:lnTo>
                <a:lnTo>
                  <a:pt x="1293" y="169"/>
                </a:lnTo>
                <a:lnTo>
                  <a:pt x="1299" y="181"/>
                </a:lnTo>
                <a:lnTo>
                  <a:pt x="1299" y="175"/>
                </a:lnTo>
                <a:lnTo>
                  <a:pt x="1305" y="181"/>
                </a:lnTo>
                <a:lnTo>
                  <a:pt x="1305" y="186"/>
                </a:lnTo>
                <a:lnTo>
                  <a:pt x="1311" y="198"/>
                </a:lnTo>
                <a:lnTo>
                  <a:pt x="1305" y="192"/>
                </a:lnTo>
                <a:lnTo>
                  <a:pt x="1311" y="192"/>
                </a:lnTo>
                <a:lnTo>
                  <a:pt x="1317" y="192"/>
                </a:lnTo>
                <a:lnTo>
                  <a:pt x="1322" y="198"/>
                </a:lnTo>
                <a:lnTo>
                  <a:pt x="1334" y="215"/>
                </a:lnTo>
                <a:lnTo>
                  <a:pt x="1340" y="233"/>
                </a:lnTo>
                <a:lnTo>
                  <a:pt x="1340" y="227"/>
                </a:lnTo>
                <a:lnTo>
                  <a:pt x="1346" y="233"/>
                </a:lnTo>
                <a:lnTo>
                  <a:pt x="1340" y="233"/>
                </a:lnTo>
                <a:lnTo>
                  <a:pt x="1346" y="233"/>
                </a:lnTo>
                <a:lnTo>
                  <a:pt x="1352" y="233"/>
                </a:lnTo>
                <a:lnTo>
                  <a:pt x="1357" y="233"/>
                </a:lnTo>
                <a:lnTo>
                  <a:pt x="1363" y="233"/>
                </a:lnTo>
                <a:lnTo>
                  <a:pt x="1369" y="239"/>
                </a:lnTo>
                <a:lnTo>
                  <a:pt x="1363" y="239"/>
                </a:lnTo>
                <a:lnTo>
                  <a:pt x="1375" y="239"/>
                </a:lnTo>
                <a:lnTo>
                  <a:pt x="1381" y="245"/>
                </a:lnTo>
                <a:lnTo>
                  <a:pt x="1386" y="256"/>
                </a:lnTo>
                <a:lnTo>
                  <a:pt x="1381" y="250"/>
                </a:lnTo>
                <a:lnTo>
                  <a:pt x="1386" y="250"/>
                </a:lnTo>
                <a:lnTo>
                  <a:pt x="1392" y="256"/>
                </a:lnTo>
                <a:lnTo>
                  <a:pt x="1398" y="274"/>
                </a:lnTo>
                <a:lnTo>
                  <a:pt x="1398" y="268"/>
                </a:lnTo>
                <a:lnTo>
                  <a:pt x="1404" y="274"/>
                </a:lnTo>
                <a:lnTo>
                  <a:pt x="1410" y="279"/>
                </a:lnTo>
                <a:lnTo>
                  <a:pt x="1410" y="285"/>
                </a:lnTo>
                <a:lnTo>
                  <a:pt x="1416" y="297"/>
                </a:lnTo>
                <a:lnTo>
                  <a:pt x="1410" y="291"/>
                </a:lnTo>
                <a:lnTo>
                  <a:pt x="1421" y="297"/>
                </a:lnTo>
                <a:lnTo>
                  <a:pt x="1427" y="303"/>
                </a:lnTo>
                <a:lnTo>
                  <a:pt x="1433" y="320"/>
                </a:lnTo>
                <a:lnTo>
                  <a:pt x="1433" y="314"/>
                </a:lnTo>
                <a:lnTo>
                  <a:pt x="1439" y="320"/>
                </a:lnTo>
                <a:lnTo>
                  <a:pt x="1439" y="326"/>
                </a:lnTo>
                <a:lnTo>
                  <a:pt x="1445" y="338"/>
                </a:lnTo>
                <a:lnTo>
                  <a:pt x="1445" y="332"/>
                </a:lnTo>
                <a:lnTo>
                  <a:pt x="1451" y="338"/>
                </a:lnTo>
                <a:lnTo>
                  <a:pt x="1456" y="343"/>
                </a:lnTo>
                <a:lnTo>
                  <a:pt x="1462" y="349"/>
                </a:lnTo>
                <a:lnTo>
                  <a:pt x="1462" y="355"/>
                </a:lnTo>
                <a:lnTo>
                  <a:pt x="1468" y="367"/>
                </a:lnTo>
                <a:lnTo>
                  <a:pt x="1468" y="361"/>
                </a:lnTo>
                <a:lnTo>
                  <a:pt x="1480" y="372"/>
                </a:lnTo>
                <a:lnTo>
                  <a:pt x="1480" y="378"/>
                </a:lnTo>
                <a:lnTo>
                  <a:pt x="1485" y="396"/>
                </a:lnTo>
                <a:lnTo>
                  <a:pt x="1485" y="390"/>
                </a:lnTo>
                <a:lnTo>
                  <a:pt x="1491" y="396"/>
                </a:lnTo>
                <a:lnTo>
                  <a:pt x="1497" y="401"/>
                </a:lnTo>
                <a:lnTo>
                  <a:pt x="1497" y="407"/>
                </a:lnTo>
                <a:lnTo>
                  <a:pt x="1503" y="425"/>
                </a:lnTo>
                <a:lnTo>
                  <a:pt x="1503" y="419"/>
                </a:lnTo>
                <a:lnTo>
                  <a:pt x="1509" y="425"/>
                </a:lnTo>
                <a:lnTo>
                  <a:pt x="1509" y="431"/>
                </a:lnTo>
                <a:lnTo>
                  <a:pt x="1515" y="448"/>
                </a:lnTo>
                <a:lnTo>
                  <a:pt x="1509" y="442"/>
                </a:lnTo>
                <a:lnTo>
                  <a:pt x="1520" y="448"/>
                </a:lnTo>
                <a:lnTo>
                  <a:pt x="1526" y="448"/>
                </a:lnTo>
                <a:lnTo>
                  <a:pt x="1532" y="454"/>
                </a:lnTo>
                <a:lnTo>
                  <a:pt x="1538" y="460"/>
                </a:lnTo>
                <a:lnTo>
                  <a:pt x="1544" y="483"/>
                </a:lnTo>
                <a:lnTo>
                  <a:pt x="1538" y="483"/>
                </a:lnTo>
                <a:lnTo>
                  <a:pt x="1544" y="494"/>
                </a:lnTo>
                <a:lnTo>
                  <a:pt x="1544" y="489"/>
                </a:lnTo>
                <a:lnTo>
                  <a:pt x="1550" y="494"/>
                </a:lnTo>
                <a:lnTo>
                  <a:pt x="1550" y="500"/>
                </a:lnTo>
                <a:lnTo>
                  <a:pt x="1555" y="512"/>
                </a:lnTo>
                <a:lnTo>
                  <a:pt x="1561" y="529"/>
                </a:lnTo>
                <a:lnTo>
                  <a:pt x="1561" y="524"/>
                </a:lnTo>
                <a:lnTo>
                  <a:pt x="1567" y="529"/>
                </a:lnTo>
                <a:lnTo>
                  <a:pt x="1579" y="541"/>
                </a:lnTo>
                <a:lnTo>
                  <a:pt x="1579" y="547"/>
                </a:lnTo>
                <a:lnTo>
                  <a:pt x="1584" y="558"/>
                </a:lnTo>
                <a:lnTo>
                  <a:pt x="1590" y="576"/>
                </a:lnTo>
                <a:lnTo>
                  <a:pt x="1596" y="587"/>
                </a:lnTo>
                <a:lnTo>
                  <a:pt x="1602" y="599"/>
                </a:lnTo>
                <a:lnTo>
                  <a:pt x="1608" y="611"/>
                </a:lnTo>
                <a:lnTo>
                  <a:pt x="1614" y="622"/>
                </a:lnTo>
                <a:lnTo>
                  <a:pt x="1614" y="617"/>
                </a:lnTo>
                <a:lnTo>
                  <a:pt x="1625" y="628"/>
                </a:lnTo>
                <a:lnTo>
                  <a:pt x="1631" y="634"/>
                </a:lnTo>
                <a:lnTo>
                  <a:pt x="1614" y="646"/>
                </a:lnTo>
                <a:lnTo>
                  <a:pt x="1619" y="12"/>
                </a:lnTo>
                <a:lnTo>
                  <a:pt x="1625" y="0"/>
                </a:lnTo>
                <a:lnTo>
                  <a:pt x="1637" y="0"/>
                </a:lnTo>
                <a:lnTo>
                  <a:pt x="1643" y="6"/>
                </a:lnTo>
                <a:lnTo>
                  <a:pt x="1643" y="12"/>
                </a:lnTo>
                <a:lnTo>
                  <a:pt x="1649" y="24"/>
                </a:lnTo>
                <a:lnTo>
                  <a:pt x="1654" y="35"/>
                </a:lnTo>
                <a:lnTo>
                  <a:pt x="1660" y="53"/>
                </a:lnTo>
                <a:lnTo>
                  <a:pt x="1666" y="64"/>
                </a:lnTo>
                <a:lnTo>
                  <a:pt x="1678" y="76"/>
                </a:lnTo>
                <a:lnTo>
                  <a:pt x="1683" y="82"/>
                </a:lnTo>
                <a:lnTo>
                  <a:pt x="1678" y="82"/>
                </a:lnTo>
                <a:lnTo>
                  <a:pt x="1683" y="82"/>
                </a:lnTo>
                <a:lnTo>
                  <a:pt x="1689" y="82"/>
                </a:lnTo>
                <a:lnTo>
                  <a:pt x="1695" y="88"/>
                </a:lnTo>
                <a:lnTo>
                  <a:pt x="1695" y="93"/>
                </a:lnTo>
                <a:lnTo>
                  <a:pt x="1701" y="105"/>
                </a:lnTo>
                <a:lnTo>
                  <a:pt x="1707" y="117"/>
                </a:lnTo>
                <a:lnTo>
                  <a:pt x="1713" y="128"/>
                </a:lnTo>
                <a:lnTo>
                  <a:pt x="1713" y="122"/>
                </a:lnTo>
                <a:lnTo>
                  <a:pt x="1724" y="134"/>
                </a:lnTo>
                <a:lnTo>
                  <a:pt x="1730" y="140"/>
                </a:lnTo>
                <a:lnTo>
                  <a:pt x="1736" y="146"/>
                </a:lnTo>
                <a:lnTo>
                  <a:pt x="1742" y="152"/>
                </a:lnTo>
                <a:lnTo>
                  <a:pt x="1748" y="157"/>
                </a:lnTo>
                <a:lnTo>
                  <a:pt x="1753" y="163"/>
                </a:lnTo>
                <a:lnTo>
                  <a:pt x="1753" y="169"/>
                </a:lnTo>
                <a:lnTo>
                  <a:pt x="1759" y="181"/>
                </a:lnTo>
                <a:lnTo>
                  <a:pt x="1765" y="192"/>
                </a:lnTo>
                <a:lnTo>
                  <a:pt x="1759" y="186"/>
                </a:lnTo>
                <a:lnTo>
                  <a:pt x="1771" y="186"/>
                </a:lnTo>
                <a:lnTo>
                  <a:pt x="1777" y="186"/>
                </a:lnTo>
                <a:lnTo>
                  <a:pt x="1782" y="192"/>
                </a:lnTo>
                <a:lnTo>
                  <a:pt x="1788" y="198"/>
                </a:lnTo>
                <a:lnTo>
                  <a:pt x="1794" y="204"/>
                </a:lnTo>
                <a:lnTo>
                  <a:pt x="1794" y="210"/>
                </a:lnTo>
                <a:lnTo>
                  <a:pt x="1800" y="221"/>
                </a:lnTo>
                <a:lnTo>
                  <a:pt x="1800" y="215"/>
                </a:lnTo>
                <a:lnTo>
                  <a:pt x="1806" y="221"/>
                </a:lnTo>
                <a:lnTo>
                  <a:pt x="1806" y="227"/>
                </a:lnTo>
                <a:lnTo>
                  <a:pt x="1812" y="239"/>
                </a:lnTo>
                <a:lnTo>
                  <a:pt x="1806" y="233"/>
                </a:lnTo>
                <a:lnTo>
                  <a:pt x="1817" y="239"/>
                </a:lnTo>
                <a:lnTo>
                  <a:pt x="1823" y="245"/>
                </a:lnTo>
                <a:lnTo>
                  <a:pt x="1829" y="256"/>
                </a:lnTo>
                <a:lnTo>
                  <a:pt x="1829" y="250"/>
                </a:lnTo>
                <a:lnTo>
                  <a:pt x="1835" y="256"/>
                </a:lnTo>
                <a:lnTo>
                  <a:pt x="1835" y="262"/>
                </a:lnTo>
                <a:lnTo>
                  <a:pt x="1841" y="274"/>
                </a:lnTo>
                <a:lnTo>
                  <a:pt x="1847" y="274"/>
                </a:lnTo>
                <a:lnTo>
                  <a:pt x="1852" y="297"/>
                </a:lnTo>
                <a:lnTo>
                  <a:pt x="1858" y="320"/>
                </a:lnTo>
                <a:lnTo>
                  <a:pt x="1858" y="338"/>
                </a:lnTo>
                <a:lnTo>
                  <a:pt x="1864" y="349"/>
                </a:lnTo>
                <a:lnTo>
                  <a:pt x="1876" y="361"/>
                </a:lnTo>
                <a:lnTo>
                  <a:pt x="1870" y="361"/>
                </a:lnTo>
                <a:lnTo>
                  <a:pt x="1876" y="361"/>
                </a:lnTo>
                <a:lnTo>
                  <a:pt x="1881" y="361"/>
                </a:lnTo>
                <a:lnTo>
                  <a:pt x="1887" y="367"/>
                </a:lnTo>
                <a:lnTo>
                  <a:pt x="1893" y="413"/>
                </a:lnTo>
                <a:lnTo>
                  <a:pt x="1887" y="413"/>
                </a:lnTo>
                <a:lnTo>
                  <a:pt x="1893" y="425"/>
                </a:lnTo>
                <a:lnTo>
                  <a:pt x="1899" y="425"/>
                </a:lnTo>
                <a:lnTo>
                  <a:pt x="1905" y="448"/>
                </a:lnTo>
                <a:lnTo>
                  <a:pt x="1905" y="465"/>
                </a:lnTo>
                <a:lnTo>
                  <a:pt x="1911" y="483"/>
                </a:lnTo>
                <a:lnTo>
                  <a:pt x="1922" y="512"/>
                </a:lnTo>
                <a:lnTo>
                  <a:pt x="1934" y="535"/>
                </a:lnTo>
                <a:lnTo>
                  <a:pt x="1940" y="564"/>
                </a:lnTo>
                <a:lnTo>
                  <a:pt x="1934" y="564"/>
                </a:lnTo>
                <a:lnTo>
                  <a:pt x="1940" y="576"/>
                </a:lnTo>
                <a:lnTo>
                  <a:pt x="1946" y="576"/>
                </a:lnTo>
                <a:lnTo>
                  <a:pt x="1951" y="605"/>
                </a:lnTo>
                <a:lnTo>
                  <a:pt x="1951" y="622"/>
                </a:lnTo>
                <a:lnTo>
                  <a:pt x="1957" y="634"/>
                </a:lnTo>
                <a:lnTo>
                  <a:pt x="1963" y="634"/>
                </a:lnTo>
                <a:lnTo>
                  <a:pt x="1969" y="663"/>
                </a:lnTo>
                <a:lnTo>
                  <a:pt x="1975" y="698"/>
                </a:lnTo>
                <a:lnTo>
                  <a:pt x="1980" y="715"/>
                </a:lnTo>
                <a:lnTo>
                  <a:pt x="1992" y="739"/>
                </a:lnTo>
                <a:lnTo>
                  <a:pt x="1992" y="756"/>
                </a:lnTo>
                <a:lnTo>
                  <a:pt x="1998" y="768"/>
                </a:lnTo>
                <a:lnTo>
                  <a:pt x="2004" y="785"/>
                </a:lnTo>
                <a:lnTo>
                  <a:pt x="2004" y="779"/>
                </a:lnTo>
                <a:lnTo>
                  <a:pt x="2010" y="785"/>
                </a:lnTo>
                <a:lnTo>
                  <a:pt x="2004" y="785"/>
                </a:lnTo>
                <a:lnTo>
                  <a:pt x="2015" y="791"/>
                </a:lnTo>
                <a:lnTo>
                  <a:pt x="2021" y="791"/>
                </a:lnTo>
                <a:lnTo>
                  <a:pt x="2027" y="797"/>
                </a:lnTo>
                <a:lnTo>
                  <a:pt x="2010" y="808"/>
                </a:lnTo>
                <a:lnTo>
                  <a:pt x="2015" y="157"/>
                </a:lnTo>
                <a:lnTo>
                  <a:pt x="2015" y="146"/>
                </a:lnTo>
                <a:lnTo>
                  <a:pt x="2021" y="146"/>
                </a:lnTo>
                <a:lnTo>
                  <a:pt x="2033" y="146"/>
                </a:lnTo>
                <a:lnTo>
                  <a:pt x="2039" y="152"/>
                </a:lnTo>
                <a:lnTo>
                  <a:pt x="2045" y="175"/>
                </a:lnTo>
                <a:lnTo>
                  <a:pt x="2039" y="175"/>
                </a:lnTo>
                <a:lnTo>
                  <a:pt x="2045" y="186"/>
                </a:lnTo>
                <a:lnTo>
                  <a:pt x="2050" y="204"/>
                </a:lnTo>
                <a:lnTo>
                  <a:pt x="2056" y="221"/>
                </a:lnTo>
                <a:lnTo>
                  <a:pt x="2062" y="239"/>
                </a:lnTo>
                <a:lnTo>
                  <a:pt x="2062" y="233"/>
                </a:lnTo>
                <a:lnTo>
                  <a:pt x="2074" y="250"/>
                </a:lnTo>
                <a:lnTo>
                  <a:pt x="2079" y="256"/>
                </a:lnTo>
                <a:lnTo>
                  <a:pt x="2085" y="262"/>
                </a:lnTo>
                <a:lnTo>
                  <a:pt x="2091" y="268"/>
                </a:lnTo>
                <a:lnTo>
                  <a:pt x="2097" y="274"/>
                </a:lnTo>
                <a:lnTo>
                  <a:pt x="2097" y="279"/>
                </a:lnTo>
                <a:lnTo>
                  <a:pt x="2103" y="291"/>
                </a:lnTo>
                <a:lnTo>
                  <a:pt x="2109" y="308"/>
                </a:lnTo>
                <a:lnTo>
                  <a:pt x="2109" y="303"/>
                </a:lnTo>
                <a:lnTo>
                  <a:pt x="2120" y="314"/>
                </a:lnTo>
                <a:lnTo>
                  <a:pt x="2120" y="320"/>
                </a:lnTo>
                <a:lnTo>
                  <a:pt x="2126" y="338"/>
                </a:lnTo>
                <a:lnTo>
                  <a:pt x="2132" y="349"/>
                </a:lnTo>
                <a:lnTo>
                  <a:pt x="2138" y="361"/>
                </a:lnTo>
                <a:lnTo>
                  <a:pt x="2144" y="372"/>
                </a:lnTo>
                <a:lnTo>
                  <a:pt x="2149" y="384"/>
                </a:lnTo>
                <a:lnTo>
                  <a:pt x="2155" y="396"/>
                </a:lnTo>
                <a:lnTo>
                  <a:pt x="2161" y="396"/>
                </a:lnTo>
                <a:lnTo>
                  <a:pt x="2167" y="425"/>
                </a:lnTo>
                <a:lnTo>
                  <a:pt x="2161" y="419"/>
                </a:lnTo>
                <a:lnTo>
                  <a:pt x="2173" y="431"/>
                </a:lnTo>
                <a:lnTo>
                  <a:pt x="2173" y="436"/>
                </a:lnTo>
                <a:lnTo>
                  <a:pt x="2178" y="454"/>
                </a:lnTo>
                <a:lnTo>
                  <a:pt x="2178" y="448"/>
                </a:lnTo>
                <a:lnTo>
                  <a:pt x="2184" y="454"/>
                </a:lnTo>
                <a:lnTo>
                  <a:pt x="2184" y="460"/>
                </a:lnTo>
                <a:lnTo>
                  <a:pt x="2190" y="477"/>
                </a:lnTo>
                <a:lnTo>
                  <a:pt x="2196" y="489"/>
                </a:lnTo>
                <a:lnTo>
                  <a:pt x="2202" y="500"/>
                </a:lnTo>
                <a:lnTo>
                  <a:pt x="2202" y="494"/>
                </a:lnTo>
                <a:lnTo>
                  <a:pt x="2208" y="500"/>
                </a:lnTo>
                <a:lnTo>
                  <a:pt x="2219" y="512"/>
                </a:lnTo>
                <a:lnTo>
                  <a:pt x="2219" y="518"/>
                </a:lnTo>
                <a:lnTo>
                  <a:pt x="2225" y="535"/>
                </a:lnTo>
                <a:lnTo>
                  <a:pt x="2231" y="547"/>
                </a:lnTo>
                <a:lnTo>
                  <a:pt x="2237" y="564"/>
                </a:lnTo>
                <a:lnTo>
                  <a:pt x="2243" y="576"/>
                </a:lnTo>
                <a:lnTo>
                  <a:pt x="2248" y="587"/>
                </a:lnTo>
                <a:lnTo>
                  <a:pt x="2254" y="605"/>
                </a:lnTo>
                <a:lnTo>
                  <a:pt x="2266" y="628"/>
                </a:lnTo>
                <a:lnTo>
                  <a:pt x="2260" y="622"/>
                </a:lnTo>
                <a:lnTo>
                  <a:pt x="2272" y="640"/>
                </a:lnTo>
                <a:lnTo>
                  <a:pt x="2272" y="646"/>
                </a:lnTo>
                <a:lnTo>
                  <a:pt x="2278" y="663"/>
                </a:lnTo>
                <a:lnTo>
                  <a:pt x="2283" y="680"/>
                </a:lnTo>
                <a:lnTo>
                  <a:pt x="2289" y="698"/>
                </a:lnTo>
                <a:lnTo>
                  <a:pt x="2301" y="721"/>
                </a:lnTo>
                <a:lnTo>
                  <a:pt x="2295" y="721"/>
                </a:lnTo>
                <a:lnTo>
                  <a:pt x="2301" y="733"/>
                </a:lnTo>
                <a:lnTo>
                  <a:pt x="2307" y="744"/>
                </a:lnTo>
                <a:lnTo>
                  <a:pt x="2318" y="768"/>
                </a:lnTo>
                <a:lnTo>
                  <a:pt x="2324" y="785"/>
                </a:lnTo>
                <a:lnTo>
                  <a:pt x="2336" y="808"/>
                </a:lnTo>
                <a:lnTo>
                  <a:pt x="2342" y="832"/>
                </a:lnTo>
                <a:lnTo>
                  <a:pt x="2347" y="855"/>
                </a:lnTo>
                <a:lnTo>
                  <a:pt x="2353" y="878"/>
                </a:lnTo>
                <a:lnTo>
                  <a:pt x="2359" y="901"/>
                </a:lnTo>
                <a:lnTo>
                  <a:pt x="2353" y="896"/>
                </a:lnTo>
                <a:lnTo>
                  <a:pt x="2365" y="913"/>
                </a:lnTo>
                <a:lnTo>
                  <a:pt x="2371" y="919"/>
                </a:lnTo>
                <a:lnTo>
                  <a:pt x="2377" y="942"/>
                </a:lnTo>
                <a:lnTo>
                  <a:pt x="2377" y="959"/>
                </a:lnTo>
                <a:lnTo>
                  <a:pt x="2388" y="983"/>
                </a:lnTo>
                <a:lnTo>
                  <a:pt x="2394" y="1006"/>
                </a:lnTo>
                <a:lnTo>
                  <a:pt x="2400" y="1035"/>
                </a:lnTo>
                <a:lnTo>
                  <a:pt x="2406" y="1058"/>
                </a:lnTo>
                <a:lnTo>
                  <a:pt x="2411" y="1082"/>
                </a:lnTo>
                <a:lnTo>
                  <a:pt x="2406" y="1082"/>
                </a:lnTo>
                <a:lnTo>
                  <a:pt x="2417" y="1105"/>
                </a:lnTo>
                <a:lnTo>
                  <a:pt x="2423" y="1122"/>
                </a:lnTo>
                <a:lnTo>
                  <a:pt x="2429" y="1140"/>
                </a:lnTo>
                <a:lnTo>
                  <a:pt x="2411" y="1145"/>
                </a:lnTo>
                <a:lnTo>
                  <a:pt x="2417" y="279"/>
                </a:lnTo>
                <a:lnTo>
                  <a:pt x="2417" y="268"/>
                </a:lnTo>
                <a:lnTo>
                  <a:pt x="2423" y="268"/>
                </a:lnTo>
                <a:lnTo>
                  <a:pt x="2435" y="268"/>
                </a:lnTo>
                <a:lnTo>
                  <a:pt x="2435" y="274"/>
                </a:lnTo>
                <a:lnTo>
                  <a:pt x="2441" y="291"/>
                </a:lnTo>
                <a:lnTo>
                  <a:pt x="2452" y="314"/>
                </a:lnTo>
                <a:lnTo>
                  <a:pt x="2458" y="338"/>
                </a:lnTo>
                <a:lnTo>
                  <a:pt x="2464" y="367"/>
                </a:lnTo>
                <a:lnTo>
                  <a:pt x="2476" y="390"/>
                </a:lnTo>
                <a:lnTo>
                  <a:pt x="2481" y="413"/>
                </a:lnTo>
                <a:lnTo>
                  <a:pt x="2487" y="436"/>
                </a:lnTo>
                <a:lnTo>
                  <a:pt x="2487" y="454"/>
                </a:lnTo>
                <a:lnTo>
                  <a:pt x="2493" y="471"/>
                </a:lnTo>
                <a:lnTo>
                  <a:pt x="2499" y="483"/>
                </a:lnTo>
                <a:lnTo>
                  <a:pt x="2505" y="483"/>
                </a:lnTo>
                <a:lnTo>
                  <a:pt x="2510" y="506"/>
                </a:lnTo>
                <a:lnTo>
                  <a:pt x="2516" y="535"/>
                </a:lnTo>
                <a:lnTo>
                  <a:pt x="2522" y="553"/>
                </a:lnTo>
                <a:lnTo>
                  <a:pt x="2534" y="576"/>
                </a:lnTo>
                <a:lnTo>
                  <a:pt x="2528" y="570"/>
                </a:lnTo>
                <a:lnTo>
                  <a:pt x="2534" y="576"/>
                </a:lnTo>
                <a:lnTo>
                  <a:pt x="2534" y="582"/>
                </a:lnTo>
                <a:lnTo>
                  <a:pt x="2540" y="593"/>
                </a:lnTo>
                <a:lnTo>
                  <a:pt x="2540" y="587"/>
                </a:lnTo>
                <a:lnTo>
                  <a:pt x="2545" y="593"/>
                </a:lnTo>
                <a:lnTo>
                  <a:pt x="2545" y="599"/>
                </a:lnTo>
                <a:lnTo>
                  <a:pt x="2551" y="611"/>
                </a:lnTo>
                <a:lnTo>
                  <a:pt x="2545" y="605"/>
                </a:lnTo>
                <a:lnTo>
                  <a:pt x="2557" y="611"/>
                </a:lnTo>
                <a:lnTo>
                  <a:pt x="2563" y="611"/>
                </a:lnTo>
                <a:lnTo>
                  <a:pt x="2569" y="611"/>
                </a:lnTo>
                <a:lnTo>
                  <a:pt x="2575" y="617"/>
                </a:lnTo>
                <a:lnTo>
                  <a:pt x="2580" y="622"/>
                </a:lnTo>
                <a:lnTo>
                  <a:pt x="2586" y="646"/>
                </a:lnTo>
                <a:lnTo>
                  <a:pt x="2592" y="675"/>
                </a:lnTo>
                <a:lnTo>
                  <a:pt x="2586" y="675"/>
                </a:lnTo>
                <a:lnTo>
                  <a:pt x="2592" y="686"/>
                </a:lnTo>
                <a:lnTo>
                  <a:pt x="2586" y="680"/>
                </a:lnTo>
                <a:lnTo>
                  <a:pt x="2592" y="680"/>
                </a:lnTo>
                <a:lnTo>
                  <a:pt x="2598" y="680"/>
                </a:lnTo>
                <a:lnTo>
                  <a:pt x="2604" y="680"/>
                </a:lnTo>
                <a:lnTo>
                  <a:pt x="2615" y="692"/>
                </a:lnTo>
                <a:lnTo>
                  <a:pt x="2609" y="692"/>
                </a:lnTo>
                <a:lnTo>
                  <a:pt x="2615" y="692"/>
                </a:lnTo>
                <a:lnTo>
                  <a:pt x="2604" y="698"/>
                </a:lnTo>
                <a:lnTo>
                  <a:pt x="2609" y="686"/>
                </a:lnTo>
                <a:lnTo>
                  <a:pt x="2615" y="680"/>
                </a:lnTo>
                <a:lnTo>
                  <a:pt x="2627" y="680"/>
                </a:lnTo>
                <a:lnTo>
                  <a:pt x="2633" y="686"/>
                </a:lnTo>
                <a:lnTo>
                  <a:pt x="2639" y="692"/>
                </a:lnTo>
                <a:lnTo>
                  <a:pt x="2633" y="692"/>
                </a:lnTo>
                <a:lnTo>
                  <a:pt x="2639" y="692"/>
                </a:lnTo>
                <a:lnTo>
                  <a:pt x="2644" y="698"/>
                </a:lnTo>
                <a:lnTo>
                  <a:pt x="2650" y="715"/>
                </a:lnTo>
                <a:lnTo>
                  <a:pt x="2644" y="710"/>
                </a:lnTo>
                <a:lnTo>
                  <a:pt x="2656" y="715"/>
                </a:lnTo>
                <a:lnTo>
                  <a:pt x="2662" y="715"/>
                </a:lnTo>
                <a:lnTo>
                  <a:pt x="2668" y="721"/>
                </a:lnTo>
                <a:lnTo>
                  <a:pt x="2668" y="727"/>
                </a:lnTo>
                <a:lnTo>
                  <a:pt x="2674" y="739"/>
                </a:lnTo>
                <a:lnTo>
                  <a:pt x="2674" y="733"/>
                </a:lnTo>
                <a:lnTo>
                  <a:pt x="2679" y="739"/>
                </a:lnTo>
                <a:lnTo>
                  <a:pt x="2685" y="744"/>
                </a:lnTo>
                <a:lnTo>
                  <a:pt x="2691" y="750"/>
                </a:lnTo>
                <a:lnTo>
                  <a:pt x="2691" y="756"/>
                </a:lnTo>
                <a:lnTo>
                  <a:pt x="2697" y="768"/>
                </a:lnTo>
                <a:lnTo>
                  <a:pt x="2697" y="762"/>
                </a:lnTo>
                <a:lnTo>
                  <a:pt x="2703" y="768"/>
                </a:lnTo>
                <a:lnTo>
                  <a:pt x="2714" y="779"/>
                </a:lnTo>
                <a:lnTo>
                  <a:pt x="2714" y="785"/>
                </a:lnTo>
                <a:lnTo>
                  <a:pt x="2720" y="797"/>
                </a:lnTo>
                <a:lnTo>
                  <a:pt x="2720" y="791"/>
                </a:lnTo>
                <a:lnTo>
                  <a:pt x="2726" y="797"/>
                </a:lnTo>
                <a:lnTo>
                  <a:pt x="2726" y="803"/>
                </a:lnTo>
                <a:lnTo>
                  <a:pt x="2732" y="814"/>
                </a:lnTo>
                <a:lnTo>
                  <a:pt x="2726" y="808"/>
                </a:lnTo>
                <a:lnTo>
                  <a:pt x="2732" y="808"/>
                </a:lnTo>
                <a:lnTo>
                  <a:pt x="2738" y="808"/>
                </a:lnTo>
                <a:lnTo>
                  <a:pt x="2743" y="814"/>
                </a:lnTo>
                <a:lnTo>
                  <a:pt x="2749" y="820"/>
                </a:lnTo>
                <a:lnTo>
                  <a:pt x="2761" y="832"/>
                </a:lnTo>
                <a:lnTo>
                  <a:pt x="2767" y="837"/>
                </a:lnTo>
                <a:lnTo>
                  <a:pt x="2773" y="843"/>
                </a:lnTo>
                <a:lnTo>
                  <a:pt x="2778" y="849"/>
                </a:lnTo>
                <a:lnTo>
                  <a:pt x="2773" y="849"/>
                </a:lnTo>
                <a:lnTo>
                  <a:pt x="2778" y="849"/>
                </a:lnTo>
                <a:lnTo>
                  <a:pt x="2784" y="849"/>
                </a:lnTo>
                <a:lnTo>
                  <a:pt x="2790" y="855"/>
                </a:lnTo>
                <a:lnTo>
                  <a:pt x="2790" y="861"/>
                </a:lnTo>
                <a:lnTo>
                  <a:pt x="2796" y="872"/>
                </a:lnTo>
                <a:lnTo>
                  <a:pt x="2802" y="884"/>
                </a:lnTo>
                <a:lnTo>
                  <a:pt x="2796" y="878"/>
                </a:lnTo>
                <a:lnTo>
                  <a:pt x="2807" y="878"/>
                </a:lnTo>
                <a:lnTo>
                  <a:pt x="2813" y="878"/>
                </a:lnTo>
                <a:lnTo>
                  <a:pt x="2819" y="884"/>
                </a:lnTo>
                <a:lnTo>
                  <a:pt x="2825" y="890"/>
                </a:lnTo>
                <a:lnTo>
                  <a:pt x="2807" y="896"/>
                </a:lnTo>
                <a:lnTo>
                  <a:pt x="2813" y="733"/>
                </a:lnTo>
                <a:lnTo>
                  <a:pt x="2819" y="727"/>
                </a:lnTo>
                <a:lnTo>
                  <a:pt x="2831" y="727"/>
                </a:lnTo>
                <a:lnTo>
                  <a:pt x="2837" y="733"/>
                </a:lnTo>
                <a:lnTo>
                  <a:pt x="2842" y="739"/>
                </a:lnTo>
                <a:lnTo>
                  <a:pt x="2848" y="744"/>
                </a:lnTo>
                <a:lnTo>
                  <a:pt x="2860" y="756"/>
                </a:lnTo>
                <a:lnTo>
                  <a:pt x="2866" y="762"/>
                </a:lnTo>
                <a:lnTo>
                  <a:pt x="2866" y="768"/>
                </a:lnTo>
                <a:lnTo>
                  <a:pt x="2872" y="779"/>
                </a:lnTo>
                <a:lnTo>
                  <a:pt x="2854" y="773"/>
                </a:lnTo>
                <a:lnTo>
                  <a:pt x="2860" y="768"/>
                </a:lnTo>
                <a:lnTo>
                  <a:pt x="2860" y="773"/>
                </a:lnTo>
                <a:lnTo>
                  <a:pt x="2866" y="762"/>
                </a:lnTo>
                <a:lnTo>
                  <a:pt x="2866" y="756"/>
                </a:lnTo>
                <a:lnTo>
                  <a:pt x="2872" y="750"/>
                </a:lnTo>
                <a:lnTo>
                  <a:pt x="2883" y="750"/>
                </a:lnTo>
                <a:lnTo>
                  <a:pt x="2889" y="750"/>
                </a:lnTo>
                <a:lnTo>
                  <a:pt x="2895" y="756"/>
                </a:lnTo>
                <a:lnTo>
                  <a:pt x="2901" y="762"/>
                </a:lnTo>
                <a:lnTo>
                  <a:pt x="2895" y="762"/>
                </a:lnTo>
                <a:lnTo>
                  <a:pt x="2906" y="762"/>
                </a:lnTo>
                <a:lnTo>
                  <a:pt x="2912" y="762"/>
                </a:lnTo>
                <a:lnTo>
                  <a:pt x="2918" y="768"/>
                </a:lnTo>
                <a:lnTo>
                  <a:pt x="2924" y="773"/>
                </a:lnTo>
                <a:lnTo>
                  <a:pt x="2930" y="779"/>
                </a:lnTo>
                <a:lnTo>
                  <a:pt x="2924" y="779"/>
                </a:lnTo>
                <a:lnTo>
                  <a:pt x="2930" y="779"/>
                </a:lnTo>
                <a:lnTo>
                  <a:pt x="2936" y="785"/>
                </a:lnTo>
                <a:lnTo>
                  <a:pt x="2941" y="797"/>
                </a:lnTo>
                <a:lnTo>
                  <a:pt x="2947" y="808"/>
                </a:lnTo>
                <a:lnTo>
                  <a:pt x="2941" y="803"/>
                </a:lnTo>
                <a:lnTo>
                  <a:pt x="2953" y="808"/>
                </a:lnTo>
                <a:lnTo>
                  <a:pt x="2959" y="808"/>
                </a:lnTo>
                <a:lnTo>
                  <a:pt x="2965" y="814"/>
                </a:lnTo>
                <a:lnTo>
                  <a:pt x="2965" y="820"/>
                </a:lnTo>
                <a:lnTo>
                  <a:pt x="2971" y="832"/>
                </a:lnTo>
                <a:lnTo>
                  <a:pt x="2971" y="826"/>
                </a:lnTo>
                <a:lnTo>
                  <a:pt x="2976" y="832"/>
                </a:lnTo>
                <a:lnTo>
                  <a:pt x="2976" y="837"/>
                </a:lnTo>
                <a:lnTo>
                  <a:pt x="2982" y="849"/>
                </a:lnTo>
                <a:lnTo>
                  <a:pt x="2982" y="843"/>
                </a:lnTo>
                <a:lnTo>
                  <a:pt x="2988" y="849"/>
                </a:lnTo>
                <a:lnTo>
                  <a:pt x="2994" y="855"/>
                </a:lnTo>
                <a:lnTo>
                  <a:pt x="2994" y="861"/>
                </a:lnTo>
                <a:lnTo>
                  <a:pt x="3000" y="872"/>
                </a:lnTo>
                <a:lnTo>
                  <a:pt x="2994" y="866"/>
                </a:lnTo>
                <a:lnTo>
                  <a:pt x="3005" y="866"/>
                </a:lnTo>
                <a:lnTo>
                  <a:pt x="3011" y="872"/>
                </a:lnTo>
                <a:lnTo>
                  <a:pt x="3017" y="884"/>
                </a:lnTo>
                <a:lnTo>
                  <a:pt x="3011" y="878"/>
                </a:lnTo>
                <a:lnTo>
                  <a:pt x="3017" y="878"/>
                </a:lnTo>
                <a:lnTo>
                  <a:pt x="3023" y="884"/>
                </a:lnTo>
                <a:lnTo>
                  <a:pt x="3029" y="896"/>
                </a:lnTo>
                <a:lnTo>
                  <a:pt x="3023" y="890"/>
                </a:lnTo>
                <a:lnTo>
                  <a:pt x="3029" y="890"/>
                </a:lnTo>
                <a:lnTo>
                  <a:pt x="3035" y="890"/>
                </a:lnTo>
                <a:lnTo>
                  <a:pt x="3040" y="896"/>
                </a:lnTo>
                <a:lnTo>
                  <a:pt x="3040" y="901"/>
                </a:lnTo>
                <a:lnTo>
                  <a:pt x="3046" y="913"/>
                </a:lnTo>
                <a:lnTo>
                  <a:pt x="3040" y="907"/>
                </a:lnTo>
                <a:lnTo>
                  <a:pt x="3052" y="913"/>
                </a:lnTo>
                <a:lnTo>
                  <a:pt x="3058" y="919"/>
                </a:lnTo>
                <a:lnTo>
                  <a:pt x="3064" y="930"/>
                </a:lnTo>
                <a:lnTo>
                  <a:pt x="3064" y="925"/>
                </a:lnTo>
                <a:lnTo>
                  <a:pt x="3070" y="930"/>
                </a:lnTo>
                <a:lnTo>
                  <a:pt x="3070" y="936"/>
                </a:lnTo>
                <a:lnTo>
                  <a:pt x="3075" y="948"/>
                </a:lnTo>
                <a:lnTo>
                  <a:pt x="3075" y="942"/>
                </a:lnTo>
                <a:lnTo>
                  <a:pt x="3081" y="948"/>
                </a:lnTo>
                <a:lnTo>
                  <a:pt x="3087" y="954"/>
                </a:lnTo>
                <a:lnTo>
                  <a:pt x="3093" y="959"/>
                </a:lnTo>
                <a:lnTo>
                  <a:pt x="3099" y="965"/>
                </a:lnTo>
                <a:lnTo>
                  <a:pt x="3110" y="977"/>
                </a:lnTo>
                <a:lnTo>
                  <a:pt x="3116" y="983"/>
                </a:lnTo>
                <a:lnTo>
                  <a:pt x="3116" y="989"/>
                </a:lnTo>
                <a:lnTo>
                  <a:pt x="3122" y="1000"/>
                </a:lnTo>
                <a:lnTo>
                  <a:pt x="3128" y="1012"/>
                </a:lnTo>
                <a:lnTo>
                  <a:pt x="3134" y="1023"/>
                </a:lnTo>
                <a:lnTo>
                  <a:pt x="3134" y="1018"/>
                </a:lnTo>
                <a:lnTo>
                  <a:pt x="3139" y="1023"/>
                </a:lnTo>
                <a:lnTo>
                  <a:pt x="3145" y="1029"/>
                </a:lnTo>
                <a:lnTo>
                  <a:pt x="3139" y="1029"/>
                </a:lnTo>
                <a:lnTo>
                  <a:pt x="3151" y="1029"/>
                </a:lnTo>
                <a:lnTo>
                  <a:pt x="3157" y="1029"/>
                </a:lnTo>
                <a:lnTo>
                  <a:pt x="3163" y="1035"/>
                </a:lnTo>
                <a:lnTo>
                  <a:pt x="3169" y="1041"/>
                </a:lnTo>
                <a:lnTo>
                  <a:pt x="3169" y="1047"/>
                </a:lnTo>
                <a:lnTo>
                  <a:pt x="3174" y="1058"/>
                </a:lnTo>
                <a:lnTo>
                  <a:pt x="3174" y="1052"/>
                </a:lnTo>
                <a:lnTo>
                  <a:pt x="3180" y="1058"/>
                </a:lnTo>
                <a:lnTo>
                  <a:pt x="3180" y="1064"/>
                </a:lnTo>
                <a:lnTo>
                  <a:pt x="3186" y="1082"/>
                </a:lnTo>
                <a:lnTo>
                  <a:pt x="3186" y="1076"/>
                </a:lnTo>
                <a:lnTo>
                  <a:pt x="3192" y="1082"/>
                </a:lnTo>
                <a:lnTo>
                  <a:pt x="3192" y="1087"/>
                </a:lnTo>
                <a:lnTo>
                  <a:pt x="3198" y="1099"/>
                </a:lnTo>
                <a:lnTo>
                  <a:pt x="3192" y="1093"/>
                </a:lnTo>
                <a:lnTo>
                  <a:pt x="3203" y="1093"/>
                </a:lnTo>
                <a:lnTo>
                  <a:pt x="3209" y="1093"/>
                </a:lnTo>
                <a:lnTo>
                  <a:pt x="3215" y="1099"/>
                </a:lnTo>
                <a:lnTo>
                  <a:pt x="3215" y="1105"/>
                </a:lnTo>
                <a:lnTo>
                  <a:pt x="3221" y="1116"/>
                </a:lnTo>
                <a:lnTo>
                  <a:pt x="3203" y="1122"/>
                </a:lnTo>
                <a:lnTo>
                  <a:pt x="3209" y="884"/>
                </a:lnTo>
                <a:lnTo>
                  <a:pt x="3209" y="872"/>
                </a:lnTo>
                <a:lnTo>
                  <a:pt x="3215" y="872"/>
                </a:lnTo>
                <a:lnTo>
                  <a:pt x="3227" y="872"/>
                </a:lnTo>
                <a:lnTo>
                  <a:pt x="3227" y="878"/>
                </a:lnTo>
                <a:lnTo>
                  <a:pt x="3233" y="896"/>
                </a:lnTo>
                <a:lnTo>
                  <a:pt x="3238" y="907"/>
                </a:lnTo>
                <a:lnTo>
                  <a:pt x="3244" y="919"/>
                </a:lnTo>
                <a:lnTo>
                  <a:pt x="3238" y="913"/>
                </a:lnTo>
                <a:lnTo>
                  <a:pt x="3250" y="919"/>
                </a:lnTo>
                <a:lnTo>
                  <a:pt x="3256" y="925"/>
                </a:lnTo>
                <a:lnTo>
                  <a:pt x="3262" y="936"/>
                </a:lnTo>
                <a:lnTo>
                  <a:pt x="3262" y="930"/>
                </a:lnTo>
                <a:lnTo>
                  <a:pt x="3268" y="936"/>
                </a:lnTo>
                <a:lnTo>
                  <a:pt x="3262" y="936"/>
                </a:lnTo>
                <a:lnTo>
                  <a:pt x="3268" y="936"/>
                </a:lnTo>
                <a:lnTo>
                  <a:pt x="3273" y="936"/>
                </a:lnTo>
                <a:lnTo>
                  <a:pt x="3279" y="936"/>
                </a:lnTo>
                <a:lnTo>
                  <a:pt x="3285" y="942"/>
                </a:lnTo>
                <a:lnTo>
                  <a:pt x="3291" y="948"/>
                </a:lnTo>
                <a:lnTo>
                  <a:pt x="3285" y="948"/>
                </a:lnTo>
                <a:lnTo>
                  <a:pt x="3297" y="954"/>
                </a:lnTo>
                <a:lnTo>
                  <a:pt x="3302" y="954"/>
                </a:lnTo>
                <a:lnTo>
                  <a:pt x="3308" y="959"/>
                </a:lnTo>
                <a:lnTo>
                  <a:pt x="3314" y="965"/>
                </a:lnTo>
                <a:lnTo>
                  <a:pt x="3320" y="971"/>
                </a:lnTo>
                <a:lnTo>
                  <a:pt x="3314" y="971"/>
                </a:lnTo>
                <a:lnTo>
                  <a:pt x="3320" y="971"/>
                </a:lnTo>
                <a:lnTo>
                  <a:pt x="3326" y="977"/>
                </a:lnTo>
                <a:lnTo>
                  <a:pt x="3332" y="989"/>
                </a:lnTo>
                <a:lnTo>
                  <a:pt x="3332" y="983"/>
                </a:lnTo>
                <a:lnTo>
                  <a:pt x="3337" y="989"/>
                </a:lnTo>
                <a:lnTo>
                  <a:pt x="3332" y="989"/>
                </a:lnTo>
                <a:lnTo>
                  <a:pt x="3337" y="989"/>
                </a:lnTo>
                <a:lnTo>
                  <a:pt x="3349" y="994"/>
                </a:lnTo>
                <a:lnTo>
                  <a:pt x="3355" y="994"/>
                </a:lnTo>
                <a:lnTo>
                  <a:pt x="3361" y="1000"/>
                </a:lnTo>
                <a:lnTo>
                  <a:pt x="3367" y="1006"/>
                </a:lnTo>
                <a:lnTo>
                  <a:pt x="3361" y="1006"/>
                </a:lnTo>
                <a:lnTo>
                  <a:pt x="3367" y="1006"/>
                </a:lnTo>
                <a:lnTo>
                  <a:pt x="3372" y="1006"/>
                </a:lnTo>
                <a:lnTo>
                  <a:pt x="3378" y="1012"/>
                </a:lnTo>
                <a:lnTo>
                  <a:pt x="3384" y="1018"/>
                </a:lnTo>
                <a:lnTo>
                  <a:pt x="3390" y="1023"/>
                </a:lnTo>
                <a:lnTo>
                  <a:pt x="3384" y="1023"/>
                </a:lnTo>
                <a:lnTo>
                  <a:pt x="3396" y="1029"/>
                </a:lnTo>
                <a:lnTo>
                  <a:pt x="3401" y="1029"/>
                </a:lnTo>
                <a:lnTo>
                  <a:pt x="3407" y="1035"/>
                </a:lnTo>
                <a:lnTo>
                  <a:pt x="3413" y="1041"/>
                </a:lnTo>
                <a:lnTo>
                  <a:pt x="3407" y="1041"/>
                </a:lnTo>
                <a:lnTo>
                  <a:pt x="3413" y="1041"/>
                </a:lnTo>
                <a:lnTo>
                  <a:pt x="3419" y="1047"/>
                </a:lnTo>
                <a:lnTo>
                  <a:pt x="3425" y="1058"/>
                </a:lnTo>
                <a:lnTo>
                  <a:pt x="3419" y="1052"/>
                </a:lnTo>
                <a:lnTo>
                  <a:pt x="3425" y="1052"/>
                </a:lnTo>
                <a:lnTo>
                  <a:pt x="3431" y="1052"/>
                </a:lnTo>
                <a:lnTo>
                  <a:pt x="3436" y="1058"/>
                </a:lnTo>
                <a:lnTo>
                  <a:pt x="3442" y="1064"/>
                </a:lnTo>
                <a:lnTo>
                  <a:pt x="3436" y="1064"/>
                </a:lnTo>
                <a:lnTo>
                  <a:pt x="3448" y="1070"/>
                </a:lnTo>
                <a:lnTo>
                  <a:pt x="3454" y="1070"/>
                </a:lnTo>
                <a:lnTo>
                  <a:pt x="3460" y="1070"/>
                </a:lnTo>
                <a:lnTo>
                  <a:pt x="3466" y="1070"/>
                </a:lnTo>
                <a:lnTo>
                  <a:pt x="3471" y="1076"/>
                </a:lnTo>
                <a:lnTo>
                  <a:pt x="3477" y="1082"/>
                </a:lnTo>
                <a:lnTo>
                  <a:pt x="3483" y="1087"/>
                </a:lnTo>
                <a:lnTo>
                  <a:pt x="3489" y="1093"/>
                </a:lnTo>
                <a:lnTo>
                  <a:pt x="3483" y="1093"/>
                </a:lnTo>
                <a:lnTo>
                  <a:pt x="3495" y="1093"/>
                </a:lnTo>
                <a:lnTo>
                  <a:pt x="3500" y="1093"/>
                </a:lnTo>
                <a:lnTo>
                  <a:pt x="3506" y="1093"/>
                </a:lnTo>
                <a:lnTo>
                  <a:pt x="3512" y="1099"/>
                </a:lnTo>
                <a:lnTo>
                  <a:pt x="3518" y="1105"/>
                </a:lnTo>
                <a:lnTo>
                  <a:pt x="3512" y="1105"/>
                </a:lnTo>
                <a:lnTo>
                  <a:pt x="3518" y="1105"/>
                </a:lnTo>
                <a:lnTo>
                  <a:pt x="3524" y="1105"/>
                </a:lnTo>
                <a:lnTo>
                  <a:pt x="3530" y="1111"/>
                </a:lnTo>
                <a:lnTo>
                  <a:pt x="3535" y="1116"/>
                </a:lnTo>
                <a:lnTo>
                  <a:pt x="3541" y="1122"/>
                </a:lnTo>
                <a:lnTo>
                  <a:pt x="3535" y="1122"/>
                </a:lnTo>
                <a:lnTo>
                  <a:pt x="3547" y="1128"/>
                </a:lnTo>
                <a:lnTo>
                  <a:pt x="3553" y="1128"/>
                </a:lnTo>
                <a:lnTo>
                  <a:pt x="3559" y="1134"/>
                </a:lnTo>
                <a:lnTo>
                  <a:pt x="3553" y="1134"/>
                </a:lnTo>
                <a:lnTo>
                  <a:pt x="3559" y="1134"/>
                </a:lnTo>
                <a:lnTo>
                  <a:pt x="3565" y="1134"/>
                </a:lnTo>
                <a:lnTo>
                  <a:pt x="3570" y="1140"/>
                </a:lnTo>
                <a:lnTo>
                  <a:pt x="3576" y="1145"/>
                </a:lnTo>
                <a:lnTo>
                  <a:pt x="3570" y="1145"/>
                </a:lnTo>
                <a:lnTo>
                  <a:pt x="3576" y="1145"/>
                </a:lnTo>
                <a:lnTo>
                  <a:pt x="3582" y="1145"/>
                </a:lnTo>
                <a:lnTo>
                  <a:pt x="3588" y="1151"/>
                </a:lnTo>
                <a:lnTo>
                  <a:pt x="3582" y="1151"/>
                </a:lnTo>
                <a:lnTo>
                  <a:pt x="3594" y="1157"/>
                </a:lnTo>
                <a:lnTo>
                  <a:pt x="3599" y="1157"/>
                </a:lnTo>
                <a:lnTo>
                  <a:pt x="3605" y="1163"/>
                </a:lnTo>
                <a:lnTo>
                  <a:pt x="3611" y="1169"/>
                </a:lnTo>
                <a:lnTo>
                  <a:pt x="3605" y="1169"/>
                </a:lnTo>
                <a:lnTo>
                  <a:pt x="3611" y="1169"/>
                </a:lnTo>
                <a:lnTo>
                  <a:pt x="3599" y="1180"/>
                </a:lnTo>
                <a:lnTo>
                  <a:pt x="3605" y="971"/>
                </a:lnTo>
                <a:lnTo>
                  <a:pt x="3611" y="959"/>
                </a:lnTo>
                <a:lnTo>
                  <a:pt x="3623" y="959"/>
                </a:lnTo>
                <a:lnTo>
                  <a:pt x="3629" y="965"/>
                </a:lnTo>
                <a:lnTo>
                  <a:pt x="3623" y="965"/>
                </a:lnTo>
                <a:lnTo>
                  <a:pt x="3629" y="965"/>
                </a:lnTo>
                <a:lnTo>
                  <a:pt x="3634" y="965"/>
                </a:lnTo>
                <a:lnTo>
                  <a:pt x="3640" y="971"/>
                </a:lnTo>
                <a:lnTo>
                  <a:pt x="3634" y="971"/>
                </a:lnTo>
                <a:lnTo>
                  <a:pt x="3646" y="977"/>
                </a:lnTo>
                <a:lnTo>
                  <a:pt x="3652" y="977"/>
                </a:lnTo>
                <a:lnTo>
                  <a:pt x="3658" y="983"/>
                </a:lnTo>
                <a:lnTo>
                  <a:pt x="3664" y="994"/>
                </a:lnTo>
                <a:lnTo>
                  <a:pt x="3664" y="989"/>
                </a:lnTo>
                <a:lnTo>
                  <a:pt x="3669" y="994"/>
                </a:lnTo>
                <a:lnTo>
                  <a:pt x="3675" y="1000"/>
                </a:lnTo>
                <a:lnTo>
                  <a:pt x="3681" y="1006"/>
                </a:lnTo>
                <a:lnTo>
                  <a:pt x="3687" y="1012"/>
                </a:lnTo>
                <a:lnTo>
                  <a:pt x="3669" y="1018"/>
                </a:lnTo>
                <a:lnTo>
                  <a:pt x="3681" y="791"/>
                </a:lnTo>
                <a:lnTo>
                  <a:pt x="3687" y="785"/>
                </a:lnTo>
                <a:lnTo>
                  <a:pt x="3698" y="785"/>
                </a:lnTo>
                <a:lnTo>
                  <a:pt x="3704" y="791"/>
                </a:lnTo>
                <a:lnTo>
                  <a:pt x="3698" y="791"/>
                </a:lnTo>
                <a:lnTo>
                  <a:pt x="3704" y="791"/>
                </a:lnTo>
                <a:lnTo>
                  <a:pt x="3710" y="791"/>
                </a:lnTo>
                <a:lnTo>
                  <a:pt x="3716" y="797"/>
                </a:lnTo>
                <a:lnTo>
                  <a:pt x="3722" y="803"/>
                </a:lnTo>
                <a:lnTo>
                  <a:pt x="3722" y="808"/>
                </a:lnTo>
                <a:lnTo>
                  <a:pt x="3728" y="820"/>
                </a:lnTo>
                <a:lnTo>
                  <a:pt x="3728" y="814"/>
                </a:lnTo>
                <a:lnTo>
                  <a:pt x="3733" y="820"/>
                </a:lnTo>
                <a:lnTo>
                  <a:pt x="3728" y="820"/>
                </a:lnTo>
                <a:lnTo>
                  <a:pt x="3733" y="820"/>
                </a:lnTo>
                <a:lnTo>
                  <a:pt x="3745" y="826"/>
                </a:lnTo>
                <a:lnTo>
                  <a:pt x="3751" y="826"/>
                </a:lnTo>
                <a:lnTo>
                  <a:pt x="3757" y="826"/>
                </a:lnTo>
                <a:lnTo>
                  <a:pt x="3763" y="826"/>
                </a:lnTo>
                <a:lnTo>
                  <a:pt x="3768" y="826"/>
                </a:lnTo>
                <a:lnTo>
                  <a:pt x="3774" y="832"/>
                </a:lnTo>
                <a:lnTo>
                  <a:pt x="3757" y="837"/>
                </a:lnTo>
                <a:lnTo>
                  <a:pt x="3763" y="663"/>
                </a:lnTo>
                <a:lnTo>
                  <a:pt x="3768" y="657"/>
                </a:lnTo>
                <a:lnTo>
                  <a:pt x="3780" y="657"/>
                </a:lnTo>
                <a:lnTo>
                  <a:pt x="3786" y="663"/>
                </a:lnTo>
                <a:lnTo>
                  <a:pt x="3780" y="663"/>
                </a:lnTo>
                <a:lnTo>
                  <a:pt x="3792" y="669"/>
                </a:lnTo>
                <a:lnTo>
                  <a:pt x="3797" y="669"/>
                </a:lnTo>
                <a:lnTo>
                  <a:pt x="3803" y="669"/>
                </a:lnTo>
                <a:lnTo>
                  <a:pt x="3809" y="675"/>
                </a:lnTo>
                <a:lnTo>
                  <a:pt x="3803" y="675"/>
                </a:lnTo>
                <a:lnTo>
                  <a:pt x="3809" y="675"/>
                </a:lnTo>
                <a:lnTo>
                  <a:pt x="3815" y="675"/>
                </a:lnTo>
                <a:lnTo>
                  <a:pt x="3821" y="680"/>
                </a:lnTo>
                <a:lnTo>
                  <a:pt x="3815" y="680"/>
                </a:lnTo>
                <a:lnTo>
                  <a:pt x="3821" y="680"/>
                </a:lnTo>
                <a:lnTo>
                  <a:pt x="3827" y="680"/>
                </a:lnTo>
                <a:lnTo>
                  <a:pt x="3832" y="680"/>
                </a:lnTo>
                <a:lnTo>
                  <a:pt x="3844" y="686"/>
                </a:lnTo>
                <a:lnTo>
                  <a:pt x="3850" y="686"/>
                </a:lnTo>
                <a:lnTo>
                  <a:pt x="3856" y="692"/>
                </a:lnTo>
                <a:lnTo>
                  <a:pt x="3862" y="698"/>
                </a:lnTo>
                <a:lnTo>
                  <a:pt x="3856" y="698"/>
                </a:lnTo>
                <a:lnTo>
                  <a:pt x="3862" y="698"/>
                </a:lnTo>
                <a:lnTo>
                  <a:pt x="3867" y="698"/>
                </a:lnTo>
                <a:lnTo>
                  <a:pt x="3873" y="698"/>
                </a:lnTo>
                <a:lnTo>
                  <a:pt x="3879" y="704"/>
                </a:lnTo>
                <a:lnTo>
                  <a:pt x="3885" y="710"/>
                </a:lnTo>
                <a:lnTo>
                  <a:pt x="3879" y="710"/>
                </a:lnTo>
                <a:lnTo>
                  <a:pt x="3891" y="710"/>
                </a:lnTo>
                <a:lnTo>
                  <a:pt x="3896" y="710"/>
                </a:lnTo>
                <a:lnTo>
                  <a:pt x="3902" y="715"/>
                </a:lnTo>
                <a:lnTo>
                  <a:pt x="3896" y="715"/>
                </a:lnTo>
                <a:lnTo>
                  <a:pt x="3902" y="715"/>
                </a:lnTo>
                <a:lnTo>
                  <a:pt x="3908" y="715"/>
                </a:lnTo>
                <a:lnTo>
                  <a:pt x="3914" y="721"/>
                </a:lnTo>
                <a:lnTo>
                  <a:pt x="3920" y="739"/>
                </a:lnTo>
                <a:lnTo>
                  <a:pt x="3914" y="733"/>
                </a:lnTo>
                <a:lnTo>
                  <a:pt x="3920" y="733"/>
                </a:lnTo>
                <a:lnTo>
                  <a:pt x="3926" y="733"/>
                </a:lnTo>
                <a:lnTo>
                  <a:pt x="3931" y="739"/>
                </a:lnTo>
                <a:lnTo>
                  <a:pt x="3937" y="750"/>
                </a:lnTo>
                <a:lnTo>
                  <a:pt x="3931" y="744"/>
                </a:lnTo>
                <a:lnTo>
                  <a:pt x="3943" y="750"/>
                </a:lnTo>
                <a:lnTo>
                  <a:pt x="3949" y="750"/>
                </a:lnTo>
                <a:lnTo>
                  <a:pt x="3955" y="756"/>
                </a:lnTo>
                <a:lnTo>
                  <a:pt x="3961" y="762"/>
                </a:lnTo>
                <a:lnTo>
                  <a:pt x="3966" y="768"/>
                </a:lnTo>
                <a:lnTo>
                  <a:pt x="3961" y="768"/>
                </a:lnTo>
                <a:lnTo>
                  <a:pt x="3966" y="768"/>
                </a:lnTo>
                <a:lnTo>
                  <a:pt x="3972" y="773"/>
                </a:lnTo>
                <a:lnTo>
                  <a:pt x="3978" y="785"/>
                </a:lnTo>
                <a:lnTo>
                  <a:pt x="3978" y="779"/>
                </a:lnTo>
                <a:lnTo>
                  <a:pt x="3984" y="785"/>
                </a:lnTo>
                <a:lnTo>
                  <a:pt x="3995" y="797"/>
                </a:lnTo>
                <a:lnTo>
                  <a:pt x="3990" y="797"/>
                </a:lnTo>
                <a:lnTo>
                  <a:pt x="3995" y="797"/>
                </a:lnTo>
                <a:lnTo>
                  <a:pt x="4001" y="797"/>
                </a:lnTo>
                <a:lnTo>
                  <a:pt x="4007" y="803"/>
                </a:lnTo>
                <a:lnTo>
                  <a:pt x="4007" y="808"/>
                </a:lnTo>
                <a:lnTo>
                  <a:pt x="4013" y="820"/>
                </a:lnTo>
                <a:lnTo>
                  <a:pt x="4013" y="814"/>
                </a:lnTo>
                <a:lnTo>
                  <a:pt x="4019" y="820"/>
                </a:lnTo>
                <a:lnTo>
                  <a:pt x="4013" y="820"/>
                </a:lnTo>
                <a:lnTo>
                  <a:pt x="4019" y="820"/>
                </a:lnTo>
                <a:lnTo>
                  <a:pt x="4025" y="826"/>
                </a:lnTo>
                <a:lnTo>
                  <a:pt x="4030" y="837"/>
                </a:lnTo>
                <a:lnTo>
                  <a:pt x="4025" y="832"/>
                </a:lnTo>
                <a:lnTo>
                  <a:pt x="4030" y="832"/>
                </a:lnTo>
                <a:lnTo>
                  <a:pt x="4042" y="837"/>
                </a:lnTo>
                <a:lnTo>
                  <a:pt x="4048" y="837"/>
                </a:lnTo>
                <a:lnTo>
                  <a:pt x="4054" y="843"/>
                </a:lnTo>
                <a:lnTo>
                  <a:pt x="4054" y="849"/>
                </a:lnTo>
                <a:lnTo>
                  <a:pt x="4060" y="861"/>
                </a:lnTo>
                <a:lnTo>
                  <a:pt x="4060" y="855"/>
                </a:lnTo>
                <a:lnTo>
                  <a:pt x="4065" y="861"/>
                </a:lnTo>
                <a:lnTo>
                  <a:pt x="4060" y="861"/>
                </a:lnTo>
                <a:lnTo>
                  <a:pt x="4065" y="861"/>
                </a:lnTo>
                <a:lnTo>
                  <a:pt x="4071" y="861"/>
                </a:lnTo>
                <a:lnTo>
                  <a:pt x="4077" y="866"/>
                </a:lnTo>
                <a:lnTo>
                  <a:pt x="4077" y="872"/>
                </a:lnTo>
                <a:lnTo>
                  <a:pt x="4083" y="884"/>
                </a:lnTo>
                <a:lnTo>
                  <a:pt x="4077" y="878"/>
                </a:lnTo>
                <a:lnTo>
                  <a:pt x="4089" y="878"/>
                </a:lnTo>
                <a:lnTo>
                  <a:pt x="4095" y="878"/>
                </a:lnTo>
                <a:lnTo>
                  <a:pt x="4100" y="878"/>
                </a:lnTo>
                <a:lnTo>
                  <a:pt x="4106" y="878"/>
                </a:lnTo>
                <a:lnTo>
                  <a:pt x="4112" y="884"/>
                </a:lnTo>
                <a:lnTo>
                  <a:pt x="4095" y="884"/>
                </a:lnTo>
                <a:lnTo>
                  <a:pt x="4100" y="878"/>
                </a:lnTo>
                <a:lnTo>
                  <a:pt x="4112" y="878"/>
                </a:lnTo>
                <a:lnTo>
                  <a:pt x="4118" y="878"/>
                </a:lnTo>
                <a:lnTo>
                  <a:pt x="4124" y="878"/>
                </a:lnTo>
                <a:lnTo>
                  <a:pt x="4129" y="878"/>
                </a:lnTo>
                <a:lnTo>
                  <a:pt x="4141" y="884"/>
                </a:lnTo>
                <a:lnTo>
                  <a:pt x="4147" y="884"/>
                </a:lnTo>
                <a:lnTo>
                  <a:pt x="4153" y="890"/>
                </a:lnTo>
                <a:lnTo>
                  <a:pt x="4153" y="896"/>
                </a:lnTo>
                <a:lnTo>
                  <a:pt x="4159" y="907"/>
                </a:lnTo>
                <a:lnTo>
                  <a:pt x="4153" y="901"/>
                </a:lnTo>
                <a:lnTo>
                  <a:pt x="4159" y="901"/>
                </a:lnTo>
                <a:lnTo>
                  <a:pt x="4164" y="901"/>
                </a:lnTo>
                <a:lnTo>
                  <a:pt x="4170" y="901"/>
                </a:lnTo>
                <a:lnTo>
                  <a:pt x="4176" y="907"/>
                </a:lnTo>
                <a:lnTo>
                  <a:pt x="4182" y="913"/>
                </a:lnTo>
                <a:lnTo>
                  <a:pt x="4176" y="913"/>
                </a:lnTo>
                <a:lnTo>
                  <a:pt x="4188" y="913"/>
                </a:lnTo>
                <a:lnTo>
                  <a:pt x="4194" y="913"/>
                </a:lnTo>
                <a:lnTo>
                  <a:pt x="4199" y="919"/>
                </a:lnTo>
                <a:lnTo>
                  <a:pt x="4205" y="925"/>
                </a:lnTo>
                <a:lnTo>
                  <a:pt x="4199" y="925"/>
                </a:lnTo>
                <a:lnTo>
                  <a:pt x="4205" y="925"/>
                </a:lnTo>
                <a:lnTo>
                  <a:pt x="4211" y="930"/>
                </a:lnTo>
                <a:lnTo>
                  <a:pt x="4217" y="942"/>
                </a:lnTo>
                <a:lnTo>
                  <a:pt x="4223" y="954"/>
                </a:lnTo>
                <a:lnTo>
                  <a:pt x="4217" y="948"/>
                </a:lnTo>
                <a:lnTo>
                  <a:pt x="4223" y="948"/>
                </a:lnTo>
                <a:lnTo>
                  <a:pt x="4217" y="948"/>
                </a:lnTo>
                <a:lnTo>
                  <a:pt x="4228" y="942"/>
                </a:lnTo>
                <a:lnTo>
                  <a:pt x="4223" y="942"/>
                </a:lnTo>
                <a:lnTo>
                  <a:pt x="4228" y="936"/>
                </a:lnTo>
                <a:lnTo>
                  <a:pt x="4240" y="936"/>
                </a:lnTo>
                <a:lnTo>
                  <a:pt x="4246" y="936"/>
                </a:lnTo>
                <a:lnTo>
                  <a:pt x="4252" y="942"/>
                </a:lnTo>
                <a:lnTo>
                  <a:pt x="4258" y="948"/>
                </a:lnTo>
                <a:lnTo>
                  <a:pt x="4263" y="954"/>
                </a:lnTo>
                <a:lnTo>
                  <a:pt x="4263" y="959"/>
                </a:lnTo>
                <a:lnTo>
                  <a:pt x="4269" y="971"/>
                </a:lnTo>
                <a:lnTo>
                  <a:pt x="4252" y="965"/>
                </a:lnTo>
                <a:lnTo>
                  <a:pt x="4258" y="959"/>
                </a:lnTo>
                <a:lnTo>
                  <a:pt x="4269" y="959"/>
                </a:lnTo>
                <a:lnTo>
                  <a:pt x="4275" y="959"/>
                </a:lnTo>
                <a:lnTo>
                  <a:pt x="4287" y="965"/>
                </a:lnTo>
                <a:lnTo>
                  <a:pt x="4293" y="971"/>
                </a:lnTo>
                <a:lnTo>
                  <a:pt x="4298" y="983"/>
                </a:lnTo>
                <a:lnTo>
                  <a:pt x="4298" y="977"/>
                </a:lnTo>
                <a:lnTo>
                  <a:pt x="4304" y="983"/>
                </a:lnTo>
                <a:lnTo>
                  <a:pt x="4298" y="983"/>
                </a:lnTo>
                <a:lnTo>
                  <a:pt x="4304" y="983"/>
                </a:lnTo>
                <a:lnTo>
                  <a:pt x="4310" y="983"/>
                </a:lnTo>
                <a:lnTo>
                  <a:pt x="4316" y="989"/>
                </a:lnTo>
                <a:lnTo>
                  <a:pt x="4322" y="994"/>
                </a:lnTo>
                <a:lnTo>
                  <a:pt x="4322" y="1000"/>
                </a:lnTo>
                <a:lnTo>
                  <a:pt x="4327" y="1012"/>
                </a:lnTo>
                <a:lnTo>
                  <a:pt x="4322" y="1006"/>
                </a:lnTo>
                <a:lnTo>
                  <a:pt x="4333" y="1006"/>
                </a:lnTo>
                <a:lnTo>
                  <a:pt x="4339" y="1006"/>
                </a:lnTo>
                <a:lnTo>
                  <a:pt x="4345" y="1006"/>
                </a:lnTo>
                <a:lnTo>
                  <a:pt x="4351" y="1012"/>
                </a:lnTo>
                <a:lnTo>
                  <a:pt x="4351" y="1018"/>
                </a:lnTo>
                <a:lnTo>
                  <a:pt x="4357" y="1029"/>
                </a:lnTo>
                <a:lnTo>
                  <a:pt x="4357" y="1023"/>
                </a:lnTo>
                <a:lnTo>
                  <a:pt x="4362" y="1029"/>
                </a:lnTo>
                <a:lnTo>
                  <a:pt x="4357" y="1029"/>
                </a:lnTo>
                <a:lnTo>
                  <a:pt x="4362" y="1029"/>
                </a:lnTo>
                <a:lnTo>
                  <a:pt x="4368" y="1029"/>
                </a:lnTo>
                <a:lnTo>
                  <a:pt x="4374" y="1029"/>
                </a:lnTo>
                <a:lnTo>
                  <a:pt x="4380" y="1035"/>
                </a:lnTo>
                <a:lnTo>
                  <a:pt x="4392" y="1047"/>
                </a:lnTo>
                <a:lnTo>
                  <a:pt x="4397" y="1052"/>
                </a:lnTo>
                <a:lnTo>
                  <a:pt x="4392" y="1052"/>
                </a:lnTo>
                <a:lnTo>
                  <a:pt x="4397" y="1052"/>
                </a:lnTo>
                <a:lnTo>
                  <a:pt x="4403" y="1052"/>
                </a:lnTo>
                <a:lnTo>
                  <a:pt x="4409" y="1058"/>
                </a:lnTo>
                <a:lnTo>
                  <a:pt x="4415" y="1070"/>
                </a:lnTo>
                <a:lnTo>
                  <a:pt x="4421" y="1082"/>
                </a:lnTo>
                <a:lnTo>
                  <a:pt x="4426" y="1082"/>
                </a:lnTo>
                <a:lnTo>
                  <a:pt x="4432" y="1105"/>
                </a:lnTo>
                <a:lnTo>
                  <a:pt x="4421" y="1099"/>
                </a:lnTo>
                <a:lnTo>
                  <a:pt x="4432" y="1105"/>
                </a:lnTo>
                <a:lnTo>
                  <a:pt x="4421" y="1111"/>
                </a:lnTo>
                <a:lnTo>
                  <a:pt x="4426" y="1099"/>
                </a:lnTo>
                <a:lnTo>
                  <a:pt x="4438" y="1093"/>
                </a:lnTo>
                <a:lnTo>
                  <a:pt x="4444" y="1093"/>
                </a:lnTo>
                <a:lnTo>
                  <a:pt x="4450" y="1099"/>
                </a:lnTo>
                <a:lnTo>
                  <a:pt x="4456" y="1111"/>
                </a:lnTo>
                <a:lnTo>
                  <a:pt x="4450" y="1105"/>
                </a:lnTo>
                <a:lnTo>
                  <a:pt x="4456" y="1105"/>
                </a:lnTo>
                <a:lnTo>
                  <a:pt x="4461" y="1105"/>
                </a:lnTo>
                <a:lnTo>
                  <a:pt x="4467" y="1111"/>
                </a:lnTo>
                <a:lnTo>
                  <a:pt x="4473" y="1116"/>
                </a:lnTo>
                <a:lnTo>
                  <a:pt x="4479" y="1122"/>
                </a:lnTo>
                <a:lnTo>
                  <a:pt x="4473" y="1122"/>
                </a:lnTo>
                <a:lnTo>
                  <a:pt x="4485" y="1128"/>
                </a:lnTo>
                <a:lnTo>
                  <a:pt x="4491" y="1134"/>
                </a:lnTo>
                <a:lnTo>
                  <a:pt x="4496" y="1145"/>
                </a:lnTo>
                <a:lnTo>
                  <a:pt x="4496" y="1140"/>
                </a:lnTo>
                <a:lnTo>
                  <a:pt x="4502" y="1145"/>
                </a:lnTo>
                <a:lnTo>
                  <a:pt x="4485" y="1145"/>
                </a:lnTo>
                <a:lnTo>
                  <a:pt x="4491" y="1140"/>
                </a:lnTo>
                <a:lnTo>
                  <a:pt x="4491" y="1145"/>
                </a:lnTo>
                <a:lnTo>
                  <a:pt x="4496" y="1134"/>
                </a:lnTo>
                <a:lnTo>
                  <a:pt x="4502" y="1128"/>
                </a:lnTo>
                <a:lnTo>
                  <a:pt x="4514" y="1128"/>
                </a:lnTo>
                <a:lnTo>
                  <a:pt x="4520" y="1134"/>
                </a:lnTo>
                <a:lnTo>
                  <a:pt x="4525" y="1140"/>
                </a:lnTo>
                <a:lnTo>
                  <a:pt x="4520" y="1140"/>
                </a:lnTo>
                <a:lnTo>
                  <a:pt x="4531" y="1145"/>
                </a:lnTo>
                <a:lnTo>
                  <a:pt x="4537" y="1145"/>
                </a:lnTo>
                <a:lnTo>
                  <a:pt x="4543" y="1151"/>
                </a:lnTo>
                <a:lnTo>
                  <a:pt x="4549" y="1157"/>
                </a:lnTo>
                <a:lnTo>
                  <a:pt x="4555" y="1163"/>
                </a:lnTo>
                <a:lnTo>
                  <a:pt x="4555" y="1169"/>
                </a:lnTo>
                <a:lnTo>
                  <a:pt x="4560" y="1180"/>
                </a:lnTo>
                <a:lnTo>
                  <a:pt x="4555" y="1175"/>
                </a:lnTo>
                <a:lnTo>
                  <a:pt x="4560" y="1175"/>
                </a:lnTo>
                <a:lnTo>
                  <a:pt x="4566" y="1175"/>
                </a:lnTo>
                <a:lnTo>
                  <a:pt x="4572" y="1180"/>
                </a:lnTo>
                <a:lnTo>
                  <a:pt x="4555" y="1192"/>
                </a:lnTo>
                <a:lnTo>
                  <a:pt x="4560" y="948"/>
                </a:lnTo>
                <a:lnTo>
                  <a:pt x="4566" y="936"/>
                </a:lnTo>
                <a:lnTo>
                  <a:pt x="4578" y="936"/>
                </a:lnTo>
                <a:lnTo>
                  <a:pt x="4590" y="948"/>
                </a:lnTo>
                <a:lnTo>
                  <a:pt x="4595" y="954"/>
                </a:lnTo>
                <a:lnTo>
                  <a:pt x="4595" y="959"/>
                </a:lnTo>
                <a:lnTo>
                  <a:pt x="4601" y="977"/>
                </a:lnTo>
                <a:lnTo>
                  <a:pt x="4601" y="971"/>
                </a:lnTo>
                <a:lnTo>
                  <a:pt x="4607" y="977"/>
                </a:lnTo>
                <a:lnTo>
                  <a:pt x="4613" y="989"/>
                </a:lnTo>
                <a:lnTo>
                  <a:pt x="4607" y="994"/>
                </a:lnTo>
                <a:lnTo>
                  <a:pt x="4601" y="1000"/>
                </a:lnTo>
                <a:lnTo>
                  <a:pt x="4590" y="994"/>
                </a:lnTo>
                <a:lnTo>
                  <a:pt x="4584" y="989"/>
                </a:lnTo>
                <a:lnTo>
                  <a:pt x="4584" y="983"/>
                </a:lnTo>
                <a:lnTo>
                  <a:pt x="4578" y="965"/>
                </a:lnTo>
                <a:lnTo>
                  <a:pt x="4578" y="971"/>
                </a:lnTo>
                <a:lnTo>
                  <a:pt x="4572" y="965"/>
                </a:lnTo>
                <a:lnTo>
                  <a:pt x="4560" y="954"/>
                </a:lnTo>
                <a:lnTo>
                  <a:pt x="4584" y="948"/>
                </a:lnTo>
                <a:lnTo>
                  <a:pt x="4578" y="1192"/>
                </a:lnTo>
                <a:lnTo>
                  <a:pt x="4566" y="1198"/>
                </a:lnTo>
                <a:lnTo>
                  <a:pt x="4555" y="1198"/>
                </a:lnTo>
                <a:lnTo>
                  <a:pt x="4549" y="1192"/>
                </a:lnTo>
                <a:lnTo>
                  <a:pt x="4560" y="1198"/>
                </a:lnTo>
                <a:lnTo>
                  <a:pt x="4555" y="1198"/>
                </a:lnTo>
                <a:lnTo>
                  <a:pt x="4543" y="1186"/>
                </a:lnTo>
                <a:lnTo>
                  <a:pt x="4537" y="1175"/>
                </a:lnTo>
                <a:lnTo>
                  <a:pt x="4537" y="1180"/>
                </a:lnTo>
                <a:lnTo>
                  <a:pt x="4531" y="1175"/>
                </a:lnTo>
                <a:lnTo>
                  <a:pt x="4525" y="1169"/>
                </a:lnTo>
                <a:lnTo>
                  <a:pt x="4520" y="1163"/>
                </a:lnTo>
                <a:lnTo>
                  <a:pt x="4525" y="1163"/>
                </a:lnTo>
                <a:lnTo>
                  <a:pt x="4514" y="1157"/>
                </a:lnTo>
                <a:lnTo>
                  <a:pt x="4508" y="1157"/>
                </a:lnTo>
                <a:lnTo>
                  <a:pt x="4502" y="1151"/>
                </a:lnTo>
                <a:lnTo>
                  <a:pt x="4496" y="1145"/>
                </a:lnTo>
                <a:lnTo>
                  <a:pt x="4514" y="1140"/>
                </a:lnTo>
                <a:lnTo>
                  <a:pt x="4508" y="1151"/>
                </a:lnTo>
                <a:lnTo>
                  <a:pt x="4508" y="1157"/>
                </a:lnTo>
                <a:lnTo>
                  <a:pt x="4502" y="1163"/>
                </a:lnTo>
                <a:lnTo>
                  <a:pt x="4496" y="1169"/>
                </a:lnTo>
                <a:lnTo>
                  <a:pt x="4485" y="1163"/>
                </a:lnTo>
                <a:lnTo>
                  <a:pt x="4479" y="1157"/>
                </a:lnTo>
                <a:lnTo>
                  <a:pt x="4479" y="1151"/>
                </a:lnTo>
                <a:lnTo>
                  <a:pt x="4473" y="1140"/>
                </a:lnTo>
                <a:lnTo>
                  <a:pt x="4479" y="1145"/>
                </a:lnTo>
                <a:lnTo>
                  <a:pt x="4467" y="1140"/>
                </a:lnTo>
                <a:lnTo>
                  <a:pt x="4461" y="1140"/>
                </a:lnTo>
                <a:lnTo>
                  <a:pt x="4456" y="1134"/>
                </a:lnTo>
                <a:lnTo>
                  <a:pt x="4450" y="1128"/>
                </a:lnTo>
                <a:lnTo>
                  <a:pt x="4444" y="1122"/>
                </a:lnTo>
                <a:lnTo>
                  <a:pt x="4456" y="1128"/>
                </a:lnTo>
                <a:lnTo>
                  <a:pt x="4450" y="1128"/>
                </a:lnTo>
                <a:lnTo>
                  <a:pt x="4438" y="1116"/>
                </a:lnTo>
                <a:lnTo>
                  <a:pt x="4432" y="1105"/>
                </a:lnTo>
                <a:lnTo>
                  <a:pt x="4444" y="1116"/>
                </a:lnTo>
                <a:lnTo>
                  <a:pt x="4438" y="1116"/>
                </a:lnTo>
                <a:lnTo>
                  <a:pt x="4444" y="1105"/>
                </a:lnTo>
                <a:lnTo>
                  <a:pt x="4438" y="1116"/>
                </a:lnTo>
                <a:lnTo>
                  <a:pt x="4432" y="1122"/>
                </a:lnTo>
                <a:lnTo>
                  <a:pt x="4426" y="1122"/>
                </a:lnTo>
                <a:lnTo>
                  <a:pt x="4415" y="1116"/>
                </a:lnTo>
                <a:lnTo>
                  <a:pt x="4409" y="1111"/>
                </a:lnTo>
                <a:lnTo>
                  <a:pt x="4403" y="1087"/>
                </a:lnTo>
                <a:lnTo>
                  <a:pt x="4397" y="1076"/>
                </a:lnTo>
                <a:lnTo>
                  <a:pt x="4392" y="1064"/>
                </a:lnTo>
                <a:lnTo>
                  <a:pt x="4403" y="1076"/>
                </a:lnTo>
                <a:lnTo>
                  <a:pt x="4397" y="1076"/>
                </a:lnTo>
                <a:lnTo>
                  <a:pt x="4392" y="1076"/>
                </a:lnTo>
                <a:lnTo>
                  <a:pt x="4380" y="1070"/>
                </a:lnTo>
                <a:lnTo>
                  <a:pt x="4374" y="1064"/>
                </a:lnTo>
                <a:lnTo>
                  <a:pt x="4362" y="1052"/>
                </a:lnTo>
                <a:lnTo>
                  <a:pt x="4357" y="1047"/>
                </a:lnTo>
                <a:lnTo>
                  <a:pt x="4368" y="1052"/>
                </a:lnTo>
                <a:lnTo>
                  <a:pt x="4362" y="1052"/>
                </a:lnTo>
                <a:lnTo>
                  <a:pt x="4357" y="1052"/>
                </a:lnTo>
                <a:lnTo>
                  <a:pt x="4345" y="1047"/>
                </a:lnTo>
                <a:lnTo>
                  <a:pt x="4339" y="1041"/>
                </a:lnTo>
                <a:lnTo>
                  <a:pt x="4339" y="1035"/>
                </a:lnTo>
                <a:lnTo>
                  <a:pt x="4333" y="1023"/>
                </a:lnTo>
                <a:lnTo>
                  <a:pt x="4333" y="1029"/>
                </a:lnTo>
                <a:lnTo>
                  <a:pt x="4327" y="1023"/>
                </a:lnTo>
                <a:lnTo>
                  <a:pt x="4339" y="1029"/>
                </a:lnTo>
                <a:lnTo>
                  <a:pt x="4333" y="1029"/>
                </a:lnTo>
                <a:lnTo>
                  <a:pt x="4322" y="1029"/>
                </a:lnTo>
                <a:lnTo>
                  <a:pt x="4310" y="1018"/>
                </a:lnTo>
                <a:lnTo>
                  <a:pt x="4304" y="1006"/>
                </a:lnTo>
                <a:lnTo>
                  <a:pt x="4304" y="1012"/>
                </a:lnTo>
                <a:lnTo>
                  <a:pt x="4298" y="1006"/>
                </a:lnTo>
                <a:lnTo>
                  <a:pt x="4293" y="1000"/>
                </a:lnTo>
                <a:lnTo>
                  <a:pt x="4304" y="1006"/>
                </a:lnTo>
                <a:lnTo>
                  <a:pt x="4298" y="1006"/>
                </a:lnTo>
                <a:lnTo>
                  <a:pt x="4287" y="1000"/>
                </a:lnTo>
                <a:lnTo>
                  <a:pt x="4281" y="994"/>
                </a:lnTo>
                <a:lnTo>
                  <a:pt x="4281" y="989"/>
                </a:lnTo>
                <a:lnTo>
                  <a:pt x="4275" y="977"/>
                </a:lnTo>
                <a:lnTo>
                  <a:pt x="4281" y="983"/>
                </a:lnTo>
                <a:lnTo>
                  <a:pt x="4269" y="977"/>
                </a:lnTo>
                <a:lnTo>
                  <a:pt x="4275" y="983"/>
                </a:lnTo>
                <a:lnTo>
                  <a:pt x="4269" y="983"/>
                </a:lnTo>
                <a:lnTo>
                  <a:pt x="4275" y="977"/>
                </a:lnTo>
                <a:lnTo>
                  <a:pt x="4269" y="983"/>
                </a:lnTo>
                <a:lnTo>
                  <a:pt x="4258" y="989"/>
                </a:lnTo>
                <a:lnTo>
                  <a:pt x="4252" y="977"/>
                </a:lnTo>
                <a:lnTo>
                  <a:pt x="4246" y="965"/>
                </a:lnTo>
                <a:lnTo>
                  <a:pt x="4246" y="971"/>
                </a:lnTo>
                <a:lnTo>
                  <a:pt x="4240" y="965"/>
                </a:lnTo>
                <a:lnTo>
                  <a:pt x="4234" y="959"/>
                </a:lnTo>
                <a:lnTo>
                  <a:pt x="4228" y="954"/>
                </a:lnTo>
                <a:lnTo>
                  <a:pt x="4246" y="954"/>
                </a:lnTo>
                <a:lnTo>
                  <a:pt x="4240" y="959"/>
                </a:lnTo>
                <a:lnTo>
                  <a:pt x="4234" y="959"/>
                </a:lnTo>
                <a:lnTo>
                  <a:pt x="4223" y="965"/>
                </a:lnTo>
                <a:lnTo>
                  <a:pt x="4223" y="971"/>
                </a:lnTo>
                <a:lnTo>
                  <a:pt x="4217" y="971"/>
                </a:lnTo>
                <a:lnTo>
                  <a:pt x="4205" y="959"/>
                </a:lnTo>
                <a:lnTo>
                  <a:pt x="4199" y="948"/>
                </a:lnTo>
                <a:lnTo>
                  <a:pt x="4194" y="936"/>
                </a:lnTo>
                <a:lnTo>
                  <a:pt x="4205" y="948"/>
                </a:lnTo>
                <a:lnTo>
                  <a:pt x="4199" y="948"/>
                </a:lnTo>
                <a:lnTo>
                  <a:pt x="4188" y="942"/>
                </a:lnTo>
                <a:lnTo>
                  <a:pt x="4182" y="936"/>
                </a:lnTo>
                <a:lnTo>
                  <a:pt x="4176" y="930"/>
                </a:lnTo>
                <a:lnTo>
                  <a:pt x="4188" y="936"/>
                </a:lnTo>
                <a:lnTo>
                  <a:pt x="4176" y="936"/>
                </a:lnTo>
                <a:lnTo>
                  <a:pt x="4164" y="930"/>
                </a:lnTo>
                <a:lnTo>
                  <a:pt x="4159" y="925"/>
                </a:lnTo>
                <a:lnTo>
                  <a:pt x="4153" y="919"/>
                </a:lnTo>
                <a:lnTo>
                  <a:pt x="4164" y="925"/>
                </a:lnTo>
                <a:lnTo>
                  <a:pt x="4159" y="925"/>
                </a:lnTo>
                <a:lnTo>
                  <a:pt x="4153" y="925"/>
                </a:lnTo>
                <a:lnTo>
                  <a:pt x="4141" y="913"/>
                </a:lnTo>
                <a:lnTo>
                  <a:pt x="4135" y="901"/>
                </a:lnTo>
                <a:lnTo>
                  <a:pt x="4135" y="907"/>
                </a:lnTo>
                <a:lnTo>
                  <a:pt x="4129" y="901"/>
                </a:lnTo>
                <a:lnTo>
                  <a:pt x="4135" y="901"/>
                </a:lnTo>
                <a:lnTo>
                  <a:pt x="4124" y="896"/>
                </a:lnTo>
                <a:lnTo>
                  <a:pt x="4129" y="901"/>
                </a:lnTo>
                <a:lnTo>
                  <a:pt x="4124" y="901"/>
                </a:lnTo>
                <a:lnTo>
                  <a:pt x="4118" y="901"/>
                </a:lnTo>
                <a:lnTo>
                  <a:pt x="4112" y="901"/>
                </a:lnTo>
                <a:lnTo>
                  <a:pt x="4118" y="896"/>
                </a:lnTo>
                <a:lnTo>
                  <a:pt x="4112" y="901"/>
                </a:lnTo>
                <a:lnTo>
                  <a:pt x="4106" y="907"/>
                </a:lnTo>
                <a:lnTo>
                  <a:pt x="4095" y="901"/>
                </a:lnTo>
                <a:lnTo>
                  <a:pt x="4089" y="896"/>
                </a:lnTo>
                <a:lnTo>
                  <a:pt x="4100" y="901"/>
                </a:lnTo>
                <a:lnTo>
                  <a:pt x="4095" y="901"/>
                </a:lnTo>
                <a:lnTo>
                  <a:pt x="4089" y="901"/>
                </a:lnTo>
                <a:lnTo>
                  <a:pt x="4077" y="901"/>
                </a:lnTo>
                <a:lnTo>
                  <a:pt x="4065" y="890"/>
                </a:lnTo>
                <a:lnTo>
                  <a:pt x="4060" y="878"/>
                </a:lnTo>
                <a:lnTo>
                  <a:pt x="4060" y="884"/>
                </a:lnTo>
                <a:lnTo>
                  <a:pt x="4054" y="878"/>
                </a:lnTo>
                <a:lnTo>
                  <a:pt x="4065" y="884"/>
                </a:lnTo>
                <a:lnTo>
                  <a:pt x="4060" y="884"/>
                </a:lnTo>
                <a:lnTo>
                  <a:pt x="4048" y="878"/>
                </a:lnTo>
                <a:lnTo>
                  <a:pt x="4042" y="872"/>
                </a:lnTo>
                <a:lnTo>
                  <a:pt x="4042" y="866"/>
                </a:lnTo>
                <a:lnTo>
                  <a:pt x="4036" y="855"/>
                </a:lnTo>
                <a:lnTo>
                  <a:pt x="4036" y="861"/>
                </a:lnTo>
                <a:lnTo>
                  <a:pt x="4030" y="855"/>
                </a:lnTo>
                <a:lnTo>
                  <a:pt x="4036" y="855"/>
                </a:lnTo>
                <a:lnTo>
                  <a:pt x="4025" y="849"/>
                </a:lnTo>
                <a:lnTo>
                  <a:pt x="4030" y="855"/>
                </a:lnTo>
                <a:lnTo>
                  <a:pt x="4025" y="855"/>
                </a:lnTo>
                <a:lnTo>
                  <a:pt x="4013" y="843"/>
                </a:lnTo>
                <a:lnTo>
                  <a:pt x="4007" y="832"/>
                </a:lnTo>
                <a:lnTo>
                  <a:pt x="4019" y="843"/>
                </a:lnTo>
                <a:lnTo>
                  <a:pt x="4013" y="843"/>
                </a:lnTo>
                <a:lnTo>
                  <a:pt x="4001" y="837"/>
                </a:lnTo>
                <a:lnTo>
                  <a:pt x="3995" y="832"/>
                </a:lnTo>
                <a:lnTo>
                  <a:pt x="3995" y="826"/>
                </a:lnTo>
                <a:lnTo>
                  <a:pt x="3990" y="814"/>
                </a:lnTo>
                <a:lnTo>
                  <a:pt x="3990" y="820"/>
                </a:lnTo>
                <a:lnTo>
                  <a:pt x="3984" y="814"/>
                </a:lnTo>
                <a:lnTo>
                  <a:pt x="3995" y="820"/>
                </a:lnTo>
                <a:lnTo>
                  <a:pt x="3990" y="820"/>
                </a:lnTo>
                <a:lnTo>
                  <a:pt x="3978" y="814"/>
                </a:lnTo>
                <a:lnTo>
                  <a:pt x="3966" y="803"/>
                </a:lnTo>
                <a:lnTo>
                  <a:pt x="3961" y="797"/>
                </a:lnTo>
                <a:lnTo>
                  <a:pt x="3961" y="791"/>
                </a:lnTo>
                <a:lnTo>
                  <a:pt x="3955" y="779"/>
                </a:lnTo>
                <a:lnTo>
                  <a:pt x="3966" y="791"/>
                </a:lnTo>
                <a:lnTo>
                  <a:pt x="3961" y="791"/>
                </a:lnTo>
                <a:lnTo>
                  <a:pt x="3949" y="785"/>
                </a:lnTo>
                <a:lnTo>
                  <a:pt x="3943" y="779"/>
                </a:lnTo>
                <a:lnTo>
                  <a:pt x="3937" y="773"/>
                </a:lnTo>
                <a:lnTo>
                  <a:pt x="3931" y="768"/>
                </a:lnTo>
                <a:lnTo>
                  <a:pt x="3937" y="768"/>
                </a:lnTo>
                <a:lnTo>
                  <a:pt x="3926" y="762"/>
                </a:lnTo>
                <a:lnTo>
                  <a:pt x="3920" y="756"/>
                </a:lnTo>
                <a:lnTo>
                  <a:pt x="3914" y="744"/>
                </a:lnTo>
                <a:lnTo>
                  <a:pt x="3926" y="756"/>
                </a:lnTo>
                <a:lnTo>
                  <a:pt x="3920" y="756"/>
                </a:lnTo>
                <a:lnTo>
                  <a:pt x="3914" y="756"/>
                </a:lnTo>
                <a:lnTo>
                  <a:pt x="3902" y="744"/>
                </a:lnTo>
                <a:lnTo>
                  <a:pt x="3896" y="727"/>
                </a:lnTo>
                <a:lnTo>
                  <a:pt x="3908" y="739"/>
                </a:lnTo>
                <a:lnTo>
                  <a:pt x="3902" y="739"/>
                </a:lnTo>
                <a:lnTo>
                  <a:pt x="3896" y="739"/>
                </a:lnTo>
                <a:lnTo>
                  <a:pt x="3885" y="733"/>
                </a:lnTo>
                <a:lnTo>
                  <a:pt x="3879" y="727"/>
                </a:lnTo>
                <a:lnTo>
                  <a:pt x="3891" y="733"/>
                </a:lnTo>
                <a:lnTo>
                  <a:pt x="3879" y="733"/>
                </a:lnTo>
                <a:lnTo>
                  <a:pt x="3867" y="727"/>
                </a:lnTo>
                <a:lnTo>
                  <a:pt x="3862" y="721"/>
                </a:lnTo>
                <a:lnTo>
                  <a:pt x="3856" y="715"/>
                </a:lnTo>
                <a:lnTo>
                  <a:pt x="3867" y="721"/>
                </a:lnTo>
                <a:lnTo>
                  <a:pt x="3862" y="721"/>
                </a:lnTo>
                <a:lnTo>
                  <a:pt x="3856" y="721"/>
                </a:lnTo>
                <a:lnTo>
                  <a:pt x="3844" y="715"/>
                </a:lnTo>
                <a:lnTo>
                  <a:pt x="3838" y="710"/>
                </a:lnTo>
                <a:lnTo>
                  <a:pt x="3832" y="704"/>
                </a:lnTo>
                <a:lnTo>
                  <a:pt x="3838" y="704"/>
                </a:lnTo>
                <a:lnTo>
                  <a:pt x="3827" y="698"/>
                </a:lnTo>
                <a:lnTo>
                  <a:pt x="3832" y="704"/>
                </a:lnTo>
                <a:lnTo>
                  <a:pt x="3827" y="704"/>
                </a:lnTo>
                <a:lnTo>
                  <a:pt x="3821" y="704"/>
                </a:lnTo>
                <a:lnTo>
                  <a:pt x="3815" y="704"/>
                </a:lnTo>
                <a:lnTo>
                  <a:pt x="3803" y="698"/>
                </a:lnTo>
                <a:lnTo>
                  <a:pt x="3797" y="692"/>
                </a:lnTo>
                <a:lnTo>
                  <a:pt x="3809" y="698"/>
                </a:lnTo>
                <a:lnTo>
                  <a:pt x="3803" y="698"/>
                </a:lnTo>
                <a:lnTo>
                  <a:pt x="3792" y="692"/>
                </a:lnTo>
                <a:lnTo>
                  <a:pt x="3786" y="686"/>
                </a:lnTo>
                <a:lnTo>
                  <a:pt x="3797" y="692"/>
                </a:lnTo>
                <a:lnTo>
                  <a:pt x="3792" y="692"/>
                </a:lnTo>
                <a:lnTo>
                  <a:pt x="3786" y="686"/>
                </a:lnTo>
                <a:lnTo>
                  <a:pt x="3774" y="680"/>
                </a:lnTo>
                <a:lnTo>
                  <a:pt x="3768" y="680"/>
                </a:lnTo>
                <a:lnTo>
                  <a:pt x="3763" y="675"/>
                </a:lnTo>
                <a:lnTo>
                  <a:pt x="3786" y="669"/>
                </a:lnTo>
                <a:lnTo>
                  <a:pt x="3780" y="843"/>
                </a:lnTo>
                <a:lnTo>
                  <a:pt x="3768" y="849"/>
                </a:lnTo>
                <a:lnTo>
                  <a:pt x="3757" y="849"/>
                </a:lnTo>
                <a:lnTo>
                  <a:pt x="3751" y="843"/>
                </a:lnTo>
                <a:lnTo>
                  <a:pt x="3763" y="849"/>
                </a:lnTo>
                <a:lnTo>
                  <a:pt x="3757" y="849"/>
                </a:lnTo>
                <a:lnTo>
                  <a:pt x="3751" y="849"/>
                </a:lnTo>
                <a:lnTo>
                  <a:pt x="3745" y="849"/>
                </a:lnTo>
                <a:lnTo>
                  <a:pt x="3739" y="843"/>
                </a:lnTo>
                <a:lnTo>
                  <a:pt x="3728" y="837"/>
                </a:lnTo>
                <a:lnTo>
                  <a:pt x="3733" y="843"/>
                </a:lnTo>
                <a:lnTo>
                  <a:pt x="3728" y="843"/>
                </a:lnTo>
                <a:lnTo>
                  <a:pt x="3716" y="837"/>
                </a:lnTo>
                <a:lnTo>
                  <a:pt x="3710" y="832"/>
                </a:lnTo>
                <a:lnTo>
                  <a:pt x="3710" y="826"/>
                </a:lnTo>
                <a:lnTo>
                  <a:pt x="3704" y="814"/>
                </a:lnTo>
                <a:lnTo>
                  <a:pt x="3704" y="820"/>
                </a:lnTo>
                <a:lnTo>
                  <a:pt x="3698" y="814"/>
                </a:lnTo>
                <a:lnTo>
                  <a:pt x="3693" y="808"/>
                </a:lnTo>
                <a:lnTo>
                  <a:pt x="3704" y="814"/>
                </a:lnTo>
                <a:lnTo>
                  <a:pt x="3698" y="814"/>
                </a:lnTo>
                <a:lnTo>
                  <a:pt x="3687" y="808"/>
                </a:lnTo>
                <a:lnTo>
                  <a:pt x="3681" y="803"/>
                </a:lnTo>
                <a:lnTo>
                  <a:pt x="3704" y="797"/>
                </a:lnTo>
                <a:lnTo>
                  <a:pt x="3693" y="1023"/>
                </a:lnTo>
                <a:lnTo>
                  <a:pt x="3681" y="1029"/>
                </a:lnTo>
                <a:lnTo>
                  <a:pt x="3669" y="1029"/>
                </a:lnTo>
                <a:lnTo>
                  <a:pt x="3664" y="1023"/>
                </a:lnTo>
                <a:lnTo>
                  <a:pt x="3658" y="1018"/>
                </a:lnTo>
                <a:lnTo>
                  <a:pt x="3652" y="1012"/>
                </a:lnTo>
                <a:lnTo>
                  <a:pt x="3646" y="1006"/>
                </a:lnTo>
                <a:lnTo>
                  <a:pt x="3646" y="1000"/>
                </a:lnTo>
                <a:lnTo>
                  <a:pt x="3640" y="989"/>
                </a:lnTo>
                <a:lnTo>
                  <a:pt x="3652" y="1000"/>
                </a:lnTo>
                <a:lnTo>
                  <a:pt x="3646" y="1000"/>
                </a:lnTo>
                <a:lnTo>
                  <a:pt x="3640" y="994"/>
                </a:lnTo>
                <a:lnTo>
                  <a:pt x="3629" y="989"/>
                </a:lnTo>
                <a:lnTo>
                  <a:pt x="3623" y="989"/>
                </a:lnTo>
                <a:lnTo>
                  <a:pt x="3617" y="983"/>
                </a:lnTo>
                <a:lnTo>
                  <a:pt x="3629" y="989"/>
                </a:lnTo>
                <a:lnTo>
                  <a:pt x="3623" y="989"/>
                </a:lnTo>
                <a:lnTo>
                  <a:pt x="3611" y="983"/>
                </a:lnTo>
                <a:lnTo>
                  <a:pt x="3605" y="977"/>
                </a:lnTo>
                <a:lnTo>
                  <a:pt x="3629" y="971"/>
                </a:lnTo>
                <a:lnTo>
                  <a:pt x="3623" y="1180"/>
                </a:lnTo>
                <a:lnTo>
                  <a:pt x="3617" y="1186"/>
                </a:lnTo>
                <a:lnTo>
                  <a:pt x="3611" y="1192"/>
                </a:lnTo>
                <a:lnTo>
                  <a:pt x="3605" y="1192"/>
                </a:lnTo>
                <a:lnTo>
                  <a:pt x="3594" y="1186"/>
                </a:lnTo>
                <a:lnTo>
                  <a:pt x="3588" y="1180"/>
                </a:lnTo>
                <a:lnTo>
                  <a:pt x="3582" y="1175"/>
                </a:lnTo>
                <a:lnTo>
                  <a:pt x="3588" y="1175"/>
                </a:lnTo>
                <a:lnTo>
                  <a:pt x="3576" y="1169"/>
                </a:lnTo>
                <a:lnTo>
                  <a:pt x="3570" y="1169"/>
                </a:lnTo>
                <a:lnTo>
                  <a:pt x="3565" y="1163"/>
                </a:lnTo>
                <a:lnTo>
                  <a:pt x="3576" y="1169"/>
                </a:lnTo>
                <a:lnTo>
                  <a:pt x="3570" y="1169"/>
                </a:lnTo>
                <a:lnTo>
                  <a:pt x="3559" y="1163"/>
                </a:lnTo>
                <a:lnTo>
                  <a:pt x="3553" y="1157"/>
                </a:lnTo>
                <a:lnTo>
                  <a:pt x="3547" y="1151"/>
                </a:lnTo>
                <a:lnTo>
                  <a:pt x="3559" y="1157"/>
                </a:lnTo>
                <a:lnTo>
                  <a:pt x="3553" y="1157"/>
                </a:lnTo>
                <a:lnTo>
                  <a:pt x="3541" y="1151"/>
                </a:lnTo>
                <a:lnTo>
                  <a:pt x="3535" y="1145"/>
                </a:lnTo>
                <a:lnTo>
                  <a:pt x="3541" y="1145"/>
                </a:lnTo>
                <a:lnTo>
                  <a:pt x="3530" y="1140"/>
                </a:lnTo>
                <a:lnTo>
                  <a:pt x="3524" y="1140"/>
                </a:lnTo>
                <a:lnTo>
                  <a:pt x="3518" y="1134"/>
                </a:lnTo>
                <a:lnTo>
                  <a:pt x="3512" y="1128"/>
                </a:lnTo>
                <a:lnTo>
                  <a:pt x="3506" y="1122"/>
                </a:lnTo>
                <a:lnTo>
                  <a:pt x="3518" y="1128"/>
                </a:lnTo>
                <a:lnTo>
                  <a:pt x="3512" y="1128"/>
                </a:lnTo>
                <a:lnTo>
                  <a:pt x="3500" y="1122"/>
                </a:lnTo>
                <a:lnTo>
                  <a:pt x="3495" y="1116"/>
                </a:lnTo>
                <a:lnTo>
                  <a:pt x="3489" y="1111"/>
                </a:lnTo>
                <a:lnTo>
                  <a:pt x="3500" y="1116"/>
                </a:lnTo>
                <a:lnTo>
                  <a:pt x="3495" y="1116"/>
                </a:lnTo>
                <a:lnTo>
                  <a:pt x="3483" y="1116"/>
                </a:lnTo>
                <a:lnTo>
                  <a:pt x="3471" y="1111"/>
                </a:lnTo>
                <a:lnTo>
                  <a:pt x="3466" y="1105"/>
                </a:lnTo>
                <a:lnTo>
                  <a:pt x="3460" y="1099"/>
                </a:lnTo>
                <a:lnTo>
                  <a:pt x="3454" y="1093"/>
                </a:lnTo>
                <a:lnTo>
                  <a:pt x="3448" y="1087"/>
                </a:lnTo>
                <a:lnTo>
                  <a:pt x="3460" y="1093"/>
                </a:lnTo>
                <a:lnTo>
                  <a:pt x="3454" y="1093"/>
                </a:lnTo>
                <a:lnTo>
                  <a:pt x="3448" y="1093"/>
                </a:lnTo>
                <a:lnTo>
                  <a:pt x="3442" y="1087"/>
                </a:lnTo>
                <a:lnTo>
                  <a:pt x="3431" y="1082"/>
                </a:lnTo>
                <a:lnTo>
                  <a:pt x="3425" y="1082"/>
                </a:lnTo>
                <a:lnTo>
                  <a:pt x="3419" y="1076"/>
                </a:lnTo>
                <a:lnTo>
                  <a:pt x="3413" y="1070"/>
                </a:lnTo>
                <a:lnTo>
                  <a:pt x="3425" y="1076"/>
                </a:lnTo>
                <a:lnTo>
                  <a:pt x="3419" y="1076"/>
                </a:lnTo>
                <a:lnTo>
                  <a:pt x="3407" y="1064"/>
                </a:lnTo>
                <a:lnTo>
                  <a:pt x="3401" y="1052"/>
                </a:lnTo>
                <a:lnTo>
                  <a:pt x="3413" y="1064"/>
                </a:lnTo>
                <a:lnTo>
                  <a:pt x="3407" y="1064"/>
                </a:lnTo>
                <a:lnTo>
                  <a:pt x="3396" y="1058"/>
                </a:lnTo>
                <a:lnTo>
                  <a:pt x="3390" y="1052"/>
                </a:lnTo>
                <a:lnTo>
                  <a:pt x="3384" y="1047"/>
                </a:lnTo>
                <a:lnTo>
                  <a:pt x="3390" y="1047"/>
                </a:lnTo>
                <a:lnTo>
                  <a:pt x="3378" y="1041"/>
                </a:lnTo>
                <a:lnTo>
                  <a:pt x="3372" y="1041"/>
                </a:lnTo>
                <a:lnTo>
                  <a:pt x="3367" y="1035"/>
                </a:lnTo>
                <a:lnTo>
                  <a:pt x="3361" y="1029"/>
                </a:lnTo>
                <a:lnTo>
                  <a:pt x="3355" y="1023"/>
                </a:lnTo>
                <a:lnTo>
                  <a:pt x="3367" y="1029"/>
                </a:lnTo>
                <a:lnTo>
                  <a:pt x="3361" y="1029"/>
                </a:lnTo>
                <a:lnTo>
                  <a:pt x="3349" y="1023"/>
                </a:lnTo>
                <a:lnTo>
                  <a:pt x="3343" y="1018"/>
                </a:lnTo>
                <a:lnTo>
                  <a:pt x="3337" y="1012"/>
                </a:lnTo>
                <a:lnTo>
                  <a:pt x="3343" y="1012"/>
                </a:lnTo>
                <a:lnTo>
                  <a:pt x="3332" y="1006"/>
                </a:lnTo>
                <a:lnTo>
                  <a:pt x="3337" y="1012"/>
                </a:lnTo>
                <a:lnTo>
                  <a:pt x="3332" y="1012"/>
                </a:lnTo>
                <a:lnTo>
                  <a:pt x="3320" y="1006"/>
                </a:lnTo>
                <a:lnTo>
                  <a:pt x="3314" y="1000"/>
                </a:lnTo>
                <a:lnTo>
                  <a:pt x="3314" y="994"/>
                </a:lnTo>
                <a:lnTo>
                  <a:pt x="3308" y="983"/>
                </a:lnTo>
                <a:lnTo>
                  <a:pt x="3320" y="994"/>
                </a:lnTo>
                <a:lnTo>
                  <a:pt x="3314" y="994"/>
                </a:lnTo>
                <a:lnTo>
                  <a:pt x="3302" y="989"/>
                </a:lnTo>
                <a:lnTo>
                  <a:pt x="3297" y="983"/>
                </a:lnTo>
                <a:lnTo>
                  <a:pt x="3291" y="977"/>
                </a:lnTo>
                <a:lnTo>
                  <a:pt x="3285" y="971"/>
                </a:lnTo>
                <a:lnTo>
                  <a:pt x="3291" y="971"/>
                </a:lnTo>
                <a:lnTo>
                  <a:pt x="3279" y="965"/>
                </a:lnTo>
                <a:lnTo>
                  <a:pt x="3273" y="965"/>
                </a:lnTo>
                <a:lnTo>
                  <a:pt x="3268" y="959"/>
                </a:lnTo>
                <a:lnTo>
                  <a:pt x="3262" y="954"/>
                </a:lnTo>
                <a:lnTo>
                  <a:pt x="3273" y="959"/>
                </a:lnTo>
                <a:lnTo>
                  <a:pt x="3268" y="959"/>
                </a:lnTo>
                <a:lnTo>
                  <a:pt x="3262" y="959"/>
                </a:lnTo>
                <a:lnTo>
                  <a:pt x="3250" y="954"/>
                </a:lnTo>
                <a:lnTo>
                  <a:pt x="3244" y="948"/>
                </a:lnTo>
                <a:lnTo>
                  <a:pt x="3244" y="942"/>
                </a:lnTo>
                <a:lnTo>
                  <a:pt x="3238" y="930"/>
                </a:lnTo>
                <a:lnTo>
                  <a:pt x="3244" y="936"/>
                </a:lnTo>
                <a:lnTo>
                  <a:pt x="3233" y="930"/>
                </a:lnTo>
                <a:lnTo>
                  <a:pt x="3227" y="925"/>
                </a:lnTo>
                <a:lnTo>
                  <a:pt x="3221" y="913"/>
                </a:lnTo>
                <a:lnTo>
                  <a:pt x="3215" y="901"/>
                </a:lnTo>
                <a:lnTo>
                  <a:pt x="3209" y="884"/>
                </a:lnTo>
                <a:lnTo>
                  <a:pt x="3233" y="884"/>
                </a:lnTo>
                <a:lnTo>
                  <a:pt x="3227" y="1122"/>
                </a:lnTo>
                <a:lnTo>
                  <a:pt x="3215" y="1134"/>
                </a:lnTo>
                <a:lnTo>
                  <a:pt x="3203" y="1122"/>
                </a:lnTo>
                <a:lnTo>
                  <a:pt x="3198" y="1111"/>
                </a:lnTo>
                <a:lnTo>
                  <a:pt x="3198" y="1116"/>
                </a:lnTo>
                <a:lnTo>
                  <a:pt x="3192" y="1111"/>
                </a:lnTo>
                <a:lnTo>
                  <a:pt x="3203" y="1116"/>
                </a:lnTo>
                <a:lnTo>
                  <a:pt x="3192" y="1116"/>
                </a:lnTo>
                <a:lnTo>
                  <a:pt x="3180" y="1105"/>
                </a:lnTo>
                <a:lnTo>
                  <a:pt x="3174" y="1093"/>
                </a:lnTo>
                <a:lnTo>
                  <a:pt x="3174" y="1099"/>
                </a:lnTo>
                <a:lnTo>
                  <a:pt x="3169" y="1093"/>
                </a:lnTo>
                <a:lnTo>
                  <a:pt x="3169" y="1087"/>
                </a:lnTo>
                <a:lnTo>
                  <a:pt x="3163" y="1070"/>
                </a:lnTo>
                <a:lnTo>
                  <a:pt x="3163" y="1076"/>
                </a:lnTo>
                <a:lnTo>
                  <a:pt x="3157" y="1070"/>
                </a:lnTo>
                <a:lnTo>
                  <a:pt x="3157" y="1064"/>
                </a:lnTo>
                <a:lnTo>
                  <a:pt x="3151" y="1052"/>
                </a:lnTo>
                <a:lnTo>
                  <a:pt x="3151" y="1058"/>
                </a:lnTo>
                <a:lnTo>
                  <a:pt x="3145" y="1052"/>
                </a:lnTo>
                <a:lnTo>
                  <a:pt x="3139" y="1047"/>
                </a:lnTo>
                <a:lnTo>
                  <a:pt x="3151" y="1052"/>
                </a:lnTo>
                <a:lnTo>
                  <a:pt x="3139" y="1052"/>
                </a:lnTo>
                <a:lnTo>
                  <a:pt x="3128" y="1047"/>
                </a:lnTo>
                <a:lnTo>
                  <a:pt x="3122" y="1041"/>
                </a:lnTo>
                <a:lnTo>
                  <a:pt x="3116" y="1035"/>
                </a:lnTo>
                <a:lnTo>
                  <a:pt x="3116" y="1029"/>
                </a:lnTo>
                <a:lnTo>
                  <a:pt x="3110" y="1018"/>
                </a:lnTo>
                <a:lnTo>
                  <a:pt x="3104" y="1006"/>
                </a:lnTo>
                <a:lnTo>
                  <a:pt x="3099" y="994"/>
                </a:lnTo>
                <a:lnTo>
                  <a:pt x="3099" y="1000"/>
                </a:lnTo>
                <a:lnTo>
                  <a:pt x="3093" y="994"/>
                </a:lnTo>
                <a:lnTo>
                  <a:pt x="3081" y="983"/>
                </a:lnTo>
                <a:lnTo>
                  <a:pt x="3075" y="977"/>
                </a:lnTo>
                <a:lnTo>
                  <a:pt x="3070" y="971"/>
                </a:lnTo>
                <a:lnTo>
                  <a:pt x="3064" y="965"/>
                </a:lnTo>
                <a:lnTo>
                  <a:pt x="3058" y="959"/>
                </a:lnTo>
                <a:lnTo>
                  <a:pt x="3058" y="954"/>
                </a:lnTo>
                <a:lnTo>
                  <a:pt x="3052" y="942"/>
                </a:lnTo>
                <a:lnTo>
                  <a:pt x="3052" y="948"/>
                </a:lnTo>
                <a:lnTo>
                  <a:pt x="3046" y="942"/>
                </a:lnTo>
                <a:lnTo>
                  <a:pt x="3046" y="936"/>
                </a:lnTo>
                <a:lnTo>
                  <a:pt x="3040" y="925"/>
                </a:lnTo>
                <a:lnTo>
                  <a:pt x="3046" y="930"/>
                </a:lnTo>
                <a:lnTo>
                  <a:pt x="3035" y="925"/>
                </a:lnTo>
                <a:lnTo>
                  <a:pt x="3029" y="919"/>
                </a:lnTo>
                <a:lnTo>
                  <a:pt x="3023" y="907"/>
                </a:lnTo>
                <a:lnTo>
                  <a:pt x="3023" y="913"/>
                </a:lnTo>
                <a:lnTo>
                  <a:pt x="3017" y="907"/>
                </a:lnTo>
                <a:lnTo>
                  <a:pt x="3029" y="913"/>
                </a:lnTo>
                <a:lnTo>
                  <a:pt x="3023" y="913"/>
                </a:lnTo>
                <a:lnTo>
                  <a:pt x="3011" y="901"/>
                </a:lnTo>
                <a:lnTo>
                  <a:pt x="3005" y="890"/>
                </a:lnTo>
                <a:lnTo>
                  <a:pt x="3017" y="901"/>
                </a:lnTo>
                <a:lnTo>
                  <a:pt x="3011" y="901"/>
                </a:lnTo>
                <a:lnTo>
                  <a:pt x="3000" y="890"/>
                </a:lnTo>
                <a:lnTo>
                  <a:pt x="2994" y="878"/>
                </a:lnTo>
                <a:lnTo>
                  <a:pt x="3005" y="890"/>
                </a:lnTo>
                <a:lnTo>
                  <a:pt x="2994" y="890"/>
                </a:lnTo>
                <a:lnTo>
                  <a:pt x="2982" y="878"/>
                </a:lnTo>
                <a:lnTo>
                  <a:pt x="2976" y="866"/>
                </a:lnTo>
                <a:lnTo>
                  <a:pt x="2976" y="872"/>
                </a:lnTo>
                <a:lnTo>
                  <a:pt x="2971" y="866"/>
                </a:lnTo>
                <a:lnTo>
                  <a:pt x="2965" y="861"/>
                </a:lnTo>
                <a:lnTo>
                  <a:pt x="2965" y="855"/>
                </a:lnTo>
                <a:lnTo>
                  <a:pt x="2959" y="843"/>
                </a:lnTo>
                <a:lnTo>
                  <a:pt x="2959" y="849"/>
                </a:lnTo>
                <a:lnTo>
                  <a:pt x="2953" y="843"/>
                </a:lnTo>
                <a:lnTo>
                  <a:pt x="2953" y="837"/>
                </a:lnTo>
                <a:lnTo>
                  <a:pt x="2947" y="826"/>
                </a:lnTo>
                <a:lnTo>
                  <a:pt x="2947" y="832"/>
                </a:lnTo>
                <a:lnTo>
                  <a:pt x="2941" y="826"/>
                </a:lnTo>
                <a:lnTo>
                  <a:pt x="2947" y="826"/>
                </a:lnTo>
                <a:lnTo>
                  <a:pt x="2936" y="820"/>
                </a:lnTo>
                <a:lnTo>
                  <a:pt x="2930" y="814"/>
                </a:lnTo>
                <a:lnTo>
                  <a:pt x="2924" y="803"/>
                </a:lnTo>
                <a:lnTo>
                  <a:pt x="2918" y="791"/>
                </a:lnTo>
                <a:lnTo>
                  <a:pt x="2930" y="803"/>
                </a:lnTo>
                <a:lnTo>
                  <a:pt x="2924" y="803"/>
                </a:lnTo>
                <a:lnTo>
                  <a:pt x="2912" y="797"/>
                </a:lnTo>
                <a:lnTo>
                  <a:pt x="2906" y="791"/>
                </a:lnTo>
                <a:lnTo>
                  <a:pt x="2901" y="785"/>
                </a:lnTo>
                <a:lnTo>
                  <a:pt x="2895" y="779"/>
                </a:lnTo>
                <a:lnTo>
                  <a:pt x="2906" y="785"/>
                </a:lnTo>
                <a:lnTo>
                  <a:pt x="2895" y="785"/>
                </a:lnTo>
                <a:lnTo>
                  <a:pt x="2883" y="779"/>
                </a:lnTo>
                <a:lnTo>
                  <a:pt x="2877" y="773"/>
                </a:lnTo>
                <a:lnTo>
                  <a:pt x="2872" y="768"/>
                </a:lnTo>
                <a:lnTo>
                  <a:pt x="2889" y="768"/>
                </a:lnTo>
                <a:lnTo>
                  <a:pt x="2883" y="773"/>
                </a:lnTo>
                <a:lnTo>
                  <a:pt x="2883" y="768"/>
                </a:lnTo>
                <a:lnTo>
                  <a:pt x="2877" y="779"/>
                </a:lnTo>
                <a:lnTo>
                  <a:pt x="2877" y="785"/>
                </a:lnTo>
                <a:lnTo>
                  <a:pt x="2872" y="791"/>
                </a:lnTo>
                <a:lnTo>
                  <a:pt x="2860" y="797"/>
                </a:lnTo>
                <a:lnTo>
                  <a:pt x="2854" y="785"/>
                </a:lnTo>
                <a:lnTo>
                  <a:pt x="2848" y="773"/>
                </a:lnTo>
                <a:lnTo>
                  <a:pt x="2848" y="779"/>
                </a:lnTo>
                <a:lnTo>
                  <a:pt x="2842" y="773"/>
                </a:lnTo>
                <a:lnTo>
                  <a:pt x="2831" y="762"/>
                </a:lnTo>
                <a:lnTo>
                  <a:pt x="2825" y="756"/>
                </a:lnTo>
                <a:lnTo>
                  <a:pt x="2819" y="750"/>
                </a:lnTo>
                <a:lnTo>
                  <a:pt x="2813" y="744"/>
                </a:lnTo>
                <a:lnTo>
                  <a:pt x="2837" y="739"/>
                </a:lnTo>
                <a:lnTo>
                  <a:pt x="2831" y="901"/>
                </a:lnTo>
                <a:lnTo>
                  <a:pt x="2819" y="907"/>
                </a:lnTo>
                <a:lnTo>
                  <a:pt x="2807" y="907"/>
                </a:lnTo>
                <a:lnTo>
                  <a:pt x="2802" y="901"/>
                </a:lnTo>
                <a:lnTo>
                  <a:pt x="2796" y="896"/>
                </a:lnTo>
                <a:lnTo>
                  <a:pt x="2807" y="901"/>
                </a:lnTo>
                <a:lnTo>
                  <a:pt x="2796" y="901"/>
                </a:lnTo>
                <a:lnTo>
                  <a:pt x="2784" y="890"/>
                </a:lnTo>
                <a:lnTo>
                  <a:pt x="2778" y="878"/>
                </a:lnTo>
                <a:lnTo>
                  <a:pt x="2773" y="866"/>
                </a:lnTo>
                <a:lnTo>
                  <a:pt x="2773" y="872"/>
                </a:lnTo>
                <a:lnTo>
                  <a:pt x="2767" y="866"/>
                </a:lnTo>
                <a:lnTo>
                  <a:pt x="2778" y="872"/>
                </a:lnTo>
                <a:lnTo>
                  <a:pt x="2773" y="872"/>
                </a:lnTo>
                <a:lnTo>
                  <a:pt x="2761" y="866"/>
                </a:lnTo>
                <a:lnTo>
                  <a:pt x="2755" y="861"/>
                </a:lnTo>
                <a:lnTo>
                  <a:pt x="2749" y="855"/>
                </a:lnTo>
                <a:lnTo>
                  <a:pt x="2743" y="849"/>
                </a:lnTo>
                <a:lnTo>
                  <a:pt x="2732" y="837"/>
                </a:lnTo>
                <a:lnTo>
                  <a:pt x="2726" y="832"/>
                </a:lnTo>
                <a:lnTo>
                  <a:pt x="2720" y="826"/>
                </a:lnTo>
                <a:lnTo>
                  <a:pt x="2732" y="832"/>
                </a:lnTo>
                <a:lnTo>
                  <a:pt x="2726" y="832"/>
                </a:lnTo>
                <a:lnTo>
                  <a:pt x="2714" y="820"/>
                </a:lnTo>
                <a:lnTo>
                  <a:pt x="2708" y="808"/>
                </a:lnTo>
                <a:lnTo>
                  <a:pt x="2708" y="814"/>
                </a:lnTo>
                <a:lnTo>
                  <a:pt x="2703" y="808"/>
                </a:lnTo>
                <a:lnTo>
                  <a:pt x="2703" y="803"/>
                </a:lnTo>
                <a:lnTo>
                  <a:pt x="2697" y="791"/>
                </a:lnTo>
                <a:lnTo>
                  <a:pt x="2697" y="797"/>
                </a:lnTo>
                <a:lnTo>
                  <a:pt x="2685" y="785"/>
                </a:lnTo>
                <a:lnTo>
                  <a:pt x="2679" y="779"/>
                </a:lnTo>
                <a:lnTo>
                  <a:pt x="2679" y="773"/>
                </a:lnTo>
                <a:lnTo>
                  <a:pt x="2674" y="762"/>
                </a:lnTo>
                <a:lnTo>
                  <a:pt x="2674" y="768"/>
                </a:lnTo>
                <a:lnTo>
                  <a:pt x="2668" y="762"/>
                </a:lnTo>
                <a:lnTo>
                  <a:pt x="2662" y="756"/>
                </a:lnTo>
                <a:lnTo>
                  <a:pt x="2656" y="750"/>
                </a:lnTo>
                <a:lnTo>
                  <a:pt x="2656" y="744"/>
                </a:lnTo>
                <a:lnTo>
                  <a:pt x="2650" y="733"/>
                </a:lnTo>
                <a:lnTo>
                  <a:pt x="2650" y="739"/>
                </a:lnTo>
                <a:lnTo>
                  <a:pt x="2644" y="733"/>
                </a:lnTo>
                <a:lnTo>
                  <a:pt x="2650" y="733"/>
                </a:lnTo>
                <a:lnTo>
                  <a:pt x="2639" y="727"/>
                </a:lnTo>
                <a:lnTo>
                  <a:pt x="2633" y="721"/>
                </a:lnTo>
                <a:lnTo>
                  <a:pt x="2627" y="704"/>
                </a:lnTo>
                <a:lnTo>
                  <a:pt x="2639" y="715"/>
                </a:lnTo>
                <a:lnTo>
                  <a:pt x="2633" y="715"/>
                </a:lnTo>
                <a:lnTo>
                  <a:pt x="2621" y="710"/>
                </a:lnTo>
                <a:lnTo>
                  <a:pt x="2615" y="704"/>
                </a:lnTo>
                <a:lnTo>
                  <a:pt x="2609" y="698"/>
                </a:lnTo>
                <a:lnTo>
                  <a:pt x="2627" y="692"/>
                </a:lnTo>
                <a:lnTo>
                  <a:pt x="2621" y="704"/>
                </a:lnTo>
                <a:lnTo>
                  <a:pt x="2615" y="715"/>
                </a:lnTo>
                <a:lnTo>
                  <a:pt x="2609" y="715"/>
                </a:lnTo>
                <a:lnTo>
                  <a:pt x="2598" y="710"/>
                </a:lnTo>
                <a:lnTo>
                  <a:pt x="2586" y="698"/>
                </a:lnTo>
                <a:lnTo>
                  <a:pt x="2598" y="704"/>
                </a:lnTo>
                <a:lnTo>
                  <a:pt x="2592" y="704"/>
                </a:lnTo>
                <a:lnTo>
                  <a:pt x="2586" y="704"/>
                </a:lnTo>
                <a:lnTo>
                  <a:pt x="2575" y="692"/>
                </a:lnTo>
                <a:lnTo>
                  <a:pt x="2569" y="680"/>
                </a:lnTo>
                <a:lnTo>
                  <a:pt x="2563" y="651"/>
                </a:lnTo>
                <a:lnTo>
                  <a:pt x="2557" y="628"/>
                </a:lnTo>
                <a:lnTo>
                  <a:pt x="2557" y="634"/>
                </a:lnTo>
                <a:lnTo>
                  <a:pt x="2551" y="628"/>
                </a:lnTo>
                <a:lnTo>
                  <a:pt x="2563" y="634"/>
                </a:lnTo>
                <a:lnTo>
                  <a:pt x="2557" y="634"/>
                </a:lnTo>
                <a:lnTo>
                  <a:pt x="2551" y="628"/>
                </a:lnTo>
                <a:lnTo>
                  <a:pt x="2540" y="622"/>
                </a:lnTo>
                <a:lnTo>
                  <a:pt x="2534" y="617"/>
                </a:lnTo>
                <a:lnTo>
                  <a:pt x="2528" y="605"/>
                </a:lnTo>
                <a:lnTo>
                  <a:pt x="2528" y="611"/>
                </a:lnTo>
                <a:lnTo>
                  <a:pt x="2522" y="605"/>
                </a:lnTo>
                <a:lnTo>
                  <a:pt x="2522" y="599"/>
                </a:lnTo>
                <a:lnTo>
                  <a:pt x="2516" y="587"/>
                </a:lnTo>
                <a:lnTo>
                  <a:pt x="2516" y="593"/>
                </a:lnTo>
                <a:lnTo>
                  <a:pt x="2510" y="587"/>
                </a:lnTo>
                <a:lnTo>
                  <a:pt x="2510" y="582"/>
                </a:lnTo>
                <a:lnTo>
                  <a:pt x="2505" y="558"/>
                </a:lnTo>
                <a:lnTo>
                  <a:pt x="2499" y="541"/>
                </a:lnTo>
                <a:lnTo>
                  <a:pt x="2487" y="512"/>
                </a:lnTo>
                <a:lnTo>
                  <a:pt x="2481" y="489"/>
                </a:lnTo>
                <a:lnTo>
                  <a:pt x="2476" y="477"/>
                </a:lnTo>
                <a:lnTo>
                  <a:pt x="2470" y="460"/>
                </a:lnTo>
                <a:lnTo>
                  <a:pt x="2464" y="442"/>
                </a:lnTo>
                <a:lnTo>
                  <a:pt x="2458" y="419"/>
                </a:lnTo>
                <a:lnTo>
                  <a:pt x="2452" y="396"/>
                </a:lnTo>
                <a:lnTo>
                  <a:pt x="2446" y="372"/>
                </a:lnTo>
                <a:lnTo>
                  <a:pt x="2435" y="343"/>
                </a:lnTo>
                <a:lnTo>
                  <a:pt x="2429" y="320"/>
                </a:lnTo>
                <a:lnTo>
                  <a:pt x="2423" y="297"/>
                </a:lnTo>
                <a:lnTo>
                  <a:pt x="2417" y="279"/>
                </a:lnTo>
                <a:lnTo>
                  <a:pt x="2441" y="279"/>
                </a:lnTo>
                <a:lnTo>
                  <a:pt x="2435" y="1145"/>
                </a:lnTo>
                <a:lnTo>
                  <a:pt x="2429" y="1151"/>
                </a:lnTo>
                <a:lnTo>
                  <a:pt x="2423" y="1157"/>
                </a:lnTo>
                <a:lnTo>
                  <a:pt x="2417" y="1151"/>
                </a:lnTo>
                <a:lnTo>
                  <a:pt x="2411" y="1145"/>
                </a:lnTo>
                <a:lnTo>
                  <a:pt x="2406" y="1128"/>
                </a:lnTo>
                <a:lnTo>
                  <a:pt x="2400" y="1111"/>
                </a:lnTo>
                <a:lnTo>
                  <a:pt x="2388" y="1087"/>
                </a:lnTo>
                <a:lnTo>
                  <a:pt x="2382" y="1064"/>
                </a:lnTo>
                <a:lnTo>
                  <a:pt x="2377" y="1041"/>
                </a:lnTo>
                <a:lnTo>
                  <a:pt x="2371" y="1012"/>
                </a:lnTo>
                <a:lnTo>
                  <a:pt x="2365" y="989"/>
                </a:lnTo>
                <a:lnTo>
                  <a:pt x="2359" y="965"/>
                </a:lnTo>
                <a:lnTo>
                  <a:pt x="2353" y="948"/>
                </a:lnTo>
                <a:lnTo>
                  <a:pt x="2347" y="925"/>
                </a:lnTo>
                <a:lnTo>
                  <a:pt x="2347" y="930"/>
                </a:lnTo>
                <a:lnTo>
                  <a:pt x="2336" y="913"/>
                </a:lnTo>
                <a:lnTo>
                  <a:pt x="2336" y="907"/>
                </a:lnTo>
                <a:lnTo>
                  <a:pt x="2330" y="884"/>
                </a:lnTo>
                <a:lnTo>
                  <a:pt x="2324" y="861"/>
                </a:lnTo>
                <a:lnTo>
                  <a:pt x="2318" y="837"/>
                </a:lnTo>
                <a:lnTo>
                  <a:pt x="2312" y="814"/>
                </a:lnTo>
                <a:lnTo>
                  <a:pt x="2307" y="791"/>
                </a:lnTo>
                <a:lnTo>
                  <a:pt x="2301" y="773"/>
                </a:lnTo>
                <a:lnTo>
                  <a:pt x="2289" y="750"/>
                </a:lnTo>
                <a:lnTo>
                  <a:pt x="2283" y="739"/>
                </a:lnTo>
                <a:lnTo>
                  <a:pt x="2278" y="727"/>
                </a:lnTo>
                <a:lnTo>
                  <a:pt x="2272" y="704"/>
                </a:lnTo>
                <a:lnTo>
                  <a:pt x="2266" y="686"/>
                </a:lnTo>
                <a:lnTo>
                  <a:pt x="2260" y="669"/>
                </a:lnTo>
                <a:lnTo>
                  <a:pt x="2254" y="651"/>
                </a:lnTo>
                <a:lnTo>
                  <a:pt x="2254" y="657"/>
                </a:lnTo>
                <a:lnTo>
                  <a:pt x="2243" y="640"/>
                </a:lnTo>
                <a:lnTo>
                  <a:pt x="2243" y="634"/>
                </a:lnTo>
                <a:lnTo>
                  <a:pt x="2237" y="611"/>
                </a:lnTo>
                <a:lnTo>
                  <a:pt x="2231" y="593"/>
                </a:lnTo>
                <a:lnTo>
                  <a:pt x="2225" y="582"/>
                </a:lnTo>
                <a:lnTo>
                  <a:pt x="2219" y="570"/>
                </a:lnTo>
                <a:lnTo>
                  <a:pt x="2213" y="553"/>
                </a:lnTo>
                <a:lnTo>
                  <a:pt x="2208" y="541"/>
                </a:lnTo>
                <a:lnTo>
                  <a:pt x="2202" y="524"/>
                </a:lnTo>
                <a:lnTo>
                  <a:pt x="2202" y="529"/>
                </a:lnTo>
                <a:lnTo>
                  <a:pt x="2190" y="518"/>
                </a:lnTo>
                <a:lnTo>
                  <a:pt x="2184" y="512"/>
                </a:lnTo>
                <a:lnTo>
                  <a:pt x="2184" y="506"/>
                </a:lnTo>
                <a:lnTo>
                  <a:pt x="2178" y="494"/>
                </a:lnTo>
                <a:lnTo>
                  <a:pt x="2173" y="483"/>
                </a:lnTo>
                <a:lnTo>
                  <a:pt x="2167" y="465"/>
                </a:lnTo>
                <a:lnTo>
                  <a:pt x="2167" y="471"/>
                </a:lnTo>
                <a:lnTo>
                  <a:pt x="2161" y="465"/>
                </a:lnTo>
                <a:lnTo>
                  <a:pt x="2161" y="460"/>
                </a:lnTo>
                <a:lnTo>
                  <a:pt x="2155" y="442"/>
                </a:lnTo>
                <a:lnTo>
                  <a:pt x="2155" y="448"/>
                </a:lnTo>
                <a:lnTo>
                  <a:pt x="2144" y="436"/>
                </a:lnTo>
                <a:lnTo>
                  <a:pt x="2144" y="431"/>
                </a:lnTo>
                <a:lnTo>
                  <a:pt x="2138" y="401"/>
                </a:lnTo>
                <a:lnTo>
                  <a:pt x="2132" y="390"/>
                </a:lnTo>
                <a:lnTo>
                  <a:pt x="2126" y="378"/>
                </a:lnTo>
                <a:lnTo>
                  <a:pt x="2120" y="367"/>
                </a:lnTo>
                <a:lnTo>
                  <a:pt x="2114" y="355"/>
                </a:lnTo>
                <a:lnTo>
                  <a:pt x="2109" y="343"/>
                </a:lnTo>
                <a:lnTo>
                  <a:pt x="2103" y="326"/>
                </a:lnTo>
                <a:lnTo>
                  <a:pt x="2103" y="332"/>
                </a:lnTo>
                <a:lnTo>
                  <a:pt x="2091" y="320"/>
                </a:lnTo>
                <a:lnTo>
                  <a:pt x="2091" y="314"/>
                </a:lnTo>
                <a:lnTo>
                  <a:pt x="2085" y="297"/>
                </a:lnTo>
                <a:lnTo>
                  <a:pt x="2079" y="285"/>
                </a:lnTo>
                <a:lnTo>
                  <a:pt x="2079" y="291"/>
                </a:lnTo>
                <a:lnTo>
                  <a:pt x="2074" y="285"/>
                </a:lnTo>
                <a:lnTo>
                  <a:pt x="2068" y="279"/>
                </a:lnTo>
                <a:lnTo>
                  <a:pt x="2062" y="274"/>
                </a:lnTo>
                <a:lnTo>
                  <a:pt x="2056" y="268"/>
                </a:lnTo>
                <a:lnTo>
                  <a:pt x="2045" y="250"/>
                </a:lnTo>
                <a:lnTo>
                  <a:pt x="2045" y="245"/>
                </a:lnTo>
                <a:lnTo>
                  <a:pt x="2039" y="227"/>
                </a:lnTo>
                <a:lnTo>
                  <a:pt x="2033" y="210"/>
                </a:lnTo>
                <a:lnTo>
                  <a:pt x="2027" y="192"/>
                </a:lnTo>
                <a:lnTo>
                  <a:pt x="2021" y="181"/>
                </a:lnTo>
                <a:lnTo>
                  <a:pt x="2015" y="157"/>
                </a:lnTo>
                <a:lnTo>
                  <a:pt x="2039" y="157"/>
                </a:lnTo>
                <a:lnTo>
                  <a:pt x="2033" y="808"/>
                </a:lnTo>
                <a:lnTo>
                  <a:pt x="2021" y="814"/>
                </a:lnTo>
                <a:lnTo>
                  <a:pt x="2010" y="814"/>
                </a:lnTo>
                <a:lnTo>
                  <a:pt x="2004" y="808"/>
                </a:lnTo>
                <a:lnTo>
                  <a:pt x="2010" y="808"/>
                </a:lnTo>
                <a:lnTo>
                  <a:pt x="1998" y="803"/>
                </a:lnTo>
                <a:lnTo>
                  <a:pt x="1992" y="803"/>
                </a:lnTo>
                <a:lnTo>
                  <a:pt x="1986" y="797"/>
                </a:lnTo>
                <a:lnTo>
                  <a:pt x="1986" y="791"/>
                </a:lnTo>
                <a:lnTo>
                  <a:pt x="1980" y="773"/>
                </a:lnTo>
                <a:lnTo>
                  <a:pt x="1975" y="762"/>
                </a:lnTo>
                <a:lnTo>
                  <a:pt x="1969" y="744"/>
                </a:lnTo>
                <a:lnTo>
                  <a:pt x="1963" y="721"/>
                </a:lnTo>
                <a:lnTo>
                  <a:pt x="1957" y="704"/>
                </a:lnTo>
                <a:lnTo>
                  <a:pt x="1946" y="669"/>
                </a:lnTo>
                <a:lnTo>
                  <a:pt x="1940" y="640"/>
                </a:lnTo>
                <a:lnTo>
                  <a:pt x="1934" y="628"/>
                </a:lnTo>
                <a:lnTo>
                  <a:pt x="1928" y="611"/>
                </a:lnTo>
                <a:lnTo>
                  <a:pt x="1922" y="582"/>
                </a:lnTo>
                <a:lnTo>
                  <a:pt x="1916" y="570"/>
                </a:lnTo>
                <a:lnTo>
                  <a:pt x="1911" y="541"/>
                </a:lnTo>
                <a:lnTo>
                  <a:pt x="1905" y="518"/>
                </a:lnTo>
                <a:lnTo>
                  <a:pt x="1893" y="489"/>
                </a:lnTo>
                <a:lnTo>
                  <a:pt x="1887" y="471"/>
                </a:lnTo>
                <a:lnTo>
                  <a:pt x="1881" y="454"/>
                </a:lnTo>
                <a:lnTo>
                  <a:pt x="1876" y="431"/>
                </a:lnTo>
                <a:lnTo>
                  <a:pt x="1870" y="419"/>
                </a:lnTo>
                <a:lnTo>
                  <a:pt x="1864" y="372"/>
                </a:lnTo>
                <a:lnTo>
                  <a:pt x="1876" y="384"/>
                </a:lnTo>
                <a:lnTo>
                  <a:pt x="1870" y="384"/>
                </a:lnTo>
                <a:lnTo>
                  <a:pt x="1858" y="378"/>
                </a:lnTo>
                <a:lnTo>
                  <a:pt x="1847" y="355"/>
                </a:lnTo>
                <a:lnTo>
                  <a:pt x="1841" y="343"/>
                </a:lnTo>
                <a:lnTo>
                  <a:pt x="1835" y="326"/>
                </a:lnTo>
                <a:lnTo>
                  <a:pt x="1829" y="303"/>
                </a:lnTo>
                <a:lnTo>
                  <a:pt x="1823" y="279"/>
                </a:lnTo>
                <a:lnTo>
                  <a:pt x="1817" y="268"/>
                </a:lnTo>
                <a:lnTo>
                  <a:pt x="1817" y="274"/>
                </a:lnTo>
                <a:lnTo>
                  <a:pt x="1812" y="268"/>
                </a:lnTo>
                <a:lnTo>
                  <a:pt x="1812" y="262"/>
                </a:lnTo>
                <a:lnTo>
                  <a:pt x="1806" y="250"/>
                </a:lnTo>
                <a:lnTo>
                  <a:pt x="1812" y="256"/>
                </a:lnTo>
                <a:lnTo>
                  <a:pt x="1800" y="250"/>
                </a:lnTo>
                <a:lnTo>
                  <a:pt x="1794" y="245"/>
                </a:lnTo>
                <a:lnTo>
                  <a:pt x="1788" y="233"/>
                </a:lnTo>
                <a:lnTo>
                  <a:pt x="1788" y="239"/>
                </a:lnTo>
                <a:lnTo>
                  <a:pt x="1782" y="233"/>
                </a:lnTo>
                <a:lnTo>
                  <a:pt x="1782" y="227"/>
                </a:lnTo>
                <a:lnTo>
                  <a:pt x="1777" y="215"/>
                </a:lnTo>
                <a:lnTo>
                  <a:pt x="1777" y="221"/>
                </a:lnTo>
                <a:lnTo>
                  <a:pt x="1771" y="215"/>
                </a:lnTo>
                <a:lnTo>
                  <a:pt x="1765" y="210"/>
                </a:lnTo>
                <a:lnTo>
                  <a:pt x="1759" y="204"/>
                </a:lnTo>
                <a:lnTo>
                  <a:pt x="1771" y="210"/>
                </a:lnTo>
                <a:lnTo>
                  <a:pt x="1759" y="210"/>
                </a:lnTo>
                <a:lnTo>
                  <a:pt x="1748" y="198"/>
                </a:lnTo>
                <a:lnTo>
                  <a:pt x="1742" y="186"/>
                </a:lnTo>
                <a:lnTo>
                  <a:pt x="1736" y="175"/>
                </a:lnTo>
                <a:lnTo>
                  <a:pt x="1736" y="181"/>
                </a:lnTo>
                <a:lnTo>
                  <a:pt x="1730" y="175"/>
                </a:lnTo>
                <a:lnTo>
                  <a:pt x="1724" y="169"/>
                </a:lnTo>
                <a:lnTo>
                  <a:pt x="1718" y="163"/>
                </a:lnTo>
                <a:lnTo>
                  <a:pt x="1713" y="157"/>
                </a:lnTo>
                <a:lnTo>
                  <a:pt x="1707" y="152"/>
                </a:lnTo>
                <a:lnTo>
                  <a:pt x="1695" y="140"/>
                </a:lnTo>
                <a:lnTo>
                  <a:pt x="1695" y="134"/>
                </a:lnTo>
                <a:lnTo>
                  <a:pt x="1689" y="122"/>
                </a:lnTo>
                <a:lnTo>
                  <a:pt x="1683" y="111"/>
                </a:lnTo>
                <a:lnTo>
                  <a:pt x="1678" y="99"/>
                </a:lnTo>
                <a:lnTo>
                  <a:pt x="1678" y="105"/>
                </a:lnTo>
                <a:lnTo>
                  <a:pt x="1672" y="99"/>
                </a:lnTo>
                <a:lnTo>
                  <a:pt x="1683" y="105"/>
                </a:lnTo>
                <a:lnTo>
                  <a:pt x="1678" y="105"/>
                </a:lnTo>
                <a:lnTo>
                  <a:pt x="1666" y="99"/>
                </a:lnTo>
                <a:lnTo>
                  <a:pt x="1660" y="93"/>
                </a:lnTo>
                <a:lnTo>
                  <a:pt x="1649" y="70"/>
                </a:lnTo>
                <a:lnTo>
                  <a:pt x="1643" y="59"/>
                </a:lnTo>
                <a:lnTo>
                  <a:pt x="1637" y="41"/>
                </a:lnTo>
                <a:lnTo>
                  <a:pt x="1631" y="29"/>
                </a:lnTo>
                <a:lnTo>
                  <a:pt x="1625" y="18"/>
                </a:lnTo>
                <a:lnTo>
                  <a:pt x="1625" y="24"/>
                </a:lnTo>
                <a:lnTo>
                  <a:pt x="1619" y="18"/>
                </a:lnTo>
                <a:lnTo>
                  <a:pt x="1643" y="12"/>
                </a:lnTo>
                <a:lnTo>
                  <a:pt x="1637" y="646"/>
                </a:lnTo>
                <a:lnTo>
                  <a:pt x="1625" y="651"/>
                </a:lnTo>
                <a:lnTo>
                  <a:pt x="1614" y="651"/>
                </a:lnTo>
                <a:lnTo>
                  <a:pt x="1608" y="646"/>
                </a:lnTo>
                <a:lnTo>
                  <a:pt x="1596" y="634"/>
                </a:lnTo>
                <a:lnTo>
                  <a:pt x="1596" y="628"/>
                </a:lnTo>
                <a:lnTo>
                  <a:pt x="1590" y="617"/>
                </a:lnTo>
                <a:lnTo>
                  <a:pt x="1584" y="605"/>
                </a:lnTo>
                <a:lnTo>
                  <a:pt x="1579" y="593"/>
                </a:lnTo>
                <a:lnTo>
                  <a:pt x="1573" y="582"/>
                </a:lnTo>
                <a:lnTo>
                  <a:pt x="1567" y="564"/>
                </a:lnTo>
                <a:lnTo>
                  <a:pt x="1561" y="553"/>
                </a:lnTo>
                <a:lnTo>
                  <a:pt x="1561" y="558"/>
                </a:lnTo>
                <a:lnTo>
                  <a:pt x="1550" y="547"/>
                </a:lnTo>
                <a:lnTo>
                  <a:pt x="1544" y="541"/>
                </a:lnTo>
                <a:lnTo>
                  <a:pt x="1544" y="535"/>
                </a:lnTo>
                <a:lnTo>
                  <a:pt x="1538" y="518"/>
                </a:lnTo>
                <a:lnTo>
                  <a:pt x="1532" y="506"/>
                </a:lnTo>
                <a:lnTo>
                  <a:pt x="1532" y="512"/>
                </a:lnTo>
                <a:lnTo>
                  <a:pt x="1526" y="506"/>
                </a:lnTo>
                <a:lnTo>
                  <a:pt x="1526" y="500"/>
                </a:lnTo>
                <a:lnTo>
                  <a:pt x="1520" y="489"/>
                </a:lnTo>
                <a:lnTo>
                  <a:pt x="1515" y="465"/>
                </a:lnTo>
                <a:lnTo>
                  <a:pt x="1515" y="471"/>
                </a:lnTo>
                <a:lnTo>
                  <a:pt x="1509" y="465"/>
                </a:lnTo>
                <a:lnTo>
                  <a:pt x="1515" y="465"/>
                </a:lnTo>
                <a:lnTo>
                  <a:pt x="1503" y="460"/>
                </a:lnTo>
                <a:lnTo>
                  <a:pt x="1497" y="454"/>
                </a:lnTo>
                <a:lnTo>
                  <a:pt x="1491" y="436"/>
                </a:lnTo>
                <a:lnTo>
                  <a:pt x="1491" y="442"/>
                </a:lnTo>
                <a:lnTo>
                  <a:pt x="1485" y="436"/>
                </a:lnTo>
                <a:lnTo>
                  <a:pt x="1485" y="431"/>
                </a:lnTo>
                <a:lnTo>
                  <a:pt x="1480" y="413"/>
                </a:lnTo>
                <a:lnTo>
                  <a:pt x="1480" y="419"/>
                </a:lnTo>
                <a:lnTo>
                  <a:pt x="1474" y="413"/>
                </a:lnTo>
                <a:lnTo>
                  <a:pt x="1468" y="407"/>
                </a:lnTo>
                <a:lnTo>
                  <a:pt x="1468" y="401"/>
                </a:lnTo>
                <a:lnTo>
                  <a:pt x="1462" y="384"/>
                </a:lnTo>
                <a:lnTo>
                  <a:pt x="1462" y="390"/>
                </a:lnTo>
                <a:lnTo>
                  <a:pt x="1451" y="378"/>
                </a:lnTo>
                <a:lnTo>
                  <a:pt x="1451" y="372"/>
                </a:lnTo>
                <a:lnTo>
                  <a:pt x="1445" y="361"/>
                </a:lnTo>
                <a:lnTo>
                  <a:pt x="1445" y="367"/>
                </a:lnTo>
                <a:lnTo>
                  <a:pt x="1439" y="361"/>
                </a:lnTo>
                <a:lnTo>
                  <a:pt x="1433" y="355"/>
                </a:lnTo>
                <a:lnTo>
                  <a:pt x="1427" y="349"/>
                </a:lnTo>
                <a:lnTo>
                  <a:pt x="1427" y="343"/>
                </a:lnTo>
                <a:lnTo>
                  <a:pt x="1421" y="332"/>
                </a:lnTo>
                <a:lnTo>
                  <a:pt x="1421" y="338"/>
                </a:lnTo>
                <a:lnTo>
                  <a:pt x="1416" y="332"/>
                </a:lnTo>
                <a:lnTo>
                  <a:pt x="1416" y="326"/>
                </a:lnTo>
                <a:lnTo>
                  <a:pt x="1410" y="308"/>
                </a:lnTo>
                <a:lnTo>
                  <a:pt x="1416" y="314"/>
                </a:lnTo>
                <a:lnTo>
                  <a:pt x="1404" y="308"/>
                </a:lnTo>
                <a:lnTo>
                  <a:pt x="1398" y="303"/>
                </a:lnTo>
                <a:lnTo>
                  <a:pt x="1392" y="291"/>
                </a:lnTo>
                <a:lnTo>
                  <a:pt x="1392" y="297"/>
                </a:lnTo>
                <a:lnTo>
                  <a:pt x="1386" y="291"/>
                </a:lnTo>
                <a:lnTo>
                  <a:pt x="1381" y="285"/>
                </a:lnTo>
                <a:lnTo>
                  <a:pt x="1381" y="279"/>
                </a:lnTo>
                <a:lnTo>
                  <a:pt x="1375" y="262"/>
                </a:lnTo>
                <a:lnTo>
                  <a:pt x="1386" y="274"/>
                </a:lnTo>
                <a:lnTo>
                  <a:pt x="1381" y="274"/>
                </a:lnTo>
                <a:lnTo>
                  <a:pt x="1369" y="262"/>
                </a:lnTo>
                <a:lnTo>
                  <a:pt x="1363" y="250"/>
                </a:lnTo>
                <a:lnTo>
                  <a:pt x="1375" y="262"/>
                </a:lnTo>
                <a:lnTo>
                  <a:pt x="1363" y="262"/>
                </a:lnTo>
                <a:lnTo>
                  <a:pt x="1352" y="256"/>
                </a:lnTo>
                <a:lnTo>
                  <a:pt x="1346" y="250"/>
                </a:lnTo>
                <a:lnTo>
                  <a:pt x="1357" y="256"/>
                </a:lnTo>
                <a:lnTo>
                  <a:pt x="1352" y="256"/>
                </a:lnTo>
                <a:lnTo>
                  <a:pt x="1346" y="256"/>
                </a:lnTo>
                <a:lnTo>
                  <a:pt x="1340" y="256"/>
                </a:lnTo>
                <a:lnTo>
                  <a:pt x="1328" y="250"/>
                </a:lnTo>
                <a:lnTo>
                  <a:pt x="1322" y="245"/>
                </a:lnTo>
                <a:lnTo>
                  <a:pt x="1322" y="239"/>
                </a:lnTo>
                <a:lnTo>
                  <a:pt x="1317" y="233"/>
                </a:lnTo>
                <a:lnTo>
                  <a:pt x="1305" y="215"/>
                </a:lnTo>
                <a:lnTo>
                  <a:pt x="1299" y="210"/>
                </a:lnTo>
                <a:lnTo>
                  <a:pt x="1311" y="215"/>
                </a:lnTo>
                <a:lnTo>
                  <a:pt x="1305" y="215"/>
                </a:lnTo>
                <a:lnTo>
                  <a:pt x="1293" y="204"/>
                </a:lnTo>
                <a:lnTo>
                  <a:pt x="1287" y="192"/>
                </a:lnTo>
                <a:lnTo>
                  <a:pt x="1287" y="198"/>
                </a:lnTo>
                <a:lnTo>
                  <a:pt x="1282" y="192"/>
                </a:lnTo>
                <a:lnTo>
                  <a:pt x="1282" y="186"/>
                </a:lnTo>
                <a:lnTo>
                  <a:pt x="1276" y="175"/>
                </a:lnTo>
                <a:lnTo>
                  <a:pt x="1270" y="157"/>
                </a:lnTo>
                <a:lnTo>
                  <a:pt x="1282" y="169"/>
                </a:lnTo>
                <a:lnTo>
                  <a:pt x="1276" y="169"/>
                </a:lnTo>
                <a:lnTo>
                  <a:pt x="1270" y="163"/>
                </a:lnTo>
                <a:lnTo>
                  <a:pt x="1258" y="157"/>
                </a:lnTo>
                <a:lnTo>
                  <a:pt x="1253" y="152"/>
                </a:lnTo>
                <a:lnTo>
                  <a:pt x="1247" y="140"/>
                </a:lnTo>
                <a:lnTo>
                  <a:pt x="1247" y="146"/>
                </a:lnTo>
                <a:lnTo>
                  <a:pt x="1241" y="140"/>
                </a:lnTo>
                <a:lnTo>
                  <a:pt x="1264" y="134"/>
                </a:lnTo>
                <a:lnTo>
                  <a:pt x="1258" y="361"/>
                </a:lnTo>
                <a:lnTo>
                  <a:pt x="1253" y="367"/>
                </a:lnTo>
                <a:lnTo>
                  <a:pt x="1247" y="372"/>
                </a:lnTo>
                <a:lnTo>
                  <a:pt x="1241" y="372"/>
                </a:lnTo>
                <a:lnTo>
                  <a:pt x="1235" y="372"/>
                </a:lnTo>
                <a:lnTo>
                  <a:pt x="1223" y="361"/>
                </a:lnTo>
                <a:lnTo>
                  <a:pt x="1218" y="349"/>
                </a:lnTo>
                <a:lnTo>
                  <a:pt x="1223" y="355"/>
                </a:lnTo>
                <a:lnTo>
                  <a:pt x="1212" y="349"/>
                </a:lnTo>
                <a:lnTo>
                  <a:pt x="1206" y="349"/>
                </a:lnTo>
                <a:lnTo>
                  <a:pt x="1200" y="343"/>
                </a:lnTo>
                <a:lnTo>
                  <a:pt x="1212" y="349"/>
                </a:lnTo>
                <a:lnTo>
                  <a:pt x="1206" y="349"/>
                </a:lnTo>
                <a:lnTo>
                  <a:pt x="1200" y="349"/>
                </a:lnTo>
                <a:lnTo>
                  <a:pt x="1194" y="349"/>
                </a:lnTo>
                <a:lnTo>
                  <a:pt x="1183" y="338"/>
                </a:lnTo>
                <a:lnTo>
                  <a:pt x="1177" y="326"/>
                </a:lnTo>
                <a:lnTo>
                  <a:pt x="1177" y="332"/>
                </a:lnTo>
                <a:lnTo>
                  <a:pt x="1171" y="326"/>
                </a:lnTo>
                <a:lnTo>
                  <a:pt x="1183" y="332"/>
                </a:lnTo>
                <a:lnTo>
                  <a:pt x="1177" y="332"/>
                </a:lnTo>
                <a:lnTo>
                  <a:pt x="1165" y="332"/>
                </a:lnTo>
                <a:lnTo>
                  <a:pt x="1154" y="320"/>
                </a:lnTo>
                <a:lnTo>
                  <a:pt x="1148" y="308"/>
                </a:lnTo>
                <a:lnTo>
                  <a:pt x="1159" y="320"/>
                </a:lnTo>
                <a:lnTo>
                  <a:pt x="1154" y="320"/>
                </a:lnTo>
                <a:lnTo>
                  <a:pt x="1148" y="320"/>
                </a:lnTo>
                <a:lnTo>
                  <a:pt x="1142" y="320"/>
                </a:lnTo>
                <a:lnTo>
                  <a:pt x="1130" y="314"/>
                </a:lnTo>
                <a:lnTo>
                  <a:pt x="1124" y="308"/>
                </a:lnTo>
                <a:lnTo>
                  <a:pt x="1136" y="314"/>
                </a:lnTo>
                <a:lnTo>
                  <a:pt x="1130" y="314"/>
                </a:lnTo>
                <a:lnTo>
                  <a:pt x="1119" y="314"/>
                </a:lnTo>
                <a:lnTo>
                  <a:pt x="1113" y="314"/>
                </a:lnTo>
                <a:lnTo>
                  <a:pt x="1101" y="303"/>
                </a:lnTo>
                <a:lnTo>
                  <a:pt x="1095" y="291"/>
                </a:lnTo>
                <a:lnTo>
                  <a:pt x="1107" y="303"/>
                </a:lnTo>
                <a:lnTo>
                  <a:pt x="1101" y="303"/>
                </a:lnTo>
                <a:lnTo>
                  <a:pt x="1089" y="297"/>
                </a:lnTo>
                <a:lnTo>
                  <a:pt x="1084" y="291"/>
                </a:lnTo>
                <a:lnTo>
                  <a:pt x="1101" y="291"/>
                </a:lnTo>
                <a:lnTo>
                  <a:pt x="1095" y="297"/>
                </a:lnTo>
                <a:lnTo>
                  <a:pt x="1089" y="303"/>
                </a:lnTo>
                <a:lnTo>
                  <a:pt x="1078" y="297"/>
                </a:lnTo>
                <a:lnTo>
                  <a:pt x="1072" y="291"/>
                </a:lnTo>
                <a:lnTo>
                  <a:pt x="1072" y="285"/>
                </a:lnTo>
                <a:lnTo>
                  <a:pt x="1066" y="274"/>
                </a:lnTo>
                <a:lnTo>
                  <a:pt x="1072" y="279"/>
                </a:lnTo>
                <a:lnTo>
                  <a:pt x="1060" y="274"/>
                </a:lnTo>
                <a:lnTo>
                  <a:pt x="1066" y="279"/>
                </a:lnTo>
                <a:lnTo>
                  <a:pt x="1060" y="279"/>
                </a:lnTo>
                <a:lnTo>
                  <a:pt x="1055" y="279"/>
                </a:lnTo>
                <a:lnTo>
                  <a:pt x="1049" y="279"/>
                </a:lnTo>
                <a:lnTo>
                  <a:pt x="1037" y="268"/>
                </a:lnTo>
                <a:lnTo>
                  <a:pt x="1031" y="256"/>
                </a:lnTo>
                <a:lnTo>
                  <a:pt x="1043" y="268"/>
                </a:lnTo>
                <a:lnTo>
                  <a:pt x="1037" y="268"/>
                </a:lnTo>
                <a:lnTo>
                  <a:pt x="1031" y="268"/>
                </a:lnTo>
                <a:lnTo>
                  <a:pt x="1020" y="268"/>
                </a:lnTo>
                <a:lnTo>
                  <a:pt x="1014" y="268"/>
                </a:lnTo>
                <a:lnTo>
                  <a:pt x="1002" y="262"/>
                </a:lnTo>
                <a:lnTo>
                  <a:pt x="996" y="256"/>
                </a:lnTo>
                <a:lnTo>
                  <a:pt x="996" y="250"/>
                </a:lnTo>
                <a:lnTo>
                  <a:pt x="990" y="239"/>
                </a:lnTo>
                <a:lnTo>
                  <a:pt x="1002" y="250"/>
                </a:lnTo>
                <a:lnTo>
                  <a:pt x="996" y="250"/>
                </a:lnTo>
                <a:lnTo>
                  <a:pt x="990" y="250"/>
                </a:lnTo>
                <a:lnTo>
                  <a:pt x="985" y="250"/>
                </a:lnTo>
                <a:lnTo>
                  <a:pt x="979" y="250"/>
                </a:lnTo>
                <a:lnTo>
                  <a:pt x="967" y="245"/>
                </a:lnTo>
                <a:lnTo>
                  <a:pt x="956" y="233"/>
                </a:lnTo>
                <a:lnTo>
                  <a:pt x="950" y="227"/>
                </a:lnTo>
                <a:lnTo>
                  <a:pt x="961" y="233"/>
                </a:lnTo>
                <a:lnTo>
                  <a:pt x="956" y="233"/>
                </a:lnTo>
                <a:lnTo>
                  <a:pt x="950" y="233"/>
                </a:lnTo>
                <a:lnTo>
                  <a:pt x="944" y="233"/>
                </a:lnTo>
                <a:lnTo>
                  <a:pt x="938" y="233"/>
                </a:lnTo>
                <a:lnTo>
                  <a:pt x="950" y="221"/>
                </a:lnTo>
                <a:lnTo>
                  <a:pt x="944" y="570"/>
                </a:lnTo>
                <a:lnTo>
                  <a:pt x="938" y="576"/>
                </a:lnTo>
                <a:lnTo>
                  <a:pt x="932" y="582"/>
                </a:lnTo>
                <a:lnTo>
                  <a:pt x="921" y="582"/>
                </a:lnTo>
                <a:lnTo>
                  <a:pt x="909" y="576"/>
                </a:lnTo>
                <a:lnTo>
                  <a:pt x="903" y="570"/>
                </a:lnTo>
                <a:lnTo>
                  <a:pt x="915" y="576"/>
                </a:lnTo>
                <a:lnTo>
                  <a:pt x="909" y="576"/>
                </a:lnTo>
                <a:lnTo>
                  <a:pt x="903" y="576"/>
                </a:lnTo>
                <a:lnTo>
                  <a:pt x="897" y="576"/>
                </a:lnTo>
                <a:lnTo>
                  <a:pt x="891" y="576"/>
                </a:lnTo>
                <a:lnTo>
                  <a:pt x="886" y="576"/>
                </a:lnTo>
                <a:lnTo>
                  <a:pt x="880" y="576"/>
                </a:lnTo>
                <a:lnTo>
                  <a:pt x="868" y="576"/>
                </a:lnTo>
                <a:lnTo>
                  <a:pt x="862" y="576"/>
                </a:lnTo>
                <a:lnTo>
                  <a:pt x="851" y="564"/>
                </a:lnTo>
                <a:lnTo>
                  <a:pt x="845" y="547"/>
                </a:lnTo>
                <a:lnTo>
                  <a:pt x="857" y="558"/>
                </a:lnTo>
                <a:lnTo>
                  <a:pt x="851" y="558"/>
                </a:lnTo>
                <a:lnTo>
                  <a:pt x="845" y="558"/>
                </a:lnTo>
                <a:lnTo>
                  <a:pt x="839" y="558"/>
                </a:lnTo>
                <a:lnTo>
                  <a:pt x="833" y="558"/>
                </a:lnTo>
                <a:lnTo>
                  <a:pt x="827" y="553"/>
                </a:lnTo>
                <a:lnTo>
                  <a:pt x="816" y="547"/>
                </a:lnTo>
                <a:lnTo>
                  <a:pt x="810" y="541"/>
                </a:lnTo>
                <a:lnTo>
                  <a:pt x="804" y="529"/>
                </a:lnTo>
                <a:lnTo>
                  <a:pt x="816" y="541"/>
                </a:lnTo>
                <a:lnTo>
                  <a:pt x="810" y="541"/>
                </a:lnTo>
                <a:lnTo>
                  <a:pt x="804" y="541"/>
                </a:lnTo>
                <a:lnTo>
                  <a:pt x="798" y="541"/>
                </a:lnTo>
                <a:lnTo>
                  <a:pt x="792" y="541"/>
                </a:lnTo>
                <a:lnTo>
                  <a:pt x="787" y="541"/>
                </a:lnTo>
                <a:lnTo>
                  <a:pt x="775" y="535"/>
                </a:lnTo>
                <a:lnTo>
                  <a:pt x="769" y="529"/>
                </a:lnTo>
                <a:lnTo>
                  <a:pt x="758" y="518"/>
                </a:lnTo>
                <a:lnTo>
                  <a:pt x="769" y="524"/>
                </a:lnTo>
                <a:lnTo>
                  <a:pt x="763" y="524"/>
                </a:lnTo>
                <a:lnTo>
                  <a:pt x="752" y="518"/>
                </a:lnTo>
                <a:lnTo>
                  <a:pt x="746" y="512"/>
                </a:lnTo>
                <a:lnTo>
                  <a:pt x="746" y="506"/>
                </a:lnTo>
                <a:lnTo>
                  <a:pt x="740" y="494"/>
                </a:lnTo>
                <a:lnTo>
                  <a:pt x="752" y="506"/>
                </a:lnTo>
                <a:lnTo>
                  <a:pt x="746" y="506"/>
                </a:lnTo>
                <a:lnTo>
                  <a:pt x="740" y="506"/>
                </a:lnTo>
                <a:lnTo>
                  <a:pt x="734" y="506"/>
                </a:lnTo>
                <a:lnTo>
                  <a:pt x="723" y="506"/>
                </a:lnTo>
                <a:lnTo>
                  <a:pt x="717" y="506"/>
                </a:lnTo>
                <a:lnTo>
                  <a:pt x="711" y="506"/>
                </a:lnTo>
                <a:lnTo>
                  <a:pt x="699" y="500"/>
                </a:lnTo>
                <a:lnTo>
                  <a:pt x="693" y="494"/>
                </a:lnTo>
                <a:lnTo>
                  <a:pt x="705" y="500"/>
                </a:lnTo>
                <a:lnTo>
                  <a:pt x="699" y="500"/>
                </a:lnTo>
                <a:lnTo>
                  <a:pt x="693" y="500"/>
                </a:lnTo>
                <a:lnTo>
                  <a:pt x="688" y="500"/>
                </a:lnTo>
                <a:lnTo>
                  <a:pt x="682" y="500"/>
                </a:lnTo>
                <a:lnTo>
                  <a:pt x="670" y="500"/>
                </a:lnTo>
                <a:lnTo>
                  <a:pt x="664" y="500"/>
                </a:lnTo>
                <a:lnTo>
                  <a:pt x="659" y="500"/>
                </a:lnTo>
                <a:lnTo>
                  <a:pt x="647" y="489"/>
                </a:lnTo>
                <a:lnTo>
                  <a:pt x="641" y="471"/>
                </a:lnTo>
                <a:lnTo>
                  <a:pt x="635" y="460"/>
                </a:lnTo>
                <a:lnTo>
                  <a:pt x="635" y="465"/>
                </a:lnTo>
                <a:lnTo>
                  <a:pt x="629" y="460"/>
                </a:lnTo>
                <a:lnTo>
                  <a:pt x="629" y="454"/>
                </a:lnTo>
                <a:lnTo>
                  <a:pt x="624" y="442"/>
                </a:lnTo>
                <a:lnTo>
                  <a:pt x="629" y="448"/>
                </a:lnTo>
                <a:lnTo>
                  <a:pt x="618" y="442"/>
                </a:lnTo>
                <a:lnTo>
                  <a:pt x="624" y="448"/>
                </a:lnTo>
                <a:lnTo>
                  <a:pt x="618" y="448"/>
                </a:lnTo>
                <a:lnTo>
                  <a:pt x="612" y="448"/>
                </a:lnTo>
                <a:lnTo>
                  <a:pt x="600" y="436"/>
                </a:lnTo>
                <a:lnTo>
                  <a:pt x="594" y="425"/>
                </a:lnTo>
                <a:lnTo>
                  <a:pt x="594" y="431"/>
                </a:lnTo>
                <a:lnTo>
                  <a:pt x="589" y="425"/>
                </a:lnTo>
                <a:lnTo>
                  <a:pt x="589" y="419"/>
                </a:lnTo>
                <a:lnTo>
                  <a:pt x="583" y="407"/>
                </a:lnTo>
                <a:lnTo>
                  <a:pt x="583" y="413"/>
                </a:lnTo>
                <a:lnTo>
                  <a:pt x="577" y="407"/>
                </a:lnTo>
                <a:lnTo>
                  <a:pt x="589" y="413"/>
                </a:lnTo>
                <a:lnTo>
                  <a:pt x="583" y="413"/>
                </a:lnTo>
                <a:lnTo>
                  <a:pt x="571" y="407"/>
                </a:lnTo>
                <a:lnTo>
                  <a:pt x="560" y="396"/>
                </a:lnTo>
                <a:lnTo>
                  <a:pt x="560" y="390"/>
                </a:lnTo>
                <a:lnTo>
                  <a:pt x="554" y="378"/>
                </a:lnTo>
                <a:lnTo>
                  <a:pt x="554" y="384"/>
                </a:lnTo>
                <a:lnTo>
                  <a:pt x="548" y="378"/>
                </a:lnTo>
                <a:lnTo>
                  <a:pt x="548" y="372"/>
                </a:lnTo>
                <a:lnTo>
                  <a:pt x="542" y="361"/>
                </a:lnTo>
                <a:lnTo>
                  <a:pt x="554" y="372"/>
                </a:lnTo>
                <a:lnTo>
                  <a:pt x="548" y="372"/>
                </a:lnTo>
                <a:lnTo>
                  <a:pt x="536" y="367"/>
                </a:lnTo>
                <a:lnTo>
                  <a:pt x="530" y="361"/>
                </a:lnTo>
                <a:lnTo>
                  <a:pt x="530" y="355"/>
                </a:lnTo>
                <a:lnTo>
                  <a:pt x="525" y="343"/>
                </a:lnTo>
                <a:lnTo>
                  <a:pt x="536" y="355"/>
                </a:lnTo>
                <a:lnTo>
                  <a:pt x="525" y="355"/>
                </a:lnTo>
                <a:lnTo>
                  <a:pt x="513" y="343"/>
                </a:lnTo>
                <a:lnTo>
                  <a:pt x="507" y="332"/>
                </a:lnTo>
                <a:lnTo>
                  <a:pt x="501" y="314"/>
                </a:lnTo>
                <a:lnTo>
                  <a:pt x="495" y="303"/>
                </a:lnTo>
                <a:lnTo>
                  <a:pt x="507" y="314"/>
                </a:lnTo>
                <a:lnTo>
                  <a:pt x="501" y="314"/>
                </a:lnTo>
                <a:lnTo>
                  <a:pt x="495" y="314"/>
                </a:lnTo>
                <a:lnTo>
                  <a:pt x="484" y="303"/>
                </a:lnTo>
                <a:lnTo>
                  <a:pt x="478" y="291"/>
                </a:lnTo>
                <a:lnTo>
                  <a:pt x="501" y="291"/>
                </a:lnTo>
                <a:lnTo>
                  <a:pt x="495" y="971"/>
                </a:lnTo>
                <a:lnTo>
                  <a:pt x="490" y="977"/>
                </a:lnTo>
                <a:lnTo>
                  <a:pt x="484" y="983"/>
                </a:lnTo>
                <a:lnTo>
                  <a:pt x="472" y="983"/>
                </a:lnTo>
                <a:lnTo>
                  <a:pt x="460" y="977"/>
                </a:lnTo>
                <a:lnTo>
                  <a:pt x="455" y="971"/>
                </a:lnTo>
                <a:lnTo>
                  <a:pt x="472" y="971"/>
                </a:lnTo>
                <a:lnTo>
                  <a:pt x="466" y="977"/>
                </a:lnTo>
                <a:lnTo>
                  <a:pt x="455" y="983"/>
                </a:lnTo>
                <a:lnTo>
                  <a:pt x="449" y="971"/>
                </a:lnTo>
                <a:lnTo>
                  <a:pt x="443" y="954"/>
                </a:lnTo>
                <a:lnTo>
                  <a:pt x="460" y="954"/>
                </a:lnTo>
                <a:lnTo>
                  <a:pt x="455" y="965"/>
                </a:lnTo>
                <a:lnTo>
                  <a:pt x="449" y="977"/>
                </a:lnTo>
                <a:lnTo>
                  <a:pt x="437" y="965"/>
                </a:lnTo>
                <a:lnTo>
                  <a:pt x="431" y="954"/>
                </a:lnTo>
                <a:lnTo>
                  <a:pt x="449" y="954"/>
                </a:lnTo>
                <a:lnTo>
                  <a:pt x="443" y="965"/>
                </a:lnTo>
                <a:lnTo>
                  <a:pt x="437" y="977"/>
                </a:lnTo>
                <a:lnTo>
                  <a:pt x="426" y="977"/>
                </a:lnTo>
                <a:lnTo>
                  <a:pt x="420" y="977"/>
                </a:lnTo>
                <a:lnTo>
                  <a:pt x="414" y="977"/>
                </a:lnTo>
                <a:lnTo>
                  <a:pt x="408" y="977"/>
                </a:lnTo>
                <a:lnTo>
                  <a:pt x="402" y="977"/>
                </a:lnTo>
                <a:lnTo>
                  <a:pt x="396" y="977"/>
                </a:lnTo>
                <a:lnTo>
                  <a:pt x="385" y="965"/>
                </a:lnTo>
                <a:lnTo>
                  <a:pt x="379" y="954"/>
                </a:lnTo>
                <a:lnTo>
                  <a:pt x="396" y="959"/>
                </a:lnTo>
                <a:lnTo>
                  <a:pt x="385" y="971"/>
                </a:lnTo>
                <a:lnTo>
                  <a:pt x="379" y="977"/>
                </a:lnTo>
                <a:lnTo>
                  <a:pt x="373" y="983"/>
                </a:lnTo>
                <a:lnTo>
                  <a:pt x="367" y="983"/>
                </a:lnTo>
                <a:lnTo>
                  <a:pt x="361" y="983"/>
                </a:lnTo>
                <a:lnTo>
                  <a:pt x="356" y="983"/>
                </a:lnTo>
                <a:lnTo>
                  <a:pt x="350" y="983"/>
                </a:lnTo>
                <a:lnTo>
                  <a:pt x="344" y="983"/>
                </a:lnTo>
                <a:lnTo>
                  <a:pt x="350" y="977"/>
                </a:lnTo>
                <a:lnTo>
                  <a:pt x="344" y="983"/>
                </a:lnTo>
                <a:lnTo>
                  <a:pt x="332" y="983"/>
                </a:lnTo>
                <a:lnTo>
                  <a:pt x="321" y="977"/>
                </a:lnTo>
                <a:lnTo>
                  <a:pt x="327" y="983"/>
                </a:lnTo>
                <a:lnTo>
                  <a:pt x="321" y="983"/>
                </a:lnTo>
                <a:lnTo>
                  <a:pt x="315" y="983"/>
                </a:lnTo>
                <a:lnTo>
                  <a:pt x="321" y="977"/>
                </a:lnTo>
                <a:lnTo>
                  <a:pt x="315" y="983"/>
                </a:lnTo>
                <a:lnTo>
                  <a:pt x="309" y="989"/>
                </a:lnTo>
                <a:lnTo>
                  <a:pt x="297" y="983"/>
                </a:lnTo>
                <a:lnTo>
                  <a:pt x="292" y="977"/>
                </a:lnTo>
                <a:lnTo>
                  <a:pt x="303" y="983"/>
                </a:lnTo>
                <a:lnTo>
                  <a:pt x="297" y="983"/>
                </a:lnTo>
                <a:lnTo>
                  <a:pt x="286" y="977"/>
                </a:lnTo>
                <a:lnTo>
                  <a:pt x="280" y="971"/>
                </a:lnTo>
                <a:lnTo>
                  <a:pt x="292" y="977"/>
                </a:lnTo>
                <a:lnTo>
                  <a:pt x="280" y="977"/>
                </a:lnTo>
                <a:lnTo>
                  <a:pt x="268" y="965"/>
                </a:lnTo>
                <a:lnTo>
                  <a:pt x="262" y="954"/>
                </a:lnTo>
                <a:lnTo>
                  <a:pt x="274" y="965"/>
                </a:lnTo>
                <a:lnTo>
                  <a:pt x="268" y="965"/>
                </a:lnTo>
                <a:lnTo>
                  <a:pt x="257" y="959"/>
                </a:lnTo>
                <a:lnTo>
                  <a:pt x="251" y="954"/>
                </a:lnTo>
                <a:lnTo>
                  <a:pt x="262" y="959"/>
                </a:lnTo>
                <a:lnTo>
                  <a:pt x="257" y="959"/>
                </a:lnTo>
                <a:lnTo>
                  <a:pt x="251" y="959"/>
                </a:lnTo>
                <a:lnTo>
                  <a:pt x="257" y="954"/>
                </a:lnTo>
                <a:lnTo>
                  <a:pt x="251" y="959"/>
                </a:lnTo>
                <a:lnTo>
                  <a:pt x="245" y="965"/>
                </a:lnTo>
                <a:lnTo>
                  <a:pt x="239" y="965"/>
                </a:lnTo>
                <a:lnTo>
                  <a:pt x="228" y="965"/>
                </a:lnTo>
                <a:lnTo>
                  <a:pt x="216" y="959"/>
                </a:lnTo>
                <a:lnTo>
                  <a:pt x="210" y="954"/>
                </a:lnTo>
                <a:lnTo>
                  <a:pt x="228" y="954"/>
                </a:lnTo>
                <a:lnTo>
                  <a:pt x="222" y="959"/>
                </a:lnTo>
                <a:lnTo>
                  <a:pt x="216" y="965"/>
                </a:lnTo>
                <a:lnTo>
                  <a:pt x="210" y="965"/>
                </a:lnTo>
                <a:lnTo>
                  <a:pt x="198" y="954"/>
                </a:lnTo>
                <a:lnTo>
                  <a:pt x="193" y="942"/>
                </a:lnTo>
                <a:lnTo>
                  <a:pt x="204" y="954"/>
                </a:lnTo>
                <a:lnTo>
                  <a:pt x="198" y="954"/>
                </a:lnTo>
                <a:lnTo>
                  <a:pt x="193" y="954"/>
                </a:lnTo>
                <a:lnTo>
                  <a:pt x="181" y="948"/>
                </a:lnTo>
                <a:lnTo>
                  <a:pt x="169" y="936"/>
                </a:lnTo>
                <a:lnTo>
                  <a:pt x="181" y="942"/>
                </a:lnTo>
                <a:lnTo>
                  <a:pt x="175" y="942"/>
                </a:lnTo>
                <a:lnTo>
                  <a:pt x="181" y="930"/>
                </a:lnTo>
                <a:lnTo>
                  <a:pt x="175" y="942"/>
                </a:lnTo>
                <a:lnTo>
                  <a:pt x="169" y="954"/>
                </a:lnTo>
                <a:lnTo>
                  <a:pt x="163" y="954"/>
                </a:lnTo>
                <a:lnTo>
                  <a:pt x="152" y="942"/>
                </a:lnTo>
                <a:lnTo>
                  <a:pt x="146" y="925"/>
                </a:lnTo>
                <a:lnTo>
                  <a:pt x="146" y="930"/>
                </a:lnTo>
                <a:lnTo>
                  <a:pt x="140" y="925"/>
                </a:lnTo>
                <a:lnTo>
                  <a:pt x="140" y="919"/>
                </a:lnTo>
                <a:lnTo>
                  <a:pt x="134" y="901"/>
                </a:lnTo>
                <a:lnTo>
                  <a:pt x="134" y="907"/>
                </a:lnTo>
                <a:lnTo>
                  <a:pt x="129" y="901"/>
                </a:lnTo>
                <a:lnTo>
                  <a:pt x="140" y="907"/>
                </a:lnTo>
                <a:lnTo>
                  <a:pt x="129" y="907"/>
                </a:lnTo>
                <a:lnTo>
                  <a:pt x="123" y="907"/>
                </a:lnTo>
                <a:lnTo>
                  <a:pt x="129" y="901"/>
                </a:lnTo>
                <a:lnTo>
                  <a:pt x="123" y="907"/>
                </a:lnTo>
                <a:lnTo>
                  <a:pt x="117" y="913"/>
                </a:lnTo>
                <a:lnTo>
                  <a:pt x="105" y="907"/>
                </a:lnTo>
                <a:lnTo>
                  <a:pt x="99" y="901"/>
                </a:lnTo>
                <a:lnTo>
                  <a:pt x="111" y="907"/>
                </a:lnTo>
                <a:lnTo>
                  <a:pt x="105" y="907"/>
                </a:lnTo>
                <a:lnTo>
                  <a:pt x="94" y="896"/>
                </a:lnTo>
                <a:lnTo>
                  <a:pt x="88" y="884"/>
                </a:lnTo>
                <a:lnTo>
                  <a:pt x="82" y="855"/>
                </a:lnTo>
                <a:lnTo>
                  <a:pt x="70" y="820"/>
                </a:lnTo>
                <a:lnTo>
                  <a:pt x="64" y="785"/>
                </a:lnTo>
                <a:lnTo>
                  <a:pt x="59" y="773"/>
                </a:lnTo>
                <a:lnTo>
                  <a:pt x="53" y="756"/>
                </a:lnTo>
                <a:lnTo>
                  <a:pt x="47" y="744"/>
                </a:lnTo>
                <a:lnTo>
                  <a:pt x="47" y="750"/>
                </a:lnTo>
                <a:lnTo>
                  <a:pt x="41" y="744"/>
                </a:lnTo>
                <a:lnTo>
                  <a:pt x="41" y="739"/>
                </a:lnTo>
                <a:lnTo>
                  <a:pt x="35" y="721"/>
                </a:lnTo>
                <a:lnTo>
                  <a:pt x="30" y="710"/>
                </a:lnTo>
                <a:lnTo>
                  <a:pt x="30" y="715"/>
                </a:lnTo>
                <a:lnTo>
                  <a:pt x="18" y="704"/>
                </a:lnTo>
                <a:lnTo>
                  <a:pt x="12" y="698"/>
                </a:lnTo>
                <a:lnTo>
                  <a:pt x="24" y="704"/>
                </a:lnTo>
                <a:lnTo>
                  <a:pt x="18" y="704"/>
                </a:lnTo>
                <a:lnTo>
                  <a:pt x="6" y="692"/>
                </a:lnTo>
                <a:lnTo>
                  <a:pt x="0" y="680"/>
                </a:lnTo>
                <a:lnTo>
                  <a:pt x="0" y="675"/>
                </a:lnTo>
                <a:lnTo>
                  <a:pt x="6" y="669"/>
                </a:lnTo>
                <a:lnTo>
                  <a:pt x="12" y="669"/>
                </a:lnTo>
                <a:lnTo>
                  <a:pt x="18" y="675"/>
                </a:lnTo>
                <a:close/>
              </a:path>
            </a:pathLst>
          </a:custGeom>
          <a:solidFill>
            <a:srgbClr val="C00000"/>
          </a:solidFill>
          <a:ln w="15875">
            <a:solidFill>
              <a:srgbClr val="C00000"/>
            </a:solidFill>
            <a:miter lim="800000"/>
            <a:headEnd/>
            <a:tailEnd/>
          </a:ln>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1040" eaLnBrk="1" fontAlgn="base" hangingPunct="1">
              <a:spcBef>
                <a:spcPct val="0"/>
              </a:spcBef>
              <a:spcAft>
                <a:spcPct val="0"/>
              </a:spcAft>
            </a:pPr>
            <a:endParaRPr lang="zh-CN" altLang="zh-CN" sz="908">
              <a:solidFill>
                <a:srgbClr val="000000"/>
              </a:solidFill>
              <a:ea typeface="宋体" panose="02010600030101010101" pitchFamily="2" charset="-122"/>
            </a:endParaRPr>
          </a:p>
        </p:txBody>
      </p:sp>
      <p:sp>
        <p:nvSpPr>
          <p:cNvPr id="46092" name="Freeform 17">
            <a:extLst>
              <a:ext uri="{FF2B5EF4-FFF2-40B4-BE49-F238E27FC236}">
                <a16:creationId xmlns:a16="http://schemas.microsoft.com/office/drawing/2014/main" id="{15A8A257-995F-2571-C9D5-6A12BB2B35C9}"/>
              </a:ext>
            </a:extLst>
          </p:cNvPr>
          <p:cNvSpPr>
            <a:spLocks/>
          </p:cNvSpPr>
          <p:nvPr/>
        </p:nvSpPr>
        <p:spPr bwMode="auto">
          <a:xfrm>
            <a:off x="642693" y="1493467"/>
            <a:ext cx="3692082" cy="1404640"/>
          </a:xfrm>
          <a:custGeom>
            <a:avLst/>
            <a:gdLst>
              <a:gd name="T0" fmla="*/ 163 w 4613"/>
              <a:gd name="T1" fmla="*/ 1732 h 1755"/>
              <a:gd name="T2" fmla="*/ 321 w 4613"/>
              <a:gd name="T3" fmla="*/ 1732 h 1755"/>
              <a:gd name="T4" fmla="*/ 484 w 4613"/>
              <a:gd name="T5" fmla="*/ 1732 h 1755"/>
              <a:gd name="T6" fmla="*/ 618 w 4613"/>
              <a:gd name="T7" fmla="*/ 1645 h 1755"/>
              <a:gd name="T8" fmla="*/ 781 w 4613"/>
              <a:gd name="T9" fmla="*/ 1645 h 1755"/>
              <a:gd name="T10" fmla="*/ 921 w 4613"/>
              <a:gd name="T11" fmla="*/ 1651 h 1755"/>
              <a:gd name="T12" fmla="*/ 1078 w 4613"/>
              <a:gd name="T13" fmla="*/ 1598 h 1755"/>
              <a:gd name="T14" fmla="*/ 1235 w 4613"/>
              <a:gd name="T15" fmla="*/ 1598 h 1755"/>
              <a:gd name="T16" fmla="*/ 1375 w 4613"/>
              <a:gd name="T17" fmla="*/ 1563 h 1755"/>
              <a:gd name="T18" fmla="*/ 1532 w 4613"/>
              <a:gd name="T19" fmla="*/ 1563 h 1755"/>
              <a:gd name="T20" fmla="*/ 1672 w 4613"/>
              <a:gd name="T21" fmla="*/ 1441 h 1755"/>
              <a:gd name="T22" fmla="*/ 1829 w 4613"/>
              <a:gd name="T23" fmla="*/ 1441 h 1755"/>
              <a:gd name="T24" fmla="*/ 1986 w 4613"/>
              <a:gd name="T25" fmla="*/ 1441 h 1755"/>
              <a:gd name="T26" fmla="*/ 2126 w 4613"/>
              <a:gd name="T27" fmla="*/ 1273 h 1755"/>
              <a:gd name="T28" fmla="*/ 2283 w 4613"/>
              <a:gd name="T29" fmla="*/ 1273 h 1755"/>
              <a:gd name="T30" fmla="*/ 2417 w 4613"/>
              <a:gd name="T31" fmla="*/ 936 h 1755"/>
              <a:gd name="T32" fmla="*/ 2580 w 4613"/>
              <a:gd name="T33" fmla="*/ 936 h 1755"/>
              <a:gd name="T34" fmla="*/ 2738 w 4613"/>
              <a:gd name="T35" fmla="*/ 936 h 1755"/>
              <a:gd name="T36" fmla="*/ 2877 w 4613"/>
              <a:gd name="T37" fmla="*/ 849 h 1755"/>
              <a:gd name="T38" fmla="*/ 3035 w 4613"/>
              <a:gd name="T39" fmla="*/ 849 h 1755"/>
              <a:gd name="T40" fmla="*/ 3192 w 4613"/>
              <a:gd name="T41" fmla="*/ 849 h 1755"/>
              <a:gd name="T42" fmla="*/ 3332 w 4613"/>
              <a:gd name="T43" fmla="*/ 697 h 1755"/>
              <a:gd name="T44" fmla="*/ 3495 w 4613"/>
              <a:gd name="T45" fmla="*/ 697 h 1755"/>
              <a:gd name="T46" fmla="*/ 3629 w 4613"/>
              <a:gd name="T47" fmla="*/ 540 h 1755"/>
              <a:gd name="T48" fmla="*/ 3768 w 4613"/>
              <a:gd name="T49" fmla="*/ 372 h 1755"/>
              <a:gd name="T50" fmla="*/ 3908 w 4613"/>
              <a:gd name="T51" fmla="*/ 238 h 1755"/>
              <a:gd name="T52" fmla="*/ 4065 w 4613"/>
              <a:gd name="T53" fmla="*/ 238 h 1755"/>
              <a:gd name="T54" fmla="*/ 4223 w 4613"/>
              <a:gd name="T55" fmla="*/ 238 h 1755"/>
              <a:gd name="T56" fmla="*/ 4386 w 4613"/>
              <a:gd name="T57" fmla="*/ 238 h 1755"/>
              <a:gd name="T58" fmla="*/ 4543 w 4613"/>
              <a:gd name="T59" fmla="*/ 238 h 1755"/>
              <a:gd name="T60" fmla="*/ 4566 w 4613"/>
              <a:gd name="T61" fmla="*/ 261 h 1755"/>
              <a:gd name="T62" fmla="*/ 4409 w 4613"/>
              <a:gd name="T63" fmla="*/ 261 h 1755"/>
              <a:gd name="T64" fmla="*/ 4252 w 4613"/>
              <a:gd name="T65" fmla="*/ 261 h 1755"/>
              <a:gd name="T66" fmla="*/ 4095 w 4613"/>
              <a:gd name="T67" fmla="*/ 261 h 1755"/>
              <a:gd name="T68" fmla="*/ 3931 w 4613"/>
              <a:gd name="T69" fmla="*/ 261 h 1755"/>
              <a:gd name="T70" fmla="*/ 3774 w 4613"/>
              <a:gd name="T71" fmla="*/ 261 h 1755"/>
              <a:gd name="T72" fmla="*/ 3658 w 4613"/>
              <a:gd name="T73" fmla="*/ 564 h 1755"/>
              <a:gd name="T74" fmla="*/ 3518 w 4613"/>
              <a:gd name="T75" fmla="*/ 721 h 1755"/>
              <a:gd name="T76" fmla="*/ 3361 w 4613"/>
              <a:gd name="T77" fmla="*/ 721 h 1755"/>
              <a:gd name="T78" fmla="*/ 3221 w 4613"/>
              <a:gd name="T79" fmla="*/ 866 h 1755"/>
              <a:gd name="T80" fmla="*/ 3064 w 4613"/>
              <a:gd name="T81" fmla="*/ 872 h 1755"/>
              <a:gd name="T82" fmla="*/ 2906 w 4613"/>
              <a:gd name="T83" fmla="*/ 872 h 1755"/>
              <a:gd name="T84" fmla="*/ 2767 w 4613"/>
              <a:gd name="T85" fmla="*/ 959 h 1755"/>
              <a:gd name="T86" fmla="*/ 2609 w 4613"/>
              <a:gd name="T87" fmla="*/ 959 h 1755"/>
              <a:gd name="T88" fmla="*/ 2446 w 4613"/>
              <a:gd name="T89" fmla="*/ 959 h 1755"/>
              <a:gd name="T90" fmla="*/ 2312 w 4613"/>
              <a:gd name="T91" fmla="*/ 1296 h 1755"/>
              <a:gd name="T92" fmla="*/ 2149 w 4613"/>
              <a:gd name="T93" fmla="*/ 1296 h 1755"/>
              <a:gd name="T94" fmla="*/ 2015 w 4613"/>
              <a:gd name="T95" fmla="*/ 1465 h 1755"/>
              <a:gd name="T96" fmla="*/ 1852 w 4613"/>
              <a:gd name="T97" fmla="*/ 1465 h 1755"/>
              <a:gd name="T98" fmla="*/ 1695 w 4613"/>
              <a:gd name="T99" fmla="*/ 1465 h 1755"/>
              <a:gd name="T100" fmla="*/ 1555 w 4613"/>
              <a:gd name="T101" fmla="*/ 1587 h 1755"/>
              <a:gd name="T102" fmla="*/ 1398 w 4613"/>
              <a:gd name="T103" fmla="*/ 1587 h 1755"/>
              <a:gd name="T104" fmla="*/ 1258 w 4613"/>
              <a:gd name="T105" fmla="*/ 1610 h 1755"/>
              <a:gd name="T106" fmla="*/ 1101 w 4613"/>
              <a:gd name="T107" fmla="*/ 1622 h 1755"/>
              <a:gd name="T108" fmla="*/ 944 w 4613"/>
              <a:gd name="T109" fmla="*/ 1622 h 1755"/>
              <a:gd name="T110" fmla="*/ 804 w 4613"/>
              <a:gd name="T111" fmla="*/ 1668 h 1755"/>
              <a:gd name="T112" fmla="*/ 647 w 4613"/>
              <a:gd name="T113" fmla="*/ 1668 h 1755"/>
              <a:gd name="T114" fmla="*/ 490 w 4613"/>
              <a:gd name="T115" fmla="*/ 1668 h 1755"/>
              <a:gd name="T116" fmla="*/ 350 w 4613"/>
              <a:gd name="T117" fmla="*/ 1755 h 1755"/>
              <a:gd name="T118" fmla="*/ 193 w 4613"/>
              <a:gd name="T119" fmla="*/ 1755 h 1755"/>
              <a:gd name="T120" fmla="*/ 30 w 4613"/>
              <a:gd name="T121" fmla="*/ 1755 h 1755"/>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60000 65536"/>
              <a:gd name="T178" fmla="*/ 0 60000 65536"/>
              <a:gd name="T179" fmla="*/ 0 60000 65536"/>
              <a:gd name="T180" fmla="*/ 0 60000 65536"/>
              <a:gd name="T181" fmla="*/ 0 60000 65536"/>
              <a:gd name="T182" fmla="*/ 0 60000 65536"/>
              <a:gd name="T183" fmla="*/ 0 w 4613"/>
              <a:gd name="T184" fmla="*/ 0 h 1755"/>
              <a:gd name="T185" fmla="*/ 4613 w 4613"/>
              <a:gd name="T186" fmla="*/ 1755 h 1755"/>
            </a:gdLst>
            <a:ahLst/>
            <a:cxnLst>
              <a:cxn ang="T122">
                <a:pos x="T0" y="T1"/>
              </a:cxn>
              <a:cxn ang="T123">
                <a:pos x="T2" y="T3"/>
              </a:cxn>
              <a:cxn ang="T124">
                <a:pos x="T4" y="T5"/>
              </a:cxn>
              <a:cxn ang="T125">
                <a:pos x="T6" y="T7"/>
              </a:cxn>
              <a:cxn ang="T126">
                <a:pos x="T8" y="T9"/>
              </a:cxn>
              <a:cxn ang="T127">
                <a:pos x="T10" y="T11"/>
              </a:cxn>
              <a:cxn ang="T128">
                <a:pos x="T12" y="T13"/>
              </a:cxn>
              <a:cxn ang="T129">
                <a:pos x="T14" y="T15"/>
              </a:cxn>
              <a:cxn ang="T130">
                <a:pos x="T16" y="T17"/>
              </a:cxn>
              <a:cxn ang="T131">
                <a:pos x="T18" y="T19"/>
              </a:cxn>
              <a:cxn ang="T132">
                <a:pos x="T20" y="T21"/>
              </a:cxn>
              <a:cxn ang="T133">
                <a:pos x="T22" y="T23"/>
              </a:cxn>
              <a:cxn ang="T134">
                <a:pos x="T24" y="T25"/>
              </a:cxn>
              <a:cxn ang="T135">
                <a:pos x="T26" y="T27"/>
              </a:cxn>
              <a:cxn ang="T136">
                <a:pos x="T28" y="T29"/>
              </a:cxn>
              <a:cxn ang="T137">
                <a:pos x="T30" y="T31"/>
              </a:cxn>
              <a:cxn ang="T138">
                <a:pos x="T32" y="T33"/>
              </a:cxn>
              <a:cxn ang="T139">
                <a:pos x="T34" y="T35"/>
              </a:cxn>
              <a:cxn ang="T140">
                <a:pos x="T36" y="T37"/>
              </a:cxn>
              <a:cxn ang="T141">
                <a:pos x="T38" y="T39"/>
              </a:cxn>
              <a:cxn ang="T142">
                <a:pos x="T40" y="T41"/>
              </a:cxn>
              <a:cxn ang="T143">
                <a:pos x="T42" y="T43"/>
              </a:cxn>
              <a:cxn ang="T144">
                <a:pos x="T44" y="T45"/>
              </a:cxn>
              <a:cxn ang="T145">
                <a:pos x="T46" y="T47"/>
              </a:cxn>
              <a:cxn ang="T146">
                <a:pos x="T48" y="T49"/>
              </a:cxn>
              <a:cxn ang="T147">
                <a:pos x="T50" y="T51"/>
              </a:cxn>
              <a:cxn ang="T148">
                <a:pos x="T52" y="T53"/>
              </a:cxn>
              <a:cxn ang="T149">
                <a:pos x="T54" y="T55"/>
              </a:cxn>
              <a:cxn ang="T150">
                <a:pos x="T56" y="T57"/>
              </a:cxn>
              <a:cxn ang="T151">
                <a:pos x="T58" y="T59"/>
              </a:cxn>
              <a:cxn ang="T152">
                <a:pos x="T60" y="T61"/>
              </a:cxn>
              <a:cxn ang="T153">
                <a:pos x="T62" y="T63"/>
              </a:cxn>
              <a:cxn ang="T154">
                <a:pos x="T64" y="T65"/>
              </a:cxn>
              <a:cxn ang="T155">
                <a:pos x="T66" y="T67"/>
              </a:cxn>
              <a:cxn ang="T156">
                <a:pos x="T68" y="T69"/>
              </a:cxn>
              <a:cxn ang="T157">
                <a:pos x="T70" y="T71"/>
              </a:cxn>
              <a:cxn ang="T158">
                <a:pos x="T72" y="T73"/>
              </a:cxn>
              <a:cxn ang="T159">
                <a:pos x="T74" y="T75"/>
              </a:cxn>
              <a:cxn ang="T160">
                <a:pos x="T76" y="T77"/>
              </a:cxn>
              <a:cxn ang="T161">
                <a:pos x="T78" y="T79"/>
              </a:cxn>
              <a:cxn ang="T162">
                <a:pos x="T80" y="T81"/>
              </a:cxn>
              <a:cxn ang="T163">
                <a:pos x="T82" y="T83"/>
              </a:cxn>
              <a:cxn ang="T164">
                <a:pos x="T84" y="T85"/>
              </a:cxn>
              <a:cxn ang="T165">
                <a:pos x="T86" y="T87"/>
              </a:cxn>
              <a:cxn ang="T166">
                <a:pos x="T88" y="T89"/>
              </a:cxn>
              <a:cxn ang="T167">
                <a:pos x="T90" y="T91"/>
              </a:cxn>
              <a:cxn ang="T168">
                <a:pos x="T92" y="T93"/>
              </a:cxn>
              <a:cxn ang="T169">
                <a:pos x="T94" y="T95"/>
              </a:cxn>
              <a:cxn ang="T170">
                <a:pos x="T96" y="T97"/>
              </a:cxn>
              <a:cxn ang="T171">
                <a:pos x="T98" y="T99"/>
              </a:cxn>
              <a:cxn ang="T172">
                <a:pos x="T100" y="T101"/>
              </a:cxn>
              <a:cxn ang="T173">
                <a:pos x="T102" y="T103"/>
              </a:cxn>
              <a:cxn ang="T174">
                <a:pos x="T104" y="T105"/>
              </a:cxn>
              <a:cxn ang="T175">
                <a:pos x="T106" y="T107"/>
              </a:cxn>
              <a:cxn ang="T176">
                <a:pos x="T108" y="T109"/>
              </a:cxn>
              <a:cxn ang="T177">
                <a:pos x="T110" y="T111"/>
              </a:cxn>
              <a:cxn ang="T178">
                <a:pos x="T112" y="T113"/>
              </a:cxn>
              <a:cxn ang="T179">
                <a:pos x="T114" y="T115"/>
              </a:cxn>
              <a:cxn ang="T180">
                <a:pos x="T116" y="T117"/>
              </a:cxn>
              <a:cxn ang="T181">
                <a:pos x="T118" y="T119"/>
              </a:cxn>
              <a:cxn ang="T182">
                <a:pos x="T120" y="T121"/>
              </a:cxn>
            </a:cxnLst>
            <a:rect l="T183" t="T184" r="T185" b="T186"/>
            <a:pathLst>
              <a:path w="4613" h="1755">
                <a:moveTo>
                  <a:pt x="12" y="1732"/>
                </a:moveTo>
                <a:lnTo>
                  <a:pt x="18" y="1732"/>
                </a:lnTo>
                <a:lnTo>
                  <a:pt x="24" y="1732"/>
                </a:lnTo>
                <a:lnTo>
                  <a:pt x="30" y="1732"/>
                </a:lnTo>
                <a:lnTo>
                  <a:pt x="41" y="1732"/>
                </a:lnTo>
                <a:lnTo>
                  <a:pt x="47" y="1732"/>
                </a:lnTo>
                <a:lnTo>
                  <a:pt x="53" y="1732"/>
                </a:lnTo>
                <a:lnTo>
                  <a:pt x="59" y="1732"/>
                </a:lnTo>
                <a:lnTo>
                  <a:pt x="64" y="1732"/>
                </a:lnTo>
                <a:lnTo>
                  <a:pt x="70" y="1732"/>
                </a:lnTo>
                <a:lnTo>
                  <a:pt x="76" y="1732"/>
                </a:lnTo>
                <a:lnTo>
                  <a:pt x="82" y="1732"/>
                </a:lnTo>
                <a:lnTo>
                  <a:pt x="94" y="1732"/>
                </a:lnTo>
                <a:lnTo>
                  <a:pt x="99" y="1732"/>
                </a:lnTo>
                <a:lnTo>
                  <a:pt x="105" y="1732"/>
                </a:lnTo>
                <a:lnTo>
                  <a:pt x="111" y="1732"/>
                </a:lnTo>
                <a:lnTo>
                  <a:pt x="117" y="1732"/>
                </a:lnTo>
                <a:lnTo>
                  <a:pt x="123" y="1732"/>
                </a:lnTo>
                <a:lnTo>
                  <a:pt x="129" y="1732"/>
                </a:lnTo>
                <a:lnTo>
                  <a:pt x="140" y="1732"/>
                </a:lnTo>
                <a:lnTo>
                  <a:pt x="146" y="1732"/>
                </a:lnTo>
                <a:lnTo>
                  <a:pt x="152" y="1732"/>
                </a:lnTo>
                <a:lnTo>
                  <a:pt x="158" y="1732"/>
                </a:lnTo>
                <a:lnTo>
                  <a:pt x="163" y="1732"/>
                </a:lnTo>
                <a:lnTo>
                  <a:pt x="169" y="1732"/>
                </a:lnTo>
                <a:lnTo>
                  <a:pt x="175" y="1732"/>
                </a:lnTo>
                <a:lnTo>
                  <a:pt x="181" y="1732"/>
                </a:lnTo>
                <a:lnTo>
                  <a:pt x="193" y="1732"/>
                </a:lnTo>
                <a:lnTo>
                  <a:pt x="198" y="1732"/>
                </a:lnTo>
                <a:lnTo>
                  <a:pt x="204" y="1732"/>
                </a:lnTo>
                <a:lnTo>
                  <a:pt x="210" y="1732"/>
                </a:lnTo>
                <a:lnTo>
                  <a:pt x="216" y="1732"/>
                </a:lnTo>
                <a:lnTo>
                  <a:pt x="222" y="1732"/>
                </a:lnTo>
                <a:lnTo>
                  <a:pt x="228" y="1732"/>
                </a:lnTo>
                <a:lnTo>
                  <a:pt x="239" y="1732"/>
                </a:lnTo>
                <a:lnTo>
                  <a:pt x="245" y="1732"/>
                </a:lnTo>
                <a:lnTo>
                  <a:pt x="251" y="1732"/>
                </a:lnTo>
                <a:lnTo>
                  <a:pt x="257" y="1732"/>
                </a:lnTo>
                <a:lnTo>
                  <a:pt x="262" y="1732"/>
                </a:lnTo>
                <a:lnTo>
                  <a:pt x="268" y="1732"/>
                </a:lnTo>
                <a:lnTo>
                  <a:pt x="274" y="1732"/>
                </a:lnTo>
                <a:lnTo>
                  <a:pt x="280" y="1732"/>
                </a:lnTo>
                <a:lnTo>
                  <a:pt x="292" y="1732"/>
                </a:lnTo>
                <a:lnTo>
                  <a:pt x="297" y="1732"/>
                </a:lnTo>
                <a:lnTo>
                  <a:pt x="303" y="1732"/>
                </a:lnTo>
                <a:lnTo>
                  <a:pt x="309" y="1732"/>
                </a:lnTo>
                <a:lnTo>
                  <a:pt x="315" y="1732"/>
                </a:lnTo>
                <a:lnTo>
                  <a:pt x="321" y="1732"/>
                </a:lnTo>
                <a:lnTo>
                  <a:pt x="327" y="1732"/>
                </a:lnTo>
                <a:lnTo>
                  <a:pt x="338" y="1732"/>
                </a:lnTo>
                <a:lnTo>
                  <a:pt x="344" y="1732"/>
                </a:lnTo>
                <a:lnTo>
                  <a:pt x="350" y="1732"/>
                </a:lnTo>
                <a:lnTo>
                  <a:pt x="356" y="1732"/>
                </a:lnTo>
                <a:lnTo>
                  <a:pt x="361" y="1732"/>
                </a:lnTo>
                <a:lnTo>
                  <a:pt x="367" y="1732"/>
                </a:lnTo>
                <a:lnTo>
                  <a:pt x="373" y="1732"/>
                </a:lnTo>
                <a:lnTo>
                  <a:pt x="379" y="1732"/>
                </a:lnTo>
                <a:lnTo>
                  <a:pt x="391" y="1732"/>
                </a:lnTo>
                <a:lnTo>
                  <a:pt x="396" y="1732"/>
                </a:lnTo>
                <a:lnTo>
                  <a:pt x="402" y="1732"/>
                </a:lnTo>
                <a:lnTo>
                  <a:pt x="408" y="1732"/>
                </a:lnTo>
                <a:lnTo>
                  <a:pt x="414" y="1732"/>
                </a:lnTo>
                <a:lnTo>
                  <a:pt x="420" y="1732"/>
                </a:lnTo>
                <a:lnTo>
                  <a:pt x="426" y="1732"/>
                </a:lnTo>
                <a:lnTo>
                  <a:pt x="437" y="1732"/>
                </a:lnTo>
                <a:lnTo>
                  <a:pt x="443" y="1732"/>
                </a:lnTo>
                <a:lnTo>
                  <a:pt x="449" y="1732"/>
                </a:lnTo>
                <a:lnTo>
                  <a:pt x="455" y="1732"/>
                </a:lnTo>
                <a:lnTo>
                  <a:pt x="460" y="1732"/>
                </a:lnTo>
                <a:lnTo>
                  <a:pt x="466" y="1732"/>
                </a:lnTo>
                <a:lnTo>
                  <a:pt x="472" y="1732"/>
                </a:lnTo>
                <a:lnTo>
                  <a:pt x="484" y="1732"/>
                </a:lnTo>
                <a:lnTo>
                  <a:pt x="472" y="1738"/>
                </a:lnTo>
                <a:lnTo>
                  <a:pt x="478" y="1651"/>
                </a:lnTo>
                <a:lnTo>
                  <a:pt x="478" y="1645"/>
                </a:lnTo>
                <a:lnTo>
                  <a:pt x="490" y="1645"/>
                </a:lnTo>
                <a:lnTo>
                  <a:pt x="495" y="1645"/>
                </a:lnTo>
                <a:lnTo>
                  <a:pt x="501" y="1645"/>
                </a:lnTo>
                <a:lnTo>
                  <a:pt x="507" y="1645"/>
                </a:lnTo>
                <a:lnTo>
                  <a:pt x="513" y="1645"/>
                </a:lnTo>
                <a:lnTo>
                  <a:pt x="519" y="1645"/>
                </a:lnTo>
                <a:lnTo>
                  <a:pt x="525" y="1645"/>
                </a:lnTo>
                <a:lnTo>
                  <a:pt x="536" y="1645"/>
                </a:lnTo>
                <a:lnTo>
                  <a:pt x="542" y="1645"/>
                </a:lnTo>
                <a:lnTo>
                  <a:pt x="548" y="1645"/>
                </a:lnTo>
                <a:lnTo>
                  <a:pt x="554" y="1645"/>
                </a:lnTo>
                <a:lnTo>
                  <a:pt x="560" y="1645"/>
                </a:lnTo>
                <a:lnTo>
                  <a:pt x="565" y="1645"/>
                </a:lnTo>
                <a:lnTo>
                  <a:pt x="571" y="1645"/>
                </a:lnTo>
                <a:lnTo>
                  <a:pt x="583" y="1645"/>
                </a:lnTo>
                <a:lnTo>
                  <a:pt x="589" y="1645"/>
                </a:lnTo>
                <a:lnTo>
                  <a:pt x="594" y="1645"/>
                </a:lnTo>
                <a:lnTo>
                  <a:pt x="600" y="1645"/>
                </a:lnTo>
                <a:lnTo>
                  <a:pt x="606" y="1645"/>
                </a:lnTo>
                <a:lnTo>
                  <a:pt x="612" y="1645"/>
                </a:lnTo>
                <a:lnTo>
                  <a:pt x="618" y="1645"/>
                </a:lnTo>
                <a:lnTo>
                  <a:pt x="624" y="1645"/>
                </a:lnTo>
                <a:lnTo>
                  <a:pt x="635" y="1645"/>
                </a:lnTo>
                <a:lnTo>
                  <a:pt x="641" y="1645"/>
                </a:lnTo>
                <a:lnTo>
                  <a:pt x="647" y="1645"/>
                </a:lnTo>
                <a:lnTo>
                  <a:pt x="653" y="1645"/>
                </a:lnTo>
                <a:lnTo>
                  <a:pt x="659" y="1645"/>
                </a:lnTo>
                <a:lnTo>
                  <a:pt x="664" y="1645"/>
                </a:lnTo>
                <a:lnTo>
                  <a:pt x="670" y="1645"/>
                </a:lnTo>
                <a:lnTo>
                  <a:pt x="682" y="1645"/>
                </a:lnTo>
                <a:lnTo>
                  <a:pt x="688" y="1645"/>
                </a:lnTo>
                <a:lnTo>
                  <a:pt x="693" y="1645"/>
                </a:lnTo>
                <a:lnTo>
                  <a:pt x="699" y="1645"/>
                </a:lnTo>
                <a:lnTo>
                  <a:pt x="705" y="1645"/>
                </a:lnTo>
                <a:lnTo>
                  <a:pt x="711" y="1645"/>
                </a:lnTo>
                <a:lnTo>
                  <a:pt x="717" y="1645"/>
                </a:lnTo>
                <a:lnTo>
                  <a:pt x="723" y="1645"/>
                </a:lnTo>
                <a:lnTo>
                  <a:pt x="734" y="1645"/>
                </a:lnTo>
                <a:lnTo>
                  <a:pt x="740" y="1645"/>
                </a:lnTo>
                <a:lnTo>
                  <a:pt x="746" y="1645"/>
                </a:lnTo>
                <a:lnTo>
                  <a:pt x="752" y="1645"/>
                </a:lnTo>
                <a:lnTo>
                  <a:pt x="758" y="1645"/>
                </a:lnTo>
                <a:lnTo>
                  <a:pt x="763" y="1645"/>
                </a:lnTo>
                <a:lnTo>
                  <a:pt x="769" y="1645"/>
                </a:lnTo>
                <a:lnTo>
                  <a:pt x="781" y="1645"/>
                </a:lnTo>
                <a:lnTo>
                  <a:pt x="787" y="1645"/>
                </a:lnTo>
                <a:lnTo>
                  <a:pt x="792" y="1645"/>
                </a:lnTo>
                <a:lnTo>
                  <a:pt x="798" y="1645"/>
                </a:lnTo>
                <a:lnTo>
                  <a:pt x="804" y="1645"/>
                </a:lnTo>
                <a:lnTo>
                  <a:pt x="810" y="1645"/>
                </a:lnTo>
                <a:lnTo>
                  <a:pt x="816" y="1645"/>
                </a:lnTo>
                <a:lnTo>
                  <a:pt x="822" y="1645"/>
                </a:lnTo>
                <a:lnTo>
                  <a:pt x="833" y="1645"/>
                </a:lnTo>
                <a:lnTo>
                  <a:pt x="839" y="1645"/>
                </a:lnTo>
                <a:lnTo>
                  <a:pt x="845" y="1645"/>
                </a:lnTo>
                <a:lnTo>
                  <a:pt x="851" y="1645"/>
                </a:lnTo>
                <a:lnTo>
                  <a:pt x="857" y="1645"/>
                </a:lnTo>
                <a:lnTo>
                  <a:pt x="862" y="1645"/>
                </a:lnTo>
                <a:lnTo>
                  <a:pt x="868" y="1645"/>
                </a:lnTo>
                <a:lnTo>
                  <a:pt x="880" y="1645"/>
                </a:lnTo>
                <a:lnTo>
                  <a:pt x="886" y="1645"/>
                </a:lnTo>
                <a:lnTo>
                  <a:pt x="891" y="1645"/>
                </a:lnTo>
                <a:lnTo>
                  <a:pt x="897" y="1645"/>
                </a:lnTo>
                <a:lnTo>
                  <a:pt x="903" y="1645"/>
                </a:lnTo>
                <a:lnTo>
                  <a:pt x="909" y="1645"/>
                </a:lnTo>
                <a:lnTo>
                  <a:pt x="915" y="1645"/>
                </a:lnTo>
                <a:lnTo>
                  <a:pt x="921" y="1645"/>
                </a:lnTo>
                <a:lnTo>
                  <a:pt x="932" y="1645"/>
                </a:lnTo>
                <a:lnTo>
                  <a:pt x="921" y="1651"/>
                </a:lnTo>
                <a:lnTo>
                  <a:pt x="926" y="1604"/>
                </a:lnTo>
                <a:lnTo>
                  <a:pt x="926" y="1598"/>
                </a:lnTo>
                <a:lnTo>
                  <a:pt x="938" y="1598"/>
                </a:lnTo>
                <a:lnTo>
                  <a:pt x="944" y="1598"/>
                </a:lnTo>
                <a:lnTo>
                  <a:pt x="950" y="1598"/>
                </a:lnTo>
                <a:lnTo>
                  <a:pt x="956" y="1598"/>
                </a:lnTo>
                <a:lnTo>
                  <a:pt x="961" y="1598"/>
                </a:lnTo>
                <a:lnTo>
                  <a:pt x="967" y="1598"/>
                </a:lnTo>
                <a:lnTo>
                  <a:pt x="979" y="1598"/>
                </a:lnTo>
                <a:lnTo>
                  <a:pt x="985" y="1598"/>
                </a:lnTo>
                <a:lnTo>
                  <a:pt x="990" y="1598"/>
                </a:lnTo>
                <a:lnTo>
                  <a:pt x="996" y="1598"/>
                </a:lnTo>
                <a:lnTo>
                  <a:pt x="1002" y="1598"/>
                </a:lnTo>
                <a:lnTo>
                  <a:pt x="1008" y="1598"/>
                </a:lnTo>
                <a:lnTo>
                  <a:pt x="1014" y="1598"/>
                </a:lnTo>
                <a:lnTo>
                  <a:pt x="1020" y="1598"/>
                </a:lnTo>
                <a:lnTo>
                  <a:pt x="1031" y="1598"/>
                </a:lnTo>
                <a:lnTo>
                  <a:pt x="1037" y="1598"/>
                </a:lnTo>
                <a:lnTo>
                  <a:pt x="1043" y="1598"/>
                </a:lnTo>
                <a:lnTo>
                  <a:pt x="1049" y="1598"/>
                </a:lnTo>
                <a:lnTo>
                  <a:pt x="1055" y="1598"/>
                </a:lnTo>
                <a:lnTo>
                  <a:pt x="1060" y="1598"/>
                </a:lnTo>
                <a:lnTo>
                  <a:pt x="1066" y="1598"/>
                </a:lnTo>
                <a:lnTo>
                  <a:pt x="1078" y="1598"/>
                </a:lnTo>
                <a:lnTo>
                  <a:pt x="1084" y="1598"/>
                </a:lnTo>
                <a:lnTo>
                  <a:pt x="1089" y="1598"/>
                </a:lnTo>
                <a:lnTo>
                  <a:pt x="1095" y="1598"/>
                </a:lnTo>
                <a:lnTo>
                  <a:pt x="1101" y="1598"/>
                </a:lnTo>
                <a:lnTo>
                  <a:pt x="1107" y="1598"/>
                </a:lnTo>
                <a:lnTo>
                  <a:pt x="1113" y="1598"/>
                </a:lnTo>
                <a:lnTo>
                  <a:pt x="1119" y="1598"/>
                </a:lnTo>
                <a:lnTo>
                  <a:pt x="1130" y="1598"/>
                </a:lnTo>
                <a:lnTo>
                  <a:pt x="1136" y="1598"/>
                </a:lnTo>
                <a:lnTo>
                  <a:pt x="1142" y="1598"/>
                </a:lnTo>
                <a:lnTo>
                  <a:pt x="1148" y="1598"/>
                </a:lnTo>
                <a:lnTo>
                  <a:pt x="1154" y="1598"/>
                </a:lnTo>
                <a:lnTo>
                  <a:pt x="1159" y="1598"/>
                </a:lnTo>
                <a:lnTo>
                  <a:pt x="1165" y="1598"/>
                </a:lnTo>
                <a:lnTo>
                  <a:pt x="1177" y="1598"/>
                </a:lnTo>
                <a:lnTo>
                  <a:pt x="1183" y="1598"/>
                </a:lnTo>
                <a:lnTo>
                  <a:pt x="1188" y="1598"/>
                </a:lnTo>
                <a:lnTo>
                  <a:pt x="1194" y="1598"/>
                </a:lnTo>
                <a:lnTo>
                  <a:pt x="1200" y="1598"/>
                </a:lnTo>
                <a:lnTo>
                  <a:pt x="1206" y="1598"/>
                </a:lnTo>
                <a:lnTo>
                  <a:pt x="1212" y="1598"/>
                </a:lnTo>
                <a:lnTo>
                  <a:pt x="1218" y="1598"/>
                </a:lnTo>
                <a:lnTo>
                  <a:pt x="1229" y="1598"/>
                </a:lnTo>
                <a:lnTo>
                  <a:pt x="1235" y="1598"/>
                </a:lnTo>
                <a:lnTo>
                  <a:pt x="1241" y="1598"/>
                </a:lnTo>
                <a:lnTo>
                  <a:pt x="1247" y="1598"/>
                </a:lnTo>
                <a:lnTo>
                  <a:pt x="1235" y="1604"/>
                </a:lnTo>
                <a:lnTo>
                  <a:pt x="1241" y="1569"/>
                </a:lnTo>
                <a:lnTo>
                  <a:pt x="1241" y="1563"/>
                </a:lnTo>
                <a:lnTo>
                  <a:pt x="1253" y="1563"/>
                </a:lnTo>
                <a:lnTo>
                  <a:pt x="1258" y="1563"/>
                </a:lnTo>
                <a:lnTo>
                  <a:pt x="1264" y="1563"/>
                </a:lnTo>
                <a:lnTo>
                  <a:pt x="1276" y="1563"/>
                </a:lnTo>
                <a:lnTo>
                  <a:pt x="1282" y="1563"/>
                </a:lnTo>
                <a:lnTo>
                  <a:pt x="1287" y="1563"/>
                </a:lnTo>
                <a:lnTo>
                  <a:pt x="1293" y="1563"/>
                </a:lnTo>
                <a:lnTo>
                  <a:pt x="1299" y="1563"/>
                </a:lnTo>
                <a:lnTo>
                  <a:pt x="1305" y="1563"/>
                </a:lnTo>
                <a:lnTo>
                  <a:pt x="1311" y="1563"/>
                </a:lnTo>
                <a:lnTo>
                  <a:pt x="1317" y="1563"/>
                </a:lnTo>
                <a:lnTo>
                  <a:pt x="1328" y="1563"/>
                </a:lnTo>
                <a:lnTo>
                  <a:pt x="1334" y="1563"/>
                </a:lnTo>
                <a:lnTo>
                  <a:pt x="1340" y="1563"/>
                </a:lnTo>
                <a:lnTo>
                  <a:pt x="1346" y="1563"/>
                </a:lnTo>
                <a:lnTo>
                  <a:pt x="1352" y="1563"/>
                </a:lnTo>
                <a:lnTo>
                  <a:pt x="1357" y="1563"/>
                </a:lnTo>
                <a:lnTo>
                  <a:pt x="1363" y="1563"/>
                </a:lnTo>
                <a:lnTo>
                  <a:pt x="1375" y="1563"/>
                </a:lnTo>
                <a:lnTo>
                  <a:pt x="1381" y="1563"/>
                </a:lnTo>
                <a:lnTo>
                  <a:pt x="1386" y="1563"/>
                </a:lnTo>
                <a:lnTo>
                  <a:pt x="1392" y="1563"/>
                </a:lnTo>
                <a:lnTo>
                  <a:pt x="1398" y="1563"/>
                </a:lnTo>
                <a:lnTo>
                  <a:pt x="1404" y="1563"/>
                </a:lnTo>
                <a:lnTo>
                  <a:pt x="1410" y="1563"/>
                </a:lnTo>
                <a:lnTo>
                  <a:pt x="1421" y="1563"/>
                </a:lnTo>
                <a:lnTo>
                  <a:pt x="1427" y="1563"/>
                </a:lnTo>
                <a:lnTo>
                  <a:pt x="1433" y="1563"/>
                </a:lnTo>
                <a:lnTo>
                  <a:pt x="1439" y="1563"/>
                </a:lnTo>
                <a:lnTo>
                  <a:pt x="1445" y="1563"/>
                </a:lnTo>
                <a:lnTo>
                  <a:pt x="1451" y="1563"/>
                </a:lnTo>
                <a:lnTo>
                  <a:pt x="1456" y="1563"/>
                </a:lnTo>
                <a:lnTo>
                  <a:pt x="1462" y="1563"/>
                </a:lnTo>
                <a:lnTo>
                  <a:pt x="1474" y="1563"/>
                </a:lnTo>
                <a:lnTo>
                  <a:pt x="1480" y="1563"/>
                </a:lnTo>
                <a:lnTo>
                  <a:pt x="1485" y="1563"/>
                </a:lnTo>
                <a:lnTo>
                  <a:pt x="1491" y="1563"/>
                </a:lnTo>
                <a:lnTo>
                  <a:pt x="1497" y="1563"/>
                </a:lnTo>
                <a:lnTo>
                  <a:pt x="1503" y="1563"/>
                </a:lnTo>
                <a:lnTo>
                  <a:pt x="1509" y="1563"/>
                </a:lnTo>
                <a:lnTo>
                  <a:pt x="1520" y="1563"/>
                </a:lnTo>
                <a:lnTo>
                  <a:pt x="1526" y="1563"/>
                </a:lnTo>
                <a:lnTo>
                  <a:pt x="1532" y="1563"/>
                </a:lnTo>
                <a:lnTo>
                  <a:pt x="1538" y="1563"/>
                </a:lnTo>
                <a:lnTo>
                  <a:pt x="1544" y="1563"/>
                </a:lnTo>
                <a:lnTo>
                  <a:pt x="1550" y="1563"/>
                </a:lnTo>
                <a:lnTo>
                  <a:pt x="1555" y="1563"/>
                </a:lnTo>
                <a:lnTo>
                  <a:pt x="1561" y="1563"/>
                </a:lnTo>
                <a:lnTo>
                  <a:pt x="1573" y="1563"/>
                </a:lnTo>
                <a:lnTo>
                  <a:pt x="1579" y="1563"/>
                </a:lnTo>
                <a:lnTo>
                  <a:pt x="1584" y="1563"/>
                </a:lnTo>
                <a:lnTo>
                  <a:pt x="1590" y="1563"/>
                </a:lnTo>
                <a:lnTo>
                  <a:pt x="1596" y="1563"/>
                </a:lnTo>
                <a:lnTo>
                  <a:pt x="1602" y="1563"/>
                </a:lnTo>
                <a:lnTo>
                  <a:pt x="1608" y="1563"/>
                </a:lnTo>
                <a:lnTo>
                  <a:pt x="1619" y="1563"/>
                </a:lnTo>
                <a:lnTo>
                  <a:pt x="1625" y="1563"/>
                </a:lnTo>
                <a:lnTo>
                  <a:pt x="1614" y="1569"/>
                </a:lnTo>
                <a:lnTo>
                  <a:pt x="1619" y="1447"/>
                </a:lnTo>
                <a:lnTo>
                  <a:pt x="1619" y="1441"/>
                </a:lnTo>
                <a:lnTo>
                  <a:pt x="1631" y="1441"/>
                </a:lnTo>
                <a:lnTo>
                  <a:pt x="1637" y="1441"/>
                </a:lnTo>
                <a:lnTo>
                  <a:pt x="1643" y="1441"/>
                </a:lnTo>
                <a:lnTo>
                  <a:pt x="1649" y="1441"/>
                </a:lnTo>
                <a:lnTo>
                  <a:pt x="1654" y="1441"/>
                </a:lnTo>
                <a:lnTo>
                  <a:pt x="1660" y="1441"/>
                </a:lnTo>
                <a:lnTo>
                  <a:pt x="1672" y="1441"/>
                </a:lnTo>
                <a:lnTo>
                  <a:pt x="1678" y="1441"/>
                </a:lnTo>
                <a:lnTo>
                  <a:pt x="1683" y="1441"/>
                </a:lnTo>
                <a:lnTo>
                  <a:pt x="1689" y="1441"/>
                </a:lnTo>
                <a:lnTo>
                  <a:pt x="1695" y="1441"/>
                </a:lnTo>
                <a:lnTo>
                  <a:pt x="1701" y="1441"/>
                </a:lnTo>
                <a:lnTo>
                  <a:pt x="1707" y="1441"/>
                </a:lnTo>
                <a:lnTo>
                  <a:pt x="1718" y="1441"/>
                </a:lnTo>
                <a:lnTo>
                  <a:pt x="1724" y="1441"/>
                </a:lnTo>
                <a:lnTo>
                  <a:pt x="1730" y="1441"/>
                </a:lnTo>
                <a:lnTo>
                  <a:pt x="1736" y="1441"/>
                </a:lnTo>
                <a:lnTo>
                  <a:pt x="1742" y="1441"/>
                </a:lnTo>
                <a:lnTo>
                  <a:pt x="1748" y="1441"/>
                </a:lnTo>
                <a:lnTo>
                  <a:pt x="1753" y="1441"/>
                </a:lnTo>
                <a:lnTo>
                  <a:pt x="1759" y="1441"/>
                </a:lnTo>
                <a:lnTo>
                  <a:pt x="1771" y="1441"/>
                </a:lnTo>
                <a:lnTo>
                  <a:pt x="1777" y="1441"/>
                </a:lnTo>
                <a:lnTo>
                  <a:pt x="1782" y="1441"/>
                </a:lnTo>
                <a:lnTo>
                  <a:pt x="1788" y="1441"/>
                </a:lnTo>
                <a:lnTo>
                  <a:pt x="1794" y="1441"/>
                </a:lnTo>
                <a:lnTo>
                  <a:pt x="1800" y="1441"/>
                </a:lnTo>
                <a:lnTo>
                  <a:pt x="1806" y="1441"/>
                </a:lnTo>
                <a:lnTo>
                  <a:pt x="1817" y="1441"/>
                </a:lnTo>
                <a:lnTo>
                  <a:pt x="1823" y="1441"/>
                </a:lnTo>
                <a:lnTo>
                  <a:pt x="1829" y="1441"/>
                </a:lnTo>
                <a:lnTo>
                  <a:pt x="1835" y="1441"/>
                </a:lnTo>
                <a:lnTo>
                  <a:pt x="1841" y="1441"/>
                </a:lnTo>
                <a:lnTo>
                  <a:pt x="1847" y="1441"/>
                </a:lnTo>
                <a:lnTo>
                  <a:pt x="1852" y="1441"/>
                </a:lnTo>
                <a:lnTo>
                  <a:pt x="1858" y="1441"/>
                </a:lnTo>
                <a:lnTo>
                  <a:pt x="1870" y="1441"/>
                </a:lnTo>
                <a:lnTo>
                  <a:pt x="1876" y="1441"/>
                </a:lnTo>
                <a:lnTo>
                  <a:pt x="1881" y="1441"/>
                </a:lnTo>
                <a:lnTo>
                  <a:pt x="1887" y="1441"/>
                </a:lnTo>
                <a:lnTo>
                  <a:pt x="1893" y="1441"/>
                </a:lnTo>
                <a:lnTo>
                  <a:pt x="1899" y="1441"/>
                </a:lnTo>
                <a:lnTo>
                  <a:pt x="1905" y="1441"/>
                </a:lnTo>
                <a:lnTo>
                  <a:pt x="1916" y="1441"/>
                </a:lnTo>
                <a:lnTo>
                  <a:pt x="1922" y="1441"/>
                </a:lnTo>
                <a:lnTo>
                  <a:pt x="1928" y="1441"/>
                </a:lnTo>
                <a:lnTo>
                  <a:pt x="1934" y="1441"/>
                </a:lnTo>
                <a:lnTo>
                  <a:pt x="1940" y="1441"/>
                </a:lnTo>
                <a:lnTo>
                  <a:pt x="1946" y="1441"/>
                </a:lnTo>
                <a:lnTo>
                  <a:pt x="1951" y="1441"/>
                </a:lnTo>
                <a:lnTo>
                  <a:pt x="1957" y="1441"/>
                </a:lnTo>
                <a:lnTo>
                  <a:pt x="1969" y="1441"/>
                </a:lnTo>
                <a:lnTo>
                  <a:pt x="1975" y="1441"/>
                </a:lnTo>
                <a:lnTo>
                  <a:pt x="1980" y="1441"/>
                </a:lnTo>
                <a:lnTo>
                  <a:pt x="1986" y="1441"/>
                </a:lnTo>
                <a:lnTo>
                  <a:pt x="1992" y="1441"/>
                </a:lnTo>
                <a:lnTo>
                  <a:pt x="1998" y="1441"/>
                </a:lnTo>
                <a:lnTo>
                  <a:pt x="2004" y="1441"/>
                </a:lnTo>
                <a:lnTo>
                  <a:pt x="2015" y="1441"/>
                </a:lnTo>
                <a:lnTo>
                  <a:pt x="2021" y="1441"/>
                </a:lnTo>
                <a:lnTo>
                  <a:pt x="2010" y="1447"/>
                </a:lnTo>
                <a:lnTo>
                  <a:pt x="2015" y="1279"/>
                </a:lnTo>
                <a:lnTo>
                  <a:pt x="2015" y="1273"/>
                </a:lnTo>
                <a:lnTo>
                  <a:pt x="2027" y="1273"/>
                </a:lnTo>
                <a:lnTo>
                  <a:pt x="2033" y="1273"/>
                </a:lnTo>
                <a:lnTo>
                  <a:pt x="2039" y="1273"/>
                </a:lnTo>
                <a:lnTo>
                  <a:pt x="2045" y="1273"/>
                </a:lnTo>
                <a:lnTo>
                  <a:pt x="2050" y="1273"/>
                </a:lnTo>
                <a:lnTo>
                  <a:pt x="2056" y="1273"/>
                </a:lnTo>
                <a:lnTo>
                  <a:pt x="2068" y="1273"/>
                </a:lnTo>
                <a:lnTo>
                  <a:pt x="2074" y="1273"/>
                </a:lnTo>
                <a:lnTo>
                  <a:pt x="2079" y="1273"/>
                </a:lnTo>
                <a:lnTo>
                  <a:pt x="2085" y="1273"/>
                </a:lnTo>
                <a:lnTo>
                  <a:pt x="2091" y="1273"/>
                </a:lnTo>
                <a:lnTo>
                  <a:pt x="2097" y="1273"/>
                </a:lnTo>
                <a:lnTo>
                  <a:pt x="2103" y="1273"/>
                </a:lnTo>
                <a:lnTo>
                  <a:pt x="2114" y="1273"/>
                </a:lnTo>
                <a:lnTo>
                  <a:pt x="2120" y="1273"/>
                </a:lnTo>
                <a:lnTo>
                  <a:pt x="2126" y="1273"/>
                </a:lnTo>
                <a:lnTo>
                  <a:pt x="2132" y="1273"/>
                </a:lnTo>
                <a:lnTo>
                  <a:pt x="2138" y="1273"/>
                </a:lnTo>
                <a:lnTo>
                  <a:pt x="2144" y="1273"/>
                </a:lnTo>
                <a:lnTo>
                  <a:pt x="2149" y="1273"/>
                </a:lnTo>
                <a:lnTo>
                  <a:pt x="2155" y="1273"/>
                </a:lnTo>
                <a:lnTo>
                  <a:pt x="2167" y="1273"/>
                </a:lnTo>
                <a:lnTo>
                  <a:pt x="2173" y="1273"/>
                </a:lnTo>
                <a:lnTo>
                  <a:pt x="2178" y="1273"/>
                </a:lnTo>
                <a:lnTo>
                  <a:pt x="2184" y="1273"/>
                </a:lnTo>
                <a:lnTo>
                  <a:pt x="2190" y="1273"/>
                </a:lnTo>
                <a:lnTo>
                  <a:pt x="2196" y="1273"/>
                </a:lnTo>
                <a:lnTo>
                  <a:pt x="2202" y="1273"/>
                </a:lnTo>
                <a:lnTo>
                  <a:pt x="2213" y="1273"/>
                </a:lnTo>
                <a:lnTo>
                  <a:pt x="2219" y="1273"/>
                </a:lnTo>
                <a:lnTo>
                  <a:pt x="2225" y="1273"/>
                </a:lnTo>
                <a:lnTo>
                  <a:pt x="2231" y="1273"/>
                </a:lnTo>
                <a:lnTo>
                  <a:pt x="2237" y="1273"/>
                </a:lnTo>
                <a:lnTo>
                  <a:pt x="2243" y="1273"/>
                </a:lnTo>
                <a:lnTo>
                  <a:pt x="2248" y="1273"/>
                </a:lnTo>
                <a:lnTo>
                  <a:pt x="2254" y="1273"/>
                </a:lnTo>
                <a:lnTo>
                  <a:pt x="2266" y="1273"/>
                </a:lnTo>
                <a:lnTo>
                  <a:pt x="2272" y="1273"/>
                </a:lnTo>
                <a:lnTo>
                  <a:pt x="2278" y="1273"/>
                </a:lnTo>
                <a:lnTo>
                  <a:pt x="2283" y="1273"/>
                </a:lnTo>
                <a:lnTo>
                  <a:pt x="2289" y="1273"/>
                </a:lnTo>
                <a:lnTo>
                  <a:pt x="2295" y="1273"/>
                </a:lnTo>
                <a:lnTo>
                  <a:pt x="2301" y="1273"/>
                </a:lnTo>
                <a:lnTo>
                  <a:pt x="2312" y="1273"/>
                </a:lnTo>
                <a:lnTo>
                  <a:pt x="2318" y="1273"/>
                </a:lnTo>
                <a:lnTo>
                  <a:pt x="2324" y="1273"/>
                </a:lnTo>
                <a:lnTo>
                  <a:pt x="2330" y="1273"/>
                </a:lnTo>
                <a:lnTo>
                  <a:pt x="2336" y="1273"/>
                </a:lnTo>
                <a:lnTo>
                  <a:pt x="2342" y="1273"/>
                </a:lnTo>
                <a:lnTo>
                  <a:pt x="2347" y="1273"/>
                </a:lnTo>
                <a:lnTo>
                  <a:pt x="2359" y="1273"/>
                </a:lnTo>
                <a:lnTo>
                  <a:pt x="2365" y="1273"/>
                </a:lnTo>
                <a:lnTo>
                  <a:pt x="2371" y="1273"/>
                </a:lnTo>
                <a:lnTo>
                  <a:pt x="2377" y="1273"/>
                </a:lnTo>
                <a:lnTo>
                  <a:pt x="2382" y="1273"/>
                </a:lnTo>
                <a:lnTo>
                  <a:pt x="2388" y="1273"/>
                </a:lnTo>
                <a:lnTo>
                  <a:pt x="2394" y="1273"/>
                </a:lnTo>
                <a:lnTo>
                  <a:pt x="2400" y="1273"/>
                </a:lnTo>
                <a:lnTo>
                  <a:pt x="2411" y="1273"/>
                </a:lnTo>
                <a:lnTo>
                  <a:pt x="2417" y="1273"/>
                </a:lnTo>
                <a:lnTo>
                  <a:pt x="2423" y="1273"/>
                </a:lnTo>
                <a:lnTo>
                  <a:pt x="2411" y="1284"/>
                </a:lnTo>
                <a:lnTo>
                  <a:pt x="2417" y="947"/>
                </a:lnTo>
                <a:lnTo>
                  <a:pt x="2417" y="936"/>
                </a:lnTo>
                <a:lnTo>
                  <a:pt x="2429" y="936"/>
                </a:lnTo>
                <a:lnTo>
                  <a:pt x="2435" y="936"/>
                </a:lnTo>
                <a:lnTo>
                  <a:pt x="2441" y="936"/>
                </a:lnTo>
                <a:lnTo>
                  <a:pt x="2446" y="936"/>
                </a:lnTo>
                <a:lnTo>
                  <a:pt x="2458" y="936"/>
                </a:lnTo>
                <a:lnTo>
                  <a:pt x="2464" y="936"/>
                </a:lnTo>
                <a:lnTo>
                  <a:pt x="2470" y="936"/>
                </a:lnTo>
                <a:lnTo>
                  <a:pt x="2476" y="936"/>
                </a:lnTo>
                <a:lnTo>
                  <a:pt x="2481" y="936"/>
                </a:lnTo>
                <a:lnTo>
                  <a:pt x="2487" y="936"/>
                </a:lnTo>
                <a:lnTo>
                  <a:pt x="2493" y="936"/>
                </a:lnTo>
                <a:lnTo>
                  <a:pt x="2499" y="936"/>
                </a:lnTo>
                <a:lnTo>
                  <a:pt x="2510" y="936"/>
                </a:lnTo>
                <a:lnTo>
                  <a:pt x="2516" y="936"/>
                </a:lnTo>
                <a:lnTo>
                  <a:pt x="2522" y="936"/>
                </a:lnTo>
                <a:lnTo>
                  <a:pt x="2528" y="936"/>
                </a:lnTo>
                <a:lnTo>
                  <a:pt x="2534" y="936"/>
                </a:lnTo>
                <a:lnTo>
                  <a:pt x="2540" y="936"/>
                </a:lnTo>
                <a:lnTo>
                  <a:pt x="2545" y="936"/>
                </a:lnTo>
                <a:lnTo>
                  <a:pt x="2557" y="936"/>
                </a:lnTo>
                <a:lnTo>
                  <a:pt x="2563" y="936"/>
                </a:lnTo>
                <a:lnTo>
                  <a:pt x="2569" y="936"/>
                </a:lnTo>
                <a:lnTo>
                  <a:pt x="2575" y="936"/>
                </a:lnTo>
                <a:lnTo>
                  <a:pt x="2580" y="936"/>
                </a:lnTo>
                <a:lnTo>
                  <a:pt x="2586" y="936"/>
                </a:lnTo>
                <a:lnTo>
                  <a:pt x="2592" y="936"/>
                </a:lnTo>
                <a:lnTo>
                  <a:pt x="2598" y="936"/>
                </a:lnTo>
                <a:lnTo>
                  <a:pt x="2609" y="936"/>
                </a:lnTo>
                <a:lnTo>
                  <a:pt x="2615" y="936"/>
                </a:lnTo>
                <a:lnTo>
                  <a:pt x="2621" y="936"/>
                </a:lnTo>
                <a:lnTo>
                  <a:pt x="2627" y="936"/>
                </a:lnTo>
                <a:lnTo>
                  <a:pt x="2633" y="936"/>
                </a:lnTo>
                <a:lnTo>
                  <a:pt x="2639" y="936"/>
                </a:lnTo>
                <a:lnTo>
                  <a:pt x="2644" y="936"/>
                </a:lnTo>
                <a:lnTo>
                  <a:pt x="2656" y="936"/>
                </a:lnTo>
                <a:lnTo>
                  <a:pt x="2662" y="936"/>
                </a:lnTo>
                <a:lnTo>
                  <a:pt x="2668" y="936"/>
                </a:lnTo>
                <a:lnTo>
                  <a:pt x="2674" y="936"/>
                </a:lnTo>
                <a:lnTo>
                  <a:pt x="2679" y="936"/>
                </a:lnTo>
                <a:lnTo>
                  <a:pt x="2685" y="936"/>
                </a:lnTo>
                <a:lnTo>
                  <a:pt x="2691" y="936"/>
                </a:lnTo>
                <a:lnTo>
                  <a:pt x="2697" y="936"/>
                </a:lnTo>
                <a:lnTo>
                  <a:pt x="2708" y="936"/>
                </a:lnTo>
                <a:lnTo>
                  <a:pt x="2714" y="936"/>
                </a:lnTo>
                <a:lnTo>
                  <a:pt x="2720" y="936"/>
                </a:lnTo>
                <a:lnTo>
                  <a:pt x="2726" y="936"/>
                </a:lnTo>
                <a:lnTo>
                  <a:pt x="2732" y="936"/>
                </a:lnTo>
                <a:lnTo>
                  <a:pt x="2738" y="936"/>
                </a:lnTo>
                <a:lnTo>
                  <a:pt x="2743" y="936"/>
                </a:lnTo>
                <a:lnTo>
                  <a:pt x="2755" y="936"/>
                </a:lnTo>
                <a:lnTo>
                  <a:pt x="2761" y="936"/>
                </a:lnTo>
                <a:lnTo>
                  <a:pt x="2767" y="936"/>
                </a:lnTo>
                <a:lnTo>
                  <a:pt x="2773" y="936"/>
                </a:lnTo>
                <a:lnTo>
                  <a:pt x="2778" y="936"/>
                </a:lnTo>
                <a:lnTo>
                  <a:pt x="2784" y="936"/>
                </a:lnTo>
                <a:lnTo>
                  <a:pt x="2790" y="936"/>
                </a:lnTo>
                <a:lnTo>
                  <a:pt x="2796" y="936"/>
                </a:lnTo>
                <a:lnTo>
                  <a:pt x="2807" y="936"/>
                </a:lnTo>
                <a:lnTo>
                  <a:pt x="2813" y="936"/>
                </a:lnTo>
                <a:lnTo>
                  <a:pt x="2819" y="936"/>
                </a:lnTo>
                <a:lnTo>
                  <a:pt x="2807" y="942"/>
                </a:lnTo>
                <a:lnTo>
                  <a:pt x="2813" y="854"/>
                </a:lnTo>
                <a:lnTo>
                  <a:pt x="2813" y="849"/>
                </a:lnTo>
                <a:lnTo>
                  <a:pt x="2825" y="849"/>
                </a:lnTo>
                <a:lnTo>
                  <a:pt x="2831" y="849"/>
                </a:lnTo>
                <a:lnTo>
                  <a:pt x="2837" y="849"/>
                </a:lnTo>
                <a:lnTo>
                  <a:pt x="2842" y="849"/>
                </a:lnTo>
                <a:lnTo>
                  <a:pt x="2854" y="849"/>
                </a:lnTo>
                <a:lnTo>
                  <a:pt x="2860" y="849"/>
                </a:lnTo>
                <a:lnTo>
                  <a:pt x="2866" y="849"/>
                </a:lnTo>
                <a:lnTo>
                  <a:pt x="2872" y="849"/>
                </a:lnTo>
                <a:lnTo>
                  <a:pt x="2877" y="849"/>
                </a:lnTo>
                <a:lnTo>
                  <a:pt x="2883" y="849"/>
                </a:lnTo>
                <a:lnTo>
                  <a:pt x="2889" y="849"/>
                </a:lnTo>
                <a:lnTo>
                  <a:pt x="2895" y="849"/>
                </a:lnTo>
                <a:lnTo>
                  <a:pt x="2906" y="849"/>
                </a:lnTo>
                <a:lnTo>
                  <a:pt x="2912" y="849"/>
                </a:lnTo>
                <a:lnTo>
                  <a:pt x="2918" y="849"/>
                </a:lnTo>
                <a:lnTo>
                  <a:pt x="2924" y="849"/>
                </a:lnTo>
                <a:lnTo>
                  <a:pt x="2930" y="849"/>
                </a:lnTo>
                <a:lnTo>
                  <a:pt x="2936" y="849"/>
                </a:lnTo>
                <a:lnTo>
                  <a:pt x="2941" y="849"/>
                </a:lnTo>
                <a:lnTo>
                  <a:pt x="2953" y="849"/>
                </a:lnTo>
                <a:lnTo>
                  <a:pt x="2959" y="849"/>
                </a:lnTo>
                <a:lnTo>
                  <a:pt x="2965" y="849"/>
                </a:lnTo>
                <a:lnTo>
                  <a:pt x="2971" y="849"/>
                </a:lnTo>
                <a:lnTo>
                  <a:pt x="2976" y="849"/>
                </a:lnTo>
                <a:lnTo>
                  <a:pt x="2982" y="849"/>
                </a:lnTo>
                <a:lnTo>
                  <a:pt x="2988" y="849"/>
                </a:lnTo>
                <a:lnTo>
                  <a:pt x="2994" y="849"/>
                </a:lnTo>
                <a:lnTo>
                  <a:pt x="3005" y="849"/>
                </a:lnTo>
                <a:lnTo>
                  <a:pt x="3011" y="849"/>
                </a:lnTo>
                <a:lnTo>
                  <a:pt x="3017" y="849"/>
                </a:lnTo>
                <a:lnTo>
                  <a:pt x="3023" y="849"/>
                </a:lnTo>
                <a:lnTo>
                  <a:pt x="3029" y="849"/>
                </a:lnTo>
                <a:lnTo>
                  <a:pt x="3035" y="849"/>
                </a:lnTo>
                <a:lnTo>
                  <a:pt x="3040" y="849"/>
                </a:lnTo>
                <a:lnTo>
                  <a:pt x="3052" y="849"/>
                </a:lnTo>
                <a:lnTo>
                  <a:pt x="3058" y="849"/>
                </a:lnTo>
                <a:lnTo>
                  <a:pt x="3064" y="849"/>
                </a:lnTo>
                <a:lnTo>
                  <a:pt x="3070" y="849"/>
                </a:lnTo>
                <a:lnTo>
                  <a:pt x="3075" y="849"/>
                </a:lnTo>
                <a:lnTo>
                  <a:pt x="3081" y="849"/>
                </a:lnTo>
                <a:lnTo>
                  <a:pt x="3087" y="849"/>
                </a:lnTo>
                <a:lnTo>
                  <a:pt x="3093" y="849"/>
                </a:lnTo>
                <a:lnTo>
                  <a:pt x="3104" y="849"/>
                </a:lnTo>
                <a:lnTo>
                  <a:pt x="3110" y="849"/>
                </a:lnTo>
                <a:lnTo>
                  <a:pt x="3116" y="849"/>
                </a:lnTo>
                <a:lnTo>
                  <a:pt x="3122" y="849"/>
                </a:lnTo>
                <a:lnTo>
                  <a:pt x="3128" y="849"/>
                </a:lnTo>
                <a:lnTo>
                  <a:pt x="3134" y="849"/>
                </a:lnTo>
                <a:lnTo>
                  <a:pt x="3139" y="849"/>
                </a:lnTo>
                <a:lnTo>
                  <a:pt x="3151" y="849"/>
                </a:lnTo>
                <a:lnTo>
                  <a:pt x="3157" y="849"/>
                </a:lnTo>
                <a:lnTo>
                  <a:pt x="3163" y="849"/>
                </a:lnTo>
                <a:lnTo>
                  <a:pt x="3169" y="849"/>
                </a:lnTo>
                <a:lnTo>
                  <a:pt x="3174" y="849"/>
                </a:lnTo>
                <a:lnTo>
                  <a:pt x="3180" y="849"/>
                </a:lnTo>
                <a:lnTo>
                  <a:pt x="3186" y="849"/>
                </a:lnTo>
                <a:lnTo>
                  <a:pt x="3192" y="849"/>
                </a:lnTo>
                <a:lnTo>
                  <a:pt x="3203" y="849"/>
                </a:lnTo>
                <a:lnTo>
                  <a:pt x="3209" y="849"/>
                </a:lnTo>
                <a:lnTo>
                  <a:pt x="3215" y="849"/>
                </a:lnTo>
                <a:lnTo>
                  <a:pt x="3203" y="854"/>
                </a:lnTo>
                <a:lnTo>
                  <a:pt x="3209" y="703"/>
                </a:lnTo>
                <a:lnTo>
                  <a:pt x="3209" y="697"/>
                </a:lnTo>
                <a:lnTo>
                  <a:pt x="3221" y="697"/>
                </a:lnTo>
                <a:lnTo>
                  <a:pt x="3227" y="697"/>
                </a:lnTo>
                <a:lnTo>
                  <a:pt x="3233" y="697"/>
                </a:lnTo>
                <a:lnTo>
                  <a:pt x="3238" y="697"/>
                </a:lnTo>
                <a:lnTo>
                  <a:pt x="3250" y="697"/>
                </a:lnTo>
                <a:lnTo>
                  <a:pt x="3256" y="697"/>
                </a:lnTo>
                <a:lnTo>
                  <a:pt x="3262" y="697"/>
                </a:lnTo>
                <a:lnTo>
                  <a:pt x="3268" y="697"/>
                </a:lnTo>
                <a:lnTo>
                  <a:pt x="3273" y="697"/>
                </a:lnTo>
                <a:lnTo>
                  <a:pt x="3279" y="697"/>
                </a:lnTo>
                <a:lnTo>
                  <a:pt x="3285" y="697"/>
                </a:lnTo>
                <a:lnTo>
                  <a:pt x="3297" y="697"/>
                </a:lnTo>
                <a:lnTo>
                  <a:pt x="3302" y="697"/>
                </a:lnTo>
                <a:lnTo>
                  <a:pt x="3308" y="697"/>
                </a:lnTo>
                <a:lnTo>
                  <a:pt x="3314" y="697"/>
                </a:lnTo>
                <a:lnTo>
                  <a:pt x="3320" y="697"/>
                </a:lnTo>
                <a:lnTo>
                  <a:pt x="3326" y="697"/>
                </a:lnTo>
                <a:lnTo>
                  <a:pt x="3332" y="697"/>
                </a:lnTo>
                <a:lnTo>
                  <a:pt x="3337" y="697"/>
                </a:lnTo>
                <a:lnTo>
                  <a:pt x="3349" y="697"/>
                </a:lnTo>
                <a:lnTo>
                  <a:pt x="3355" y="697"/>
                </a:lnTo>
                <a:lnTo>
                  <a:pt x="3361" y="697"/>
                </a:lnTo>
                <a:lnTo>
                  <a:pt x="3367" y="697"/>
                </a:lnTo>
                <a:lnTo>
                  <a:pt x="3372" y="697"/>
                </a:lnTo>
                <a:lnTo>
                  <a:pt x="3378" y="697"/>
                </a:lnTo>
                <a:lnTo>
                  <a:pt x="3384" y="697"/>
                </a:lnTo>
                <a:lnTo>
                  <a:pt x="3396" y="697"/>
                </a:lnTo>
                <a:lnTo>
                  <a:pt x="3401" y="697"/>
                </a:lnTo>
                <a:lnTo>
                  <a:pt x="3407" y="697"/>
                </a:lnTo>
                <a:lnTo>
                  <a:pt x="3413" y="697"/>
                </a:lnTo>
                <a:lnTo>
                  <a:pt x="3419" y="697"/>
                </a:lnTo>
                <a:lnTo>
                  <a:pt x="3425" y="697"/>
                </a:lnTo>
                <a:lnTo>
                  <a:pt x="3431" y="697"/>
                </a:lnTo>
                <a:lnTo>
                  <a:pt x="3436" y="697"/>
                </a:lnTo>
                <a:lnTo>
                  <a:pt x="3448" y="697"/>
                </a:lnTo>
                <a:lnTo>
                  <a:pt x="3454" y="697"/>
                </a:lnTo>
                <a:lnTo>
                  <a:pt x="3460" y="697"/>
                </a:lnTo>
                <a:lnTo>
                  <a:pt x="3466" y="697"/>
                </a:lnTo>
                <a:lnTo>
                  <a:pt x="3471" y="697"/>
                </a:lnTo>
                <a:lnTo>
                  <a:pt x="3477" y="697"/>
                </a:lnTo>
                <a:lnTo>
                  <a:pt x="3483" y="697"/>
                </a:lnTo>
                <a:lnTo>
                  <a:pt x="3495" y="697"/>
                </a:lnTo>
                <a:lnTo>
                  <a:pt x="3500" y="697"/>
                </a:lnTo>
                <a:lnTo>
                  <a:pt x="3506" y="697"/>
                </a:lnTo>
                <a:lnTo>
                  <a:pt x="3512" y="697"/>
                </a:lnTo>
                <a:lnTo>
                  <a:pt x="3518" y="697"/>
                </a:lnTo>
                <a:lnTo>
                  <a:pt x="3524" y="697"/>
                </a:lnTo>
                <a:lnTo>
                  <a:pt x="3530" y="697"/>
                </a:lnTo>
                <a:lnTo>
                  <a:pt x="3535" y="697"/>
                </a:lnTo>
                <a:lnTo>
                  <a:pt x="3547" y="697"/>
                </a:lnTo>
                <a:lnTo>
                  <a:pt x="3553" y="697"/>
                </a:lnTo>
                <a:lnTo>
                  <a:pt x="3559" y="697"/>
                </a:lnTo>
                <a:lnTo>
                  <a:pt x="3565" y="697"/>
                </a:lnTo>
                <a:lnTo>
                  <a:pt x="3570" y="697"/>
                </a:lnTo>
                <a:lnTo>
                  <a:pt x="3576" y="697"/>
                </a:lnTo>
                <a:lnTo>
                  <a:pt x="3582" y="697"/>
                </a:lnTo>
                <a:lnTo>
                  <a:pt x="3594" y="697"/>
                </a:lnTo>
                <a:lnTo>
                  <a:pt x="3599" y="697"/>
                </a:lnTo>
                <a:lnTo>
                  <a:pt x="3605" y="697"/>
                </a:lnTo>
                <a:lnTo>
                  <a:pt x="3611" y="697"/>
                </a:lnTo>
                <a:lnTo>
                  <a:pt x="3599" y="703"/>
                </a:lnTo>
                <a:lnTo>
                  <a:pt x="3605" y="546"/>
                </a:lnTo>
                <a:lnTo>
                  <a:pt x="3605" y="540"/>
                </a:lnTo>
                <a:lnTo>
                  <a:pt x="3617" y="540"/>
                </a:lnTo>
                <a:lnTo>
                  <a:pt x="3623" y="540"/>
                </a:lnTo>
                <a:lnTo>
                  <a:pt x="3629" y="540"/>
                </a:lnTo>
                <a:lnTo>
                  <a:pt x="3634" y="540"/>
                </a:lnTo>
                <a:lnTo>
                  <a:pt x="3646" y="540"/>
                </a:lnTo>
                <a:lnTo>
                  <a:pt x="3652" y="540"/>
                </a:lnTo>
                <a:lnTo>
                  <a:pt x="3658" y="540"/>
                </a:lnTo>
                <a:lnTo>
                  <a:pt x="3664" y="540"/>
                </a:lnTo>
                <a:lnTo>
                  <a:pt x="3669" y="540"/>
                </a:lnTo>
                <a:lnTo>
                  <a:pt x="3675" y="540"/>
                </a:lnTo>
                <a:lnTo>
                  <a:pt x="3681" y="540"/>
                </a:lnTo>
                <a:lnTo>
                  <a:pt x="3669" y="546"/>
                </a:lnTo>
                <a:lnTo>
                  <a:pt x="3681" y="378"/>
                </a:lnTo>
                <a:lnTo>
                  <a:pt x="3681" y="372"/>
                </a:lnTo>
                <a:lnTo>
                  <a:pt x="3693" y="372"/>
                </a:lnTo>
                <a:lnTo>
                  <a:pt x="3698" y="372"/>
                </a:lnTo>
                <a:lnTo>
                  <a:pt x="3704" y="372"/>
                </a:lnTo>
                <a:lnTo>
                  <a:pt x="3710" y="372"/>
                </a:lnTo>
                <a:lnTo>
                  <a:pt x="3716" y="372"/>
                </a:lnTo>
                <a:lnTo>
                  <a:pt x="3722" y="372"/>
                </a:lnTo>
                <a:lnTo>
                  <a:pt x="3728" y="372"/>
                </a:lnTo>
                <a:lnTo>
                  <a:pt x="3733" y="372"/>
                </a:lnTo>
                <a:lnTo>
                  <a:pt x="3745" y="372"/>
                </a:lnTo>
                <a:lnTo>
                  <a:pt x="3751" y="372"/>
                </a:lnTo>
                <a:lnTo>
                  <a:pt x="3757" y="372"/>
                </a:lnTo>
                <a:lnTo>
                  <a:pt x="3763" y="372"/>
                </a:lnTo>
                <a:lnTo>
                  <a:pt x="3768" y="372"/>
                </a:lnTo>
                <a:lnTo>
                  <a:pt x="3757" y="378"/>
                </a:lnTo>
                <a:lnTo>
                  <a:pt x="3763" y="244"/>
                </a:lnTo>
                <a:lnTo>
                  <a:pt x="3763" y="238"/>
                </a:lnTo>
                <a:lnTo>
                  <a:pt x="3774" y="238"/>
                </a:lnTo>
                <a:lnTo>
                  <a:pt x="3780" y="238"/>
                </a:lnTo>
                <a:lnTo>
                  <a:pt x="3792" y="238"/>
                </a:lnTo>
                <a:lnTo>
                  <a:pt x="3797" y="238"/>
                </a:lnTo>
                <a:lnTo>
                  <a:pt x="3803" y="238"/>
                </a:lnTo>
                <a:lnTo>
                  <a:pt x="3809" y="238"/>
                </a:lnTo>
                <a:lnTo>
                  <a:pt x="3815" y="238"/>
                </a:lnTo>
                <a:lnTo>
                  <a:pt x="3821" y="238"/>
                </a:lnTo>
                <a:lnTo>
                  <a:pt x="3827" y="238"/>
                </a:lnTo>
                <a:lnTo>
                  <a:pt x="3832" y="238"/>
                </a:lnTo>
                <a:lnTo>
                  <a:pt x="3844" y="238"/>
                </a:lnTo>
                <a:lnTo>
                  <a:pt x="3850" y="238"/>
                </a:lnTo>
                <a:lnTo>
                  <a:pt x="3856" y="238"/>
                </a:lnTo>
                <a:lnTo>
                  <a:pt x="3862" y="238"/>
                </a:lnTo>
                <a:lnTo>
                  <a:pt x="3867" y="238"/>
                </a:lnTo>
                <a:lnTo>
                  <a:pt x="3873" y="238"/>
                </a:lnTo>
                <a:lnTo>
                  <a:pt x="3879" y="238"/>
                </a:lnTo>
                <a:lnTo>
                  <a:pt x="3891" y="238"/>
                </a:lnTo>
                <a:lnTo>
                  <a:pt x="3896" y="238"/>
                </a:lnTo>
                <a:lnTo>
                  <a:pt x="3902" y="238"/>
                </a:lnTo>
                <a:lnTo>
                  <a:pt x="3908" y="238"/>
                </a:lnTo>
                <a:lnTo>
                  <a:pt x="3914" y="238"/>
                </a:lnTo>
                <a:lnTo>
                  <a:pt x="3920" y="238"/>
                </a:lnTo>
                <a:lnTo>
                  <a:pt x="3926" y="238"/>
                </a:lnTo>
                <a:lnTo>
                  <a:pt x="3931" y="238"/>
                </a:lnTo>
                <a:lnTo>
                  <a:pt x="3943" y="238"/>
                </a:lnTo>
                <a:lnTo>
                  <a:pt x="3949" y="238"/>
                </a:lnTo>
                <a:lnTo>
                  <a:pt x="3955" y="238"/>
                </a:lnTo>
                <a:lnTo>
                  <a:pt x="3961" y="238"/>
                </a:lnTo>
                <a:lnTo>
                  <a:pt x="3966" y="238"/>
                </a:lnTo>
                <a:lnTo>
                  <a:pt x="3972" y="238"/>
                </a:lnTo>
                <a:lnTo>
                  <a:pt x="3978" y="238"/>
                </a:lnTo>
                <a:lnTo>
                  <a:pt x="3990" y="238"/>
                </a:lnTo>
                <a:lnTo>
                  <a:pt x="3995" y="238"/>
                </a:lnTo>
                <a:lnTo>
                  <a:pt x="4001" y="238"/>
                </a:lnTo>
                <a:lnTo>
                  <a:pt x="4007" y="238"/>
                </a:lnTo>
                <a:lnTo>
                  <a:pt x="4013" y="238"/>
                </a:lnTo>
                <a:lnTo>
                  <a:pt x="4019" y="238"/>
                </a:lnTo>
                <a:lnTo>
                  <a:pt x="4025" y="238"/>
                </a:lnTo>
                <a:lnTo>
                  <a:pt x="4030" y="238"/>
                </a:lnTo>
                <a:lnTo>
                  <a:pt x="4042" y="238"/>
                </a:lnTo>
                <a:lnTo>
                  <a:pt x="4048" y="238"/>
                </a:lnTo>
                <a:lnTo>
                  <a:pt x="4054" y="238"/>
                </a:lnTo>
                <a:lnTo>
                  <a:pt x="4060" y="238"/>
                </a:lnTo>
                <a:lnTo>
                  <a:pt x="4065" y="238"/>
                </a:lnTo>
                <a:lnTo>
                  <a:pt x="4071" y="238"/>
                </a:lnTo>
                <a:lnTo>
                  <a:pt x="4077" y="238"/>
                </a:lnTo>
                <a:lnTo>
                  <a:pt x="4089" y="238"/>
                </a:lnTo>
                <a:lnTo>
                  <a:pt x="4095" y="238"/>
                </a:lnTo>
                <a:lnTo>
                  <a:pt x="4100" y="238"/>
                </a:lnTo>
                <a:lnTo>
                  <a:pt x="4106" y="238"/>
                </a:lnTo>
                <a:lnTo>
                  <a:pt x="4112" y="238"/>
                </a:lnTo>
                <a:lnTo>
                  <a:pt x="4118" y="238"/>
                </a:lnTo>
                <a:lnTo>
                  <a:pt x="4124" y="238"/>
                </a:lnTo>
                <a:lnTo>
                  <a:pt x="4129" y="238"/>
                </a:lnTo>
                <a:lnTo>
                  <a:pt x="4141" y="238"/>
                </a:lnTo>
                <a:lnTo>
                  <a:pt x="4147" y="238"/>
                </a:lnTo>
                <a:lnTo>
                  <a:pt x="4153" y="238"/>
                </a:lnTo>
                <a:lnTo>
                  <a:pt x="4159" y="238"/>
                </a:lnTo>
                <a:lnTo>
                  <a:pt x="4164" y="238"/>
                </a:lnTo>
                <a:lnTo>
                  <a:pt x="4170" y="238"/>
                </a:lnTo>
                <a:lnTo>
                  <a:pt x="4176" y="238"/>
                </a:lnTo>
                <a:lnTo>
                  <a:pt x="4188" y="238"/>
                </a:lnTo>
                <a:lnTo>
                  <a:pt x="4194" y="238"/>
                </a:lnTo>
                <a:lnTo>
                  <a:pt x="4199" y="238"/>
                </a:lnTo>
                <a:lnTo>
                  <a:pt x="4205" y="238"/>
                </a:lnTo>
                <a:lnTo>
                  <a:pt x="4211" y="238"/>
                </a:lnTo>
                <a:lnTo>
                  <a:pt x="4217" y="238"/>
                </a:lnTo>
                <a:lnTo>
                  <a:pt x="4223" y="238"/>
                </a:lnTo>
                <a:lnTo>
                  <a:pt x="4234" y="238"/>
                </a:lnTo>
                <a:lnTo>
                  <a:pt x="4240" y="238"/>
                </a:lnTo>
                <a:lnTo>
                  <a:pt x="4246" y="238"/>
                </a:lnTo>
                <a:lnTo>
                  <a:pt x="4252" y="238"/>
                </a:lnTo>
                <a:lnTo>
                  <a:pt x="4258" y="238"/>
                </a:lnTo>
                <a:lnTo>
                  <a:pt x="4263" y="238"/>
                </a:lnTo>
                <a:lnTo>
                  <a:pt x="4269" y="238"/>
                </a:lnTo>
                <a:lnTo>
                  <a:pt x="4275" y="238"/>
                </a:lnTo>
                <a:lnTo>
                  <a:pt x="4287" y="238"/>
                </a:lnTo>
                <a:lnTo>
                  <a:pt x="4293" y="238"/>
                </a:lnTo>
                <a:lnTo>
                  <a:pt x="4298" y="238"/>
                </a:lnTo>
                <a:lnTo>
                  <a:pt x="4304" y="238"/>
                </a:lnTo>
                <a:lnTo>
                  <a:pt x="4310" y="238"/>
                </a:lnTo>
                <a:lnTo>
                  <a:pt x="4316" y="238"/>
                </a:lnTo>
                <a:lnTo>
                  <a:pt x="4322" y="238"/>
                </a:lnTo>
                <a:lnTo>
                  <a:pt x="4333" y="238"/>
                </a:lnTo>
                <a:lnTo>
                  <a:pt x="4339" y="238"/>
                </a:lnTo>
                <a:lnTo>
                  <a:pt x="4345" y="238"/>
                </a:lnTo>
                <a:lnTo>
                  <a:pt x="4351" y="238"/>
                </a:lnTo>
                <a:lnTo>
                  <a:pt x="4357" y="238"/>
                </a:lnTo>
                <a:lnTo>
                  <a:pt x="4362" y="238"/>
                </a:lnTo>
                <a:lnTo>
                  <a:pt x="4368" y="238"/>
                </a:lnTo>
                <a:lnTo>
                  <a:pt x="4374" y="238"/>
                </a:lnTo>
                <a:lnTo>
                  <a:pt x="4386" y="238"/>
                </a:lnTo>
                <a:lnTo>
                  <a:pt x="4392" y="238"/>
                </a:lnTo>
                <a:lnTo>
                  <a:pt x="4397" y="238"/>
                </a:lnTo>
                <a:lnTo>
                  <a:pt x="4403" y="238"/>
                </a:lnTo>
                <a:lnTo>
                  <a:pt x="4409" y="238"/>
                </a:lnTo>
                <a:lnTo>
                  <a:pt x="4415" y="238"/>
                </a:lnTo>
                <a:lnTo>
                  <a:pt x="4421" y="238"/>
                </a:lnTo>
                <a:lnTo>
                  <a:pt x="4432" y="238"/>
                </a:lnTo>
                <a:lnTo>
                  <a:pt x="4438" y="238"/>
                </a:lnTo>
                <a:lnTo>
                  <a:pt x="4444" y="238"/>
                </a:lnTo>
                <a:lnTo>
                  <a:pt x="4450" y="238"/>
                </a:lnTo>
                <a:lnTo>
                  <a:pt x="4456" y="238"/>
                </a:lnTo>
                <a:lnTo>
                  <a:pt x="4461" y="238"/>
                </a:lnTo>
                <a:lnTo>
                  <a:pt x="4467" y="238"/>
                </a:lnTo>
                <a:lnTo>
                  <a:pt x="4473" y="238"/>
                </a:lnTo>
                <a:lnTo>
                  <a:pt x="4485" y="238"/>
                </a:lnTo>
                <a:lnTo>
                  <a:pt x="4491" y="238"/>
                </a:lnTo>
                <a:lnTo>
                  <a:pt x="4496" y="238"/>
                </a:lnTo>
                <a:lnTo>
                  <a:pt x="4502" y="238"/>
                </a:lnTo>
                <a:lnTo>
                  <a:pt x="4508" y="238"/>
                </a:lnTo>
                <a:lnTo>
                  <a:pt x="4514" y="238"/>
                </a:lnTo>
                <a:lnTo>
                  <a:pt x="4520" y="238"/>
                </a:lnTo>
                <a:lnTo>
                  <a:pt x="4531" y="238"/>
                </a:lnTo>
                <a:lnTo>
                  <a:pt x="4537" y="238"/>
                </a:lnTo>
                <a:lnTo>
                  <a:pt x="4543" y="238"/>
                </a:lnTo>
                <a:lnTo>
                  <a:pt x="4549" y="238"/>
                </a:lnTo>
                <a:lnTo>
                  <a:pt x="4555" y="238"/>
                </a:lnTo>
                <a:lnTo>
                  <a:pt x="4560" y="238"/>
                </a:lnTo>
                <a:lnTo>
                  <a:pt x="4566" y="238"/>
                </a:lnTo>
                <a:lnTo>
                  <a:pt x="4555" y="250"/>
                </a:lnTo>
                <a:lnTo>
                  <a:pt x="4560" y="12"/>
                </a:lnTo>
                <a:lnTo>
                  <a:pt x="4560" y="0"/>
                </a:lnTo>
                <a:lnTo>
                  <a:pt x="4572" y="0"/>
                </a:lnTo>
                <a:lnTo>
                  <a:pt x="4584" y="0"/>
                </a:lnTo>
                <a:lnTo>
                  <a:pt x="4590" y="0"/>
                </a:lnTo>
                <a:lnTo>
                  <a:pt x="4595" y="0"/>
                </a:lnTo>
                <a:lnTo>
                  <a:pt x="4601" y="0"/>
                </a:lnTo>
                <a:lnTo>
                  <a:pt x="4607" y="0"/>
                </a:lnTo>
                <a:lnTo>
                  <a:pt x="4613" y="12"/>
                </a:lnTo>
                <a:lnTo>
                  <a:pt x="4607" y="17"/>
                </a:lnTo>
                <a:lnTo>
                  <a:pt x="4601" y="23"/>
                </a:lnTo>
                <a:lnTo>
                  <a:pt x="4595" y="23"/>
                </a:lnTo>
                <a:lnTo>
                  <a:pt x="4590" y="23"/>
                </a:lnTo>
                <a:lnTo>
                  <a:pt x="4584" y="23"/>
                </a:lnTo>
                <a:lnTo>
                  <a:pt x="4572" y="23"/>
                </a:lnTo>
                <a:lnTo>
                  <a:pt x="4584" y="12"/>
                </a:lnTo>
                <a:lnTo>
                  <a:pt x="4578" y="250"/>
                </a:lnTo>
                <a:lnTo>
                  <a:pt x="4572" y="256"/>
                </a:lnTo>
                <a:lnTo>
                  <a:pt x="4566" y="261"/>
                </a:lnTo>
                <a:lnTo>
                  <a:pt x="4560" y="261"/>
                </a:lnTo>
                <a:lnTo>
                  <a:pt x="4555" y="261"/>
                </a:lnTo>
                <a:lnTo>
                  <a:pt x="4549" y="261"/>
                </a:lnTo>
                <a:lnTo>
                  <a:pt x="4543" y="261"/>
                </a:lnTo>
                <a:lnTo>
                  <a:pt x="4537" y="261"/>
                </a:lnTo>
                <a:lnTo>
                  <a:pt x="4531" y="261"/>
                </a:lnTo>
                <a:lnTo>
                  <a:pt x="4520" y="261"/>
                </a:lnTo>
                <a:lnTo>
                  <a:pt x="4514" y="261"/>
                </a:lnTo>
                <a:lnTo>
                  <a:pt x="4508" y="261"/>
                </a:lnTo>
                <a:lnTo>
                  <a:pt x="4502" y="261"/>
                </a:lnTo>
                <a:lnTo>
                  <a:pt x="4496" y="261"/>
                </a:lnTo>
                <a:lnTo>
                  <a:pt x="4491" y="261"/>
                </a:lnTo>
                <a:lnTo>
                  <a:pt x="4485" y="261"/>
                </a:lnTo>
                <a:lnTo>
                  <a:pt x="4473" y="261"/>
                </a:lnTo>
                <a:lnTo>
                  <a:pt x="4467" y="261"/>
                </a:lnTo>
                <a:lnTo>
                  <a:pt x="4461" y="261"/>
                </a:lnTo>
                <a:lnTo>
                  <a:pt x="4456" y="261"/>
                </a:lnTo>
                <a:lnTo>
                  <a:pt x="4450" y="261"/>
                </a:lnTo>
                <a:lnTo>
                  <a:pt x="4444" y="261"/>
                </a:lnTo>
                <a:lnTo>
                  <a:pt x="4438" y="261"/>
                </a:lnTo>
                <a:lnTo>
                  <a:pt x="4432" y="261"/>
                </a:lnTo>
                <a:lnTo>
                  <a:pt x="4421" y="261"/>
                </a:lnTo>
                <a:lnTo>
                  <a:pt x="4415" y="261"/>
                </a:lnTo>
                <a:lnTo>
                  <a:pt x="4409" y="261"/>
                </a:lnTo>
                <a:lnTo>
                  <a:pt x="4403" y="261"/>
                </a:lnTo>
                <a:lnTo>
                  <a:pt x="4397" y="261"/>
                </a:lnTo>
                <a:lnTo>
                  <a:pt x="4392" y="261"/>
                </a:lnTo>
                <a:lnTo>
                  <a:pt x="4386" y="261"/>
                </a:lnTo>
                <a:lnTo>
                  <a:pt x="4374" y="261"/>
                </a:lnTo>
                <a:lnTo>
                  <a:pt x="4368" y="261"/>
                </a:lnTo>
                <a:lnTo>
                  <a:pt x="4362" y="261"/>
                </a:lnTo>
                <a:lnTo>
                  <a:pt x="4357" y="261"/>
                </a:lnTo>
                <a:lnTo>
                  <a:pt x="4351" y="261"/>
                </a:lnTo>
                <a:lnTo>
                  <a:pt x="4345" y="261"/>
                </a:lnTo>
                <a:lnTo>
                  <a:pt x="4339" y="261"/>
                </a:lnTo>
                <a:lnTo>
                  <a:pt x="4333" y="261"/>
                </a:lnTo>
                <a:lnTo>
                  <a:pt x="4322" y="261"/>
                </a:lnTo>
                <a:lnTo>
                  <a:pt x="4316" y="261"/>
                </a:lnTo>
                <a:lnTo>
                  <a:pt x="4310" y="261"/>
                </a:lnTo>
                <a:lnTo>
                  <a:pt x="4304" y="261"/>
                </a:lnTo>
                <a:lnTo>
                  <a:pt x="4298" y="261"/>
                </a:lnTo>
                <a:lnTo>
                  <a:pt x="4293" y="261"/>
                </a:lnTo>
                <a:lnTo>
                  <a:pt x="4287" y="261"/>
                </a:lnTo>
                <a:lnTo>
                  <a:pt x="4275" y="261"/>
                </a:lnTo>
                <a:lnTo>
                  <a:pt x="4269" y="261"/>
                </a:lnTo>
                <a:lnTo>
                  <a:pt x="4263" y="261"/>
                </a:lnTo>
                <a:lnTo>
                  <a:pt x="4258" y="261"/>
                </a:lnTo>
                <a:lnTo>
                  <a:pt x="4252" y="261"/>
                </a:lnTo>
                <a:lnTo>
                  <a:pt x="4246" y="261"/>
                </a:lnTo>
                <a:lnTo>
                  <a:pt x="4240" y="261"/>
                </a:lnTo>
                <a:lnTo>
                  <a:pt x="4234" y="261"/>
                </a:lnTo>
                <a:lnTo>
                  <a:pt x="4223" y="261"/>
                </a:lnTo>
                <a:lnTo>
                  <a:pt x="4217" y="261"/>
                </a:lnTo>
                <a:lnTo>
                  <a:pt x="4211" y="261"/>
                </a:lnTo>
                <a:lnTo>
                  <a:pt x="4205" y="261"/>
                </a:lnTo>
                <a:lnTo>
                  <a:pt x="4199" y="261"/>
                </a:lnTo>
                <a:lnTo>
                  <a:pt x="4194" y="261"/>
                </a:lnTo>
                <a:lnTo>
                  <a:pt x="4188" y="261"/>
                </a:lnTo>
                <a:lnTo>
                  <a:pt x="4176" y="261"/>
                </a:lnTo>
                <a:lnTo>
                  <a:pt x="4170" y="261"/>
                </a:lnTo>
                <a:lnTo>
                  <a:pt x="4164" y="261"/>
                </a:lnTo>
                <a:lnTo>
                  <a:pt x="4159" y="261"/>
                </a:lnTo>
                <a:lnTo>
                  <a:pt x="4153" y="261"/>
                </a:lnTo>
                <a:lnTo>
                  <a:pt x="4147" y="261"/>
                </a:lnTo>
                <a:lnTo>
                  <a:pt x="4141" y="261"/>
                </a:lnTo>
                <a:lnTo>
                  <a:pt x="4129" y="261"/>
                </a:lnTo>
                <a:lnTo>
                  <a:pt x="4124" y="261"/>
                </a:lnTo>
                <a:lnTo>
                  <a:pt x="4118" y="261"/>
                </a:lnTo>
                <a:lnTo>
                  <a:pt x="4112" y="261"/>
                </a:lnTo>
                <a:lnTo>
                  <a:pt x="4106" y="261"/>
                </a:lnTo>
                <a:lnTo>
                  <a:pt x="4100" y="261"/>
                </a:lnTo>
                <a:lnTo>
                  <a:pt x="4095" y="261"/>
                </a:lnTo>
                <a:lnTo>
                  <a:pt x="4089" y="261"/>
                </a:lnTo>
                <a:lnTo>
                  <a:pt x="4077" y="261"/>
                </a:lnTo>
                <a:lnTo>
                  <a:pt x="4071" y="261"/>
                </a:lnTo>
                <a:lnTo>
                  <a:pt x="4065" y="261"/>
                </a:lnTo>
                <a:lnTo>
                  <a:pt x="4060" y="261"/>
                </a:lnTo>
                <a:lnTo>
                  <a:pt x="4054" y="261"/>
                </a:lnTo>
                <a:lnTo>
                  <a:pt x="4048" y="261"/>
                </a:lnTo>
                <a:lnTo>
                  <a:pt x="4042" y="261"/>
                </a:lnTo>
                <a:lnTo>
                  <a:pt x="4030" y="261"/>
                </a:lnTo>
                <a:lnTo>
                  <a:pt x="4025" y="261"/>
                </a:lnTo>
                <a:lnTo>
                  <a:pt x="4019" y="261"/>
                </a:lnTo>
                <a:lnTo>
                  <a:pt x="4013" y="261"/>
                </a:lnTo>
                <a:lnTo>
                  <a:pt x="4007" y="261"/>
                </a:lnTo>
                <a:lnTo>
                  <a:pt x="4001" y="261"/>
                </a:lnTo>
                <a:lnTo>
                  <a:pt x="3995" y="261"/>
                </a:lnTo>
                <a:lnTo>
                  <a:pt x="3990" y="261"/>
                </a:lnTo>
                <a:lnTo>
                  <a:pt x="3978" y="261"/>
                </a:lnTo>
                <a:lnTo>
                  <a:pt x="3972" y="261"/>
                </a:lnTo>
                <a:lnTo>
                  <a:pt x="3966" y="261"/>
                </a:lnTo>
                <a:lnTo>
                  <a:pt x="3961" y="261"/>
                </a:lnTo>
                <a:lnTo>
                  <a:pt x="3955" y="261"/>
                </a:lnTo>
                <a:lnTo>
                  <a:pt x="3949" y="261"/>
                </a:lnTo>
                <a:lnTo>
                  <a:pt x="3943" y="261"/>
                </a:lnTo>
                <a:lnTo>
                  <a:pt x="3931" y="261"/>
                </a:lnTo>
                <a:lnTo>
                  <a:pt x="3926" y="261"/>
                </a:lnTo>
                <a:lnTo>
                  <a:pt x="3920" y="261"/>
                </a:lnTo>
                <a:lnTo>
                  <a:pt x="3914" y="261"/>
                </a:lnTo>
                <a:lnTo>
                  <a:pt x="3908" y="261"/>
                </a:lnTo>
                <a:lnTo>
                  <a:pt x="3902" y="261"/>
                </a:lnTo>
                <a:lnTo>
                  <a:pt x="3896" y="261"/>
                </a:lnTo>
                <a:lnTo>
                  <a:pt x="3891" y="261"/>
                </a:lnTo>
                <a:lnTo>
                  <a:pt x="3879" y="261"/>
                </a:lnTo>
                <a:lnTo>
                  <a:pt x="3873" y="261"/>
                </a:lnTo>
                <a:lnTo>
                  <a:pt x="3867" y="261"/>
                </a:lnTo>
                <a:lnTo>
                  <a:pt x="3862" y="261"/>
                </a:lnTo>
                <a:lnTo>
                  <a:pt x="3856" y="261"/>
                </a:lnTo>
                <a:lnTo>
                  <a:pt x="3850" y="261"/>
                </a:lnTo>
                <a:lnTo>
                  <a:pt x="3844" y="261"/>
                </a:lnTo>
                <a:lnTo>
                  <a:pt x="3832" y="261"/>
                </a:lnTo>
                <a:lnTo>
                  <a:pt x="3827" y="261"/>
                </a:lnTo>
                <a:lnTo>
                  <a:pt x="3821" y="261"/>
                </a:lnTo>
                <a:lnTo>
                  <a:pt x="3815" y="261"/>
                </a:lnTo>
                <a:lnTo>
                  <a:pt x="3809" y="261"/>
                </a:lnTo>
                <a:lnTo>
                  <a:pt x="3803" y="261"/>
                </a:lnTo>
                <a:lnTo>
                  <a:pt x="3797" y="261"/>
                </a:lnTo>
                <a:lnTo>
                  <a:pt x="3792" y="261"/>
                </a:lnTo>
                <a:lnTo>
                  <a:pt x="3780" y="261"/>
                </a:lnTo>
                <a:lnTo>
                  <a:pt x="3774" y="261"/>
                </a:lnTo>
                <a:lnTo>
                  <a:pt x="3786" y="250"/>
                </a:lnTo>
                <a:lnTo>
                  <a:pt x="3780" y="384"/>
                </a:lnTo>
                <a:lnTo>
                  <a:pt x="3774" y="389"/>
                </a:lnTo>
                <a:lnTo>
                  <a:pt x="3768" y="395"/>
                </a:lnTo>
                <a:lnTo>
                  <a:pt x="3763" y="395"/>
                </a:lnTo>
                <a:lnTo>
                  <a:pt x="3757" y="395"/>
                </a:lnTo>
                <a:lnTo>
                  <a:pt x="3751" y="395"/>
                </a:lnTo>
                <a:lnTo>
                  <a:pt x="3745" y="395"/>
                </a:lnTo>
                <a:lnTo>
                  <a:pt x="3733" y="395"/>
                </a:lnTo>
                <a:lnTo>
                  <a:pt x="3728" y="395"/>
                </a:lnTo>
                <a:lnTo>
                  <a:pt x="3722" y="395"/>
                </a:lnTo>
                <a:lnTo>
                  <a:pt x="3716" y="395"/>
                </a:lnTo>
                <a:lnTo>
                  <a:pt x="3710" y="395"/>
                </a:lnTo>
                <a:lnTo>
                  <a:pt x="3704" y="395"/>
                </a:lnTo>
                <a:lnTo>
                  <a:pt x="3698" y="395"/>
                </a:lnTo>
                <a:lnTo>
                  <a:pt x="3693" y="395"/>
                </a:lnTo>
                <a:lnTo>
                  <a:pt x="3704" y="384"/>
                </a:lnTo>
                <a:lnTo>
                  <a:pt x="3693" y="552"/>
                </a:lnTo>
                <a:lnTo>
                  <a:pt x="3687" y="558"/>
                </a:lnTo>
                <a:lnTo>
                  <a:pt x="3681" y="564"/>
                </a:lnTo>
                <a:lnTo>
                  <a:pt x="3675" y="564"/>
                </a:lnTo>
                <a:lnTo>
                  <a:pt x="3669" y="564"/>
                </a:lnTo>
                <a:lnTo>
                  <a:pt x="3664" y="564"/>
                </a:lnTo>
                <a:lnTo>
                  <a:pt x="3658" y="564"/>
                </a:lnTo>
                <a:lnTo>
                  <a:pt x="3652" y="564"/>
                </a:lnTo>
                <a:lnTo>
                  <a:pt x="3646" y="564"/>
                </a:lnTo>
                <a:lnTo>
                  <a:pt x="3634" y="564"/>
                </a:lnTo>
                <a:lnTo>
                  <a:pt x="3629" y="564"/>
                </a:lnTo>
                <a:lnTo>
                  <a:pt x="3623" y="564"/>
                </a:lnTo>
                <a:lnTo>
                  <a:pt x="3617" y="564"/>
                </a:lnTo>
                <a:lnTo>
                  <a:pt x="3629" y="552"/>
                </a:lnTo>
                <a:lnTo>
                  <a:pt x="3623" y="709"/>
                </a:lnTo>
                <a:lnTo>
                  <a:pt x="3617" y="715"/>
                </a:lnTo>
                <a:lnTo>
                  <a:pt x="3611" y="721"/>
                </a:lnTo>
                <a:lnTo>
                  <a:pt x="3605" y="721"/>
                </a:lnTo>
                <a:lnTo>
                  <a:pt x="3599" y="721"/>
                </a:lnTo>
                <a:lnTo>
                  <a:pt x="3594" y="721"/>
                </a:lnTo>
                <a:lnTo>
                  <a:pt x="3582" y="721"/>
                </a:lnTo>
                <a:lnTo>
                  <a:pt x="3576" y="721"/>
                </a:lnTo>
                <a:lnTo>
                  <a:pt x="3570" y="721"/>
                </a:lnTo>
                <a:lnTo>
                  <a:pt x="3565" y="721"/>
                </a:lnTo>
                <a:lnTo>
                  <a:pt x="3559" y="721"/>
                </a:lnTo>
                <a:lnTo>
                  <a:pt x="3553" y="721"/>
                </a:lnTo>
                <a:lnTo>
                  <a:pt x="3547" y="721"/>
                </a:lnTo>
                <a:lnTo>
                  <a:pt x="3535" y="721"/>
                </a:lnTo>
                <a:lnTo>
                  <a:pt x="3530" y="721"/>
                </a:lnTo>
                <a:lnTo>
                  <a:pt x="3524" y="721"/>
                </a:lnTo>
                <a:lnTo>
                  <a:pt x="3518" y="721"/>
                </a:lnTo>
                <a:lnTo>
                  <a:pt x="3512" y="721"/>
                </a:lnTo>
                <a:lnTo>
                  <a:pt x="3506" y="721"/>
                </a:lnTo>
                <a:lnTo>
                  <a:pt x="3500" y="721"/>
                </a:lnTo>
                <a:lnTo>
                  <a:pt x="3495" y="721"/>
                </a:lnTo>
                <a:lnTo>
                  <a:pt x="3483" y="721"/>
                </a:lnTo>
                <a:lnTo>
                  <a:pt x="3477" y="721"/>
                </a:lnTo>
                <a:lnTo>
                  <a:pt x="3471" y="721"/>
                </a:lnTo>
                <a:lnTo>
                  <a:pt x="3466" y="721"/>
                </a:lnTo>
                <a:lnTo>
                  <a:pt x="3460" y="721"/>
                </a:lnTo>
                <a:lnTo>
                  <a:pt x="3454" y="721"/>
                </a:lnTo>
                <a:lnTo>
                  <a:pt x="3448" y="721"/>
                </a:lnTo>
                <a:lnTo>
                  <a:pt x="3436" y="721"/>
                </a:lnTo>
                <a:lnTo>
                  <a:pt x="3431" y="721"/>
                </a:lnTo>
                <a:lnTo>
                  <a:pt x="3425" y="721"/>
                </a:lnTo>
                <a:lnTo>
                  <a:pt x="3419" y="721"/>
                </a:lnTo>
                <a:lnTo>
                  <a:pt x="3413" y="721"/>
                </a:lnTo>
                <a:lnTo>
                  <a:pt x="3407" y="721"/>
                </a:lnTo>
                <a:lnTo>
                  <a:pt x="3401" y="721"/>
                </a:lnTo>
                <a:lnTo>
                  <a:pt x="3396" y="721"/>
                </a:lnTo>
                <a:lnTo>
                  <a:pt x="3384" y="721"/>
                </a:lnTo>
                <a:lnTo>
                  <a:pt x="3378" y="721"/>
                </a:lnTo>
                <a:lnTo>
                  <a:pt x="3372" y="721"/>
                </a:lnTo>
                <a:lnTo>
                  <a:pt x="3367" y="721"/>
                </a:lnTo>
                <a:lnTo>
                  <a:pt x="3361" y="721"/>
                </a:lnTo>
                <a:lnTo>
                  <a:pt x="3355" y="721"/>
                </a:lnTo>
                <a:lnTo>
                  <a:pt x="3349" y="721"/>
                </a:lnTo>
                <a:lnTo>
                  <a:pt x="3337" y="721"/>
                </a:lnTo>
                <a:lnTo>
                  <a:pt x="3332" y="721"/>
                </a:lnTo>
                <a:lnTo>
                  <a:pt x="3326" y="721"/>
                </a:lnTo>
                <a:lnTo>
                  <a:pt x="3320" y="721"/>
                </a:lnTo>
                <a:lnTo>
                  <a:pt x="3314" y="721"/>
                </a:lnTo>
                <a:lnTo>
                  <a:pt x="3308" y="721"/>
                </a:lnTo>
                <a:lnTo>
                  <a:pt x="3302" y="721"/>
                </a:lnTo>
                <a:lnTo>
                  <a:pt x="3297" y="721"/>
                </a:lnTo>
                <a:lnTo>
                  <a:pt x="3285" y="721"/>
                </a:lnTo>
                <a:lnTo>
                  <a:pt x="3279" y="721"/>
                </a:lnTo>
                <a:lnTo>
                  <a:pt x="3273" y="721"/>
                </a:lnTo>
                <a:lnTo>
                  <a:pt x="3268" y="721"/>
                </a:lnTo>
                <a:lnTo>
                  <a:pt x="3262" y="721"/>
                </a:lnTo>
                <a:lnTo>
                  <a:pt x="3256" y="721"/>
                </a:lnTo>
                <a:lnTo>
                  <a:pt x="3250" y="721"/>
                </a:lnTo>
                <a:lnTo>
                  <a:pt x="3238" y="721"/>
                </a:lnTo>
                <a:lnTo>
                  <a:pt x="3233" y="721"/>
                </a:lnTo>
                <a:lnTo>
                  <a:pt x="3227" y="721"/>
                </a:lnTo>
                <a:lnTo>
                  <a:pt x="3221" y="721"/>
                </a:lnTo>
                <a:lnTo>
                  <a:pt x="3233" y="709"/>
                </a:lnTo>
                <a:lnTo>
                  <a:pt x="3227" y="860"/>
                </a:lnTo>
                <a:lnTo>
                  <a:pt x="3221" y="866"/>
                </a:lnTo>
                <a:lnTo>
                  <a:pt x="3215" y="872"/>
                </a:lnTo>
                <a:lnTo>
                  <a:pt x="3209" y="872"/>
                </a:lnTo>
                <a:lnTo>
                  <a:pt x="3203" y="872"/>
                </a:lnTo>
                <a:lnTo>
                  <a:pt x="3192" y="872"/>
                </a:lnTo>
                <a:lnTo>
                  <a:pt x="3186" y="872"/>
                </a:lnTo>
                <a:lnTo>
                  <a:pt x="3180" y="872"/>
                </a:lnTo>
                <a:lnTo>
                  <a:pt x="3174" y="872"/>
                </a:lnTo>
                <a:lnTo>
                  <a:pt x="3169" y="872"/>
                </a:lnTo>
                <a:lnTo>
                  <a:pt x="3163" y="872"/>
                </a:lnTo>
                <a:lnTo>
                  <a:pt x="3157" y="872"/>
                </a:lnTo>
                <a:lnTo>
                  <a:pt x="3151" y="872"/>
                </a:lnTo>
                <a:lnTo>
                  <a:pt x="3139" y="872"/>
                </a:lnTo>
                <a:lnTo>
                  <a:pt x="3134" y="872"/>
                </a:lnTo>
                <a:lnTo>
                  <a:pt x="3128" y="872"/>
                </a:lnTo>
                <a:lnTo>
                  <a:pt x="3122" y="872"/>
                </a:lnTo>
                <a:lnTo>
                  <a:pt x="3116" y="872"/>
                </a:lnTo>
                <a:lnTo>
                  <a:pt x="3110" y="872"/>
                </a:lnTo>
                <a:lnTo>
                  <a:pt x="3104" y="872"/>
                </a:lnTo>
                <a:lnTo>
                  <a:pt x="3093" y="872"/>
                </a:lnTo>
                <a:lnTo>
                  <a:pt x="3087" y="872"/>
                </a:lnTo>
                <a:lnTo>
                  <a:pt x="3081" y="872"/>
                </a:lnTo>
                <a:lnTo>
                  <a:pt x="3075" y="872"/>
                </a:lnTo>
                <a:lnTo>
                  <a:pt x="3070" y="872"/>
                </a:lnTo>
                <a:lnTo>
                  <a:pt x="3064" y="872"/>
                </a:lnTo>
                <a:lnTo>
                  <a:pt x="3058" y="872"/>
                </a:lnTo>
                <a:lnTo>
                  <a:pt x="3052" y="872"/>
                </a:lnTo>
                <a:lnTo>
                  <a:pt x="3040" y="872"/>
                </a:lnTo>
                <a:lnTo>
                  <a:pt x="3035" y="872"/>
                </a:lnTo>
                <a:lnTo>
                  <a:pt x="3029" y="872"/>
                </a:lnTo>
                <a:lnTo>
                  <a:pt x="3023" y="872"/>
                </a:lnTo>
                <a:lnTo>
                  <a:pt x="3017" y="872"/>
                </a:lnTo>
                <a:lnTo>
                  <a:pt x="3011" y="872"/>
                </a:lnTo>
                <a:lnTo>
                  <a:pt x="3005" y="872"/>
                </a:lnTo>
                <a:lnTo>
                  <a:pt x="2994" y="872"/>
                </a:lnTo>
                <a:lnTo>
                  <a:pt x="2988" y="872"/>
                </a:lnTo>
                <a:lnTo>
                  <a:pt x="2982" y="872"/>
                </a:lnTo>
                <a:lnTo>
                  <a:pt x="2976" y="872"/>
                </a:lnTo>
                <a:lnTo>
                  <a:pt x="2971" y="872"/>
                </a:lnTo>
                <a:lnTo>
                  <a:pt x="2965" y="872"/>
                </a:lnTo>
                <a:lnTo>
                  <a:pt x="2959" y="872"/>
                </a:lnTo>
                <a:lnTo>
                  <a:pt x="2953" y="872"/>
                </a:lnTo>
                <a:lnTo>
                  <a:pt x="2941" y="872"/>
                </a:lnTo>
                <a:lnTo>
                  <a:pt x="2936" y="872"/>
                </a:lnTo>
                <a:lnTo>
                  <a:pt x="2930" y="872"/>
                </a:lnTo>
                <a:lnTo>
                  <a:pt x="2924" y="872"/>
                </a:lnTo>
                <a:lnTo>
                  <a:pt x="2918" y="872"/>
                </a:lnTo>
                <a:lnTo>
                  <a:pt x="2912" y="872"/>
                </a:lnTo>
                <a:lnTo>
                  <a:pt x="2906" y="872"/>
                </a:lnTo>
                <a:lnTo>
                  <a:pt x="2895" y="872"/>
                </a:lnTo>
                <a:lnTo>
                  <a:pt x="2889" y="872"/>
                </a:lnTo>
                <a:lnTo>
                  <a:pt x="2883" y="872"/>
                </a:lnTo>
                <a:lnTo>
                  <a:pt x="2877" y="872"/>
                </a:lnTo>
                <a:lnTo>
                  <a:pt x="2872" y="872"/>
                </a:lnTo>
                <a:lnTo>
                  <a:pt x="2866" y="872"/>
                </a:lnTo>
                <a:lnTo>
                  <a:pt x="2860" y="872"/>
                </a:lnTo>
                <a:lnTo>
                  <a:pt x="2854" y="872"/>
                </a:lnTo>
                <a:lnTo>
                  <a:pt x="2842" y="872"/>
                </a:lnTo>
                <a:lnTo>
                  <a:pt x="2837" y="872"/>
                </a:lnTo>
                <a:lnTo>
                  <a:pt x="2831" y="872"/>
                </a:lnTo>
                <a:lnTo>
                  <a:pt x="2825" y="872"/>
                </a:lnTo>
                <a:lnTo>
                  <a:pt x="2837" y="860"/>
                </a:lnTo>
                <a:lnTo>
                  <a:pt x="2831" y="947"/>
                </a:lnTo>
                <a:lnTo>
                  <a:pt x="2825" y="953"/>
                </a:lnTo>
                <a:lnTo>
                  <a:pt x="2819" y="959"/>
                </a:lnTo>
                <a:lnTo>
                  <a:pt x="2813" y="959"/>
                </a:lnTo>
                <a:lnTo>
                  <a:pt x="2807" y="959"/>
                </a:lnTo>
                <a:lnTo>
                  <a:pt x="2796" y="959"/>
                </a:lnTo>
                <a:lnTo>
                  <a:pt x="2790" y="959"/>
                </a:lnTo>
                <a:lnTo>
                  <a:pt x="2784" y="959"/>
                </a:lnTo>
                <a:lnTo>
                  <a:pt x="2778" y="959"/>
                </a:lnTo>
                <a:lnTo>
                  <a:pt x="2773" y="959"/>
                </a:lnTo>
                <a:lnTo>
                  <a:pt x="2767" y="959"/>
                </a:lnTo>
                <a:lnTo>
                  <a:pt x="2761" y="959"/>
                </a:lnTo>
                <a:lnTo>
                  <a:pt x="2755" y="959"/>
                </a:lnTo>
                <a:lnTo>
                  <a:pt x="2743" y="959"/>
                </a:lnTo>
                <a:lnTo>
                  <a:pt x="2738" y="959"/>
                </a:lnTo>
                <a:lnTo>
                  <a:pt x="2732" y="959"/>
                </a:lnTo>
                <a:lnTo>
                  <a:pt x="2726" y="959"/>
                </a:lnTo>
                <a:lnTo>
                  <a:pt x="2720" y="959"/>
                </a:lnTo>
                <a:lnTo>
                  <a:pt x="2714" y="959"/>
                </a:lnTo>
                <a:lnTo>
                  <a:pt x="2708" y="959"/>
                </a:lnTo>
                <a:lnTo>
                  <a:pt x="2697" y="959"/>
                </a:lnTo>
                <a:lnTo>
                  <a:pt x="2691" y="959"/>
                </a:lnTo>
                <a:lnTo>
                  <a:pt x="2685" y="959"/>
                </a:lnTo>
                <a:lnTo>
                  <a:pt x="2679" y="959"/>
                </a:lnTo>
                <a:lnTo>
                  <a:pt x="2674" y="959"/>
                </a:lnTo>
                <a:lnTo>
                  <a:pt x="2668" y="959"/>
                </a:lnTo>
                <a:lnTo>
                  <a:pt x="2662" y="959"/>
                </a:lnTo>
                <a:lnTo>
                  <a:pt x="2656" y="959"/>
                </a:lnTo>
                <a:lnTo>
                  <a:pt x="2644" y="959"/>
                </a:lnTo>
                <a:lnTo>
                  <a:pt x="2639" y="959"/>
                </a:lnTo>
                <a:lnTo>
                  <a:pt x="2633" y="959"/>
                </a:lnTo>
                <a:lnTo>
                  <a:pt x="2627" y="959"/>
                </a:lnTo>
                <a:lnTo>
                  <a:pt x="2621" y="959"/>
                </a:lnTo>
                <a:lnTo>
                  <a:pt x="2615" y="959"/>
                </a:lnTo>
                <a:lnTo>
                  <a:pt x="2609" y="959"/>
                </a:lnTo>
                <a:lnTo>
                  <a:pt x="2598" y="959"/>
                </a:lnTo>
                <a:lnTo>
                  <a:pt x="2592" y="959"/>
                </a:lnTo>
                <a:lnTo>
                  <a:pt x="2586" y="959"/>
                </a:lnTo>
                <a:lnTo>
                  <a:pt x="2580" y="959"/>
                </a:lnTo>
                <a:lnTo>
                  <a:pt x="2575" y="959"/>
                </a:lnTo>
                <a:lnTo>
                  <a:pt x="2569" y="959"/>
                </a:lnTo>
                <a:lnTo>
                  <a:pt x="2563" y="959"/>
                </a:lnTo>
                <a:lnTo>
                  <a:pt x="2557" y="959"/>
                </a:lnTo>
                <a:lnTo>
                  <a:pt x="2545" y="959"/>
                </a:lnTo>
                <a:lnTo>
                  <a:pt x="2540" y="959"/>
                </a:lnTo>
                <a:lnTo>
                  <a:pt x="2534" y="959"/>
                </a:lnTo>
                <a:lnTo>
                  <a:pt x="2528" y="959"/>
                </a:lnTo>
                <a:lnTo>
                  <a:pt x="2522" y="959"/>
                </a:lnTo>
                <a:lnTo>
                  <a:pt x="2516" y="959"/>
                </a:lnTo>
                <a:lnTo>
                  <a:pt x="2510" y="959"/>
                </a:lnTo>
                <a:lnTo>
                  <a:pt x="2499" y="959"/>
                </a:lnTo>
                <a:lnTo>
                  <a:pt x="2493" y="959"/>
                </a:lnTo>
                <a:lnTo>
                  <a:pt x="2487" y="959"/>
                </a:lnTo>
                <a:lnTo>
                  <a:pt x="2481" y="959"/>
                </a:lnTo>
                <a:lnTo>
                  <a:pt x="2476" y="959"/>
                </a:lnTo>
                <a:lnTo>
                  <a:pt x="2470" y="959"/>
                </a:lnTo>
                <a:lnTo>
                  <a:pt x="2464" y="959"/>
                </a:lnTo>
                <a:lnTo>
                  <a:pt x="2458" y="959"/>
                </a:lnTo>
                <a:lnTo>
                  <a:pt x="2446" y="959"/>
                </a:lnTo>
                <a:lnTo>
                  <a:pt x="2441" y="959"/>
                </a:lnTo>
                <a:lnTo>
                  <a:pt x="2435" y="959"/>
                </a:lnTo>
                <a:lnTo>
                  <a:pt x="2429" y="959"/>
                </a:lnTo>
                <a:lnTo>
                  <a:pt x="2441" y="947"/>
                </a:lnTo>
                <a:lnTo>
                  <a:pt x="2435" y="1284"/>
                </a:lnTo>
                <a:lnTo>
                  <a:pt x="2429" y="1290"/>
                </a:lnTo>
                <a:lnTo>
                  <a:pt x="2423" y="1296"/>
                </a:lnTo>
                <a:lnTo>
                  <a:pt x="2417" y="1296"/>
                </a:lnTo>
                <a:lnTo>
                  <a:pt x="2411" y="1296"/>
                </a:lnTo>
                <a:lnTo>
                  <a:pt x="2400" y="1296"/>
                </a:lnTo>
                <a:lnTo>
                  <a:pt x="2394" y="1296"/>
                </a:lnTo>
                <a:lnTo>
                  <a:pt x="2388" y="1296"/>
                </a:lnTo>
                <a:lnTo>
                  <a:pt x="2382" y="1296"/>
                </a:lnTo>
                <a:lnTo>
                  <a:pt x="2377" y="1296"/>
                </a:lnTo>
                <a:lnTo>
                  <a:pt x="2371" y="1296"/>
                </a:lnTo>
                <a:lnTo>
                  <a:pt x="2365" y="1296"/>
                </a:lnTo>
                <a:lnTo>
                  <a:pt x="2359" y="1296"/>
                </a:lnTo>
                <a:lnTo>
                  <a:pt x="2347" y="1296"/>
                </a:lnTo>
                <a:lnTo>
                  <a:pt x="2342" y="1296"/>
                </a:lnTo>
                <a:lnTo>
                  <a:pt x="2336" y="1296"/>
                </a:lnTo>
                <a:lnTo>
                  <a:pt x="2330" y="1296"/>
                </a:lnTo>
                <a:lnTo>
                  <a:pt x="2324" y="1296"/>
                </a:lnTo>
                <a:lnTo>
                  <a:pt x="2318" y="1296"/>
                </a:lnTo>
                <a:lnTo>
                  <a:pt x="2312" y="1296"/>
                </a:lnTo>
                <a:lnTo>
                  <a:pt x="2301" y="1296"/>
                </a:lnTo>
                <a:lnTo>
                  <a:pt x="2295" y="1296"/>
                </a:lnTo>
                <a:lnTo>
                  <a:pt x="2289" y="1296"/>
                </a:lnTo>
                <a:lnTo>
                  <a:pt x="2283" y="1296"/>
                </a:lnTo>
                <a:lnTo>
                  <a:pt x="2278" y="1296"/>
                </a:lnTo>
                <a:lnTo>
                  <a:pt x="2272" y="1296"/>
                </a:lnTo>
                <a:lnTo>
                  <a:pt x="2266" y="1296"/>
                </a:lnTo>
                <a:lnTo>
                  <a:pt x="2254" y="1296"/>
                </a:lnTo>
                <a:lnTo>
                  <a:pt x="2248" y="1296"/>
                </a:lnTo>
                <a:lnTo>
                  <a:pt x="2243" y="1296"/>
                </a:lnTo>
                <a:lnTo>
                  <a:pt x="2237" y="1296"/>
                </a:lnTo>
                <a:lnTo>
                  <a:pt x="2231" y="1296"/>
                </a:lnTo>
                <a:lnTo>
                  <a:pt x="2225" y="1296"/>
                </a:lnTo>
                <a:lnTo>
                  <a:pt x="2219" y="1296"/>
                </a:lnTo>
                <a:lnTo>
                  <a:pt x="2213" y="1296"/>
                </a:lnTo>
                <a:lnTo>
                  <a:pt x="2202" y="1296"/>
                </a:lnTo>
                <a:lnTo>
                  <a:pt x="2196" y="1296"/>
                </a:lnTo>
                <a:lnTo>
                  <a:pt x="2190" y="1296"/>
                </a:lnTo>
                <a:lnTo>
                  <a:pt x="2184" y="1296"/>
                </a:lnTo>
                <a:lnTo>
                  <a:pt x="2178" y="1296"/>
                </a:lnTo>
                <a:lnTo>
                  <a:pt x="2173" y="1296"/>
                </a:lnTo>
                <a:lnTo>
                  <a:pt x="2167" y="1296"/>
                </a:lnTo>
                <a:lnTo>
                  <a:pt x="2155" y="1296"/>
                </a:lnTo>
                <a:lnTo>
                  <a:pt x="2149" y="1296"/>
                </a:lnTo>
                <a:lnTo>
                  <a:pt x="2144" y="1296"/>
                </a:lnTo>
                <a:lnTo>
                  <a:pt x="2138" y="1296"/>
                </a:lnTo>
                <a:lnTo>
                  <a:pt x="2132" y="1296"/>
                </a:lnTo>
                <a:lnTo>
                  <a:pt x="2126" y="1296"/>
                </a:lnTo>
                <a:lnTo>
                  <a:pt x="2120" y="1296"/>
                </a:lnTo>
                <a:lnTo>
                  <a:pt x="2114" y="1296"/>
                </a:lnTo>
                <a:lnTo>
                  <a:pt x="2103" y="1296"/>
                </a:lnTo>
                <a:lnTo>
                  <a:pt x="2097" y="1296"/>
                </a:lnTo>
                <a:lnTo>
                  <a:pt x="2091" y="1296"/>
                </a:lnTo>
                <a:lnTo>
                  <a:pt x="2085" y="1296"/>
                </a:lnTo>
                <a:lnTo>
                  <a:pt x="2079" y="1296"/>
                </a:lnTo>
                <a:lnTo>
                  <a:pt x="2074" y="1296"/>
                </a:lnTo>
                <a:lnTo>
                  <a:pt x="2068" y="1296"/>
                </a:lnTo>
                <a:lnTo>
                  <a:pt x="2056" y="1296"/>
                </a:lnTo>
                <a:lnTo>
                  <a:pt x="2050" y="1296"/>
                </a:lnTo>
                <a:lnTo>
                  <a:pt x="2045" y="1296"/>
                </a:lnTo>
                <a:lnTo>
                  <a:pt x="2039" y="1296"/>
                </a:lnTo>
                <a:lnTo>
                  <a:pt x="2033" y="1296"/>
                </a:lnTo>
                <a:lnTo>
                  <a:pt x="2027" y="1296"/>
                </a:lnTo>
                <a:lnTo>
                  <a:pt x="2039" y="1284"/>
                </a:lnTo>
                <a:lnTo>
                  <a:pt x="2033" y="1453"/>
                </a:lnTo>
                <a:lnTo>
                  <a:pt x="2027" y="1459"/>
                </a:lnTo>
                <a:lnTo>
                  <a:pt x="2021" y="1465"/>
                </a:lnTo>
                <a:lnTo>
                  <a:pt x="2015" y="1465"/>
                </a:lnTo>
                <a:lnTo>
                  <a:pt x="2004" y="1465"/>
                </a:lnTo>
                <a:lnTo>
                  <a:pt x="1998" y="1465"/>
                </a:lnTo>
                <a:lnTo>
                  <a:pt x="1992" y="1465"/>
                </a:lnTo>
                <a:lnTo>
                  <a:pt x="1986" y="1465"/>
                </a:lnTo>
                <a:lnTo>
                  <a:pt x="1980" y="1465"/>
                </a:lnTo>
                <a:lnTo>
                  <a:pt x="1975" y="1465"/>
                </a:lnTo>
                <a:lnTo>
                  <a:pt x="1969" y="1465"/>
                </a:lnTo>
                <a:lnTo>
                  <a:pt x="1957" y="1465"/>
                </a:lnTo>
                <a:lnTo>
                  <a:pt x="1951" y="1465"/>
                </a:lnTo>
                <a:lnTo>
                  <a:pt x="1946" y="1465"/>
                </a:lnTo>
                <a:lnTo>
                  <a:pt x="1940" y="1465"/>
                </a:lnTo>
                <a:lnTo>
                  <a:pt x="1934" y="1465"/>
                </a:lnTo>
                <a:lnTo>
                  <a:pt x="1928" y="1465"/>
                </a:lnTo>
                <a:lnTo>
                  <a:pt x="1922" y="1465"/>
                </a:lnTo>
                <a:lnTo>
                  <a:pt x="1916" y="1465"/>
                </a:lnTo>
                <a:lnTo>
                  <a:pt x="1905" y="1465"/>
                </a:lnTo>
                <a:lnTo>
                  <a:pt x="1899" y="1465"/>
                </a:lnTo>
                <a:lnTo>
                  <a:pt x="1893" y="1465"/>
                </a:lnTo>
                <a:lnTo>
                  <a:pt x="1887" y="1465"/>
                </a:lnTo>
                <a:lnTo>
                  <a:pt x="1881" y="1465"/>
                </a:lnTo>
                <a:lnTo>
                  <a:pt x="1876" y="1465"/>
                </a:lnTo>
                <a:lnTo>
                  <a:pt x="1870" y="1465"/>
                </a:lnTo>
                <a:lnTo>
                  <a:pt x="1858" y="1465"/>
                </a:lnTo>
                <a:lnTo>
                  <a:pt x="1852" y="1465"/>
                </a:lnTo>
                <a:lnTo>
                  <a:pt x="1847" y="1465"/>
                </a:lnTo>
                <a:lnTo>
                  <a:pt x="1841" y="1465"/>
                </a:lnTo>
                <a:lnTo>
                  <a:pt x="1835" y="1465"/>
                </a:lnTo>
                <a:lnTo>
                  <a:pt x="1829" y="1465"/>
                </a:lnTo>
                <a:lnTo>
                  <a:pt x="1823" y="1465"/>
                </a:lnTo>
                <a:lnTo>
                  <a:pt x="1817" y="1465"/>
                </a:lnTo>
                <a:lnTo>
                  <a:pt x="1806" y="1465"/>
                </a:lnTo>
                <a:lnTo>
                  <a:pt x="1800" y="1465"/>
                </a:lnTo>
                <a:lnTo>
                  <a:pt x="1794" y="1465"/>
                </a:lnTo>
                <a:lnTo>
                  <a:pt x="1788" y="1465"/>
                </a:lnTo>
                <a:lnTo>
                  <a:pt x="1782" y="1465"/>
                </a:lnTo>
                <a:lnTo>
                  <a:pt x="1777" y="1465"/>
                </a:lnTo>
                <a:lnTo>
                  <a:pt x="1771" y="1465"/>
                </a:lnTo>
                <a:lnTo>
                  <a:pt x="1759" y="1465"/>
                </a:lnTo>
                <a:lnTo>
                  <a:pt x="1753" y="1465"/>
                </a:lnTo>
                <a:lnTo>
                  <a:pt x="1748" y="1465"/>
                </a:lnTo>
                <a:lnTo>
                  <a:pt x="1742" y="1465"/>
                </a:lnTo>
                <a:lnTo>
                  <a:pt x="1736" y="1465"/>
                </a:lnTo>
                <a:lnTo>
                  <a:pt x="1730" y="1465"/>
                </a:lnTo>
                <a:lnTo>
                  <a:pt x="1724" y="1465"/>
                </a:lnTo>
                <a:lnTo>
                  <a:pt x="1718" y="1465"/>
                </a:lnTo>
                <a:lnTo>
                  <a:pt x="1707" y="1465"/>
                </a:lnTo>
                <a:lnTo>
                  <a:pt x="1701" y="1465"/>
                </a:lnTo>
                <a:lnTo>
                  <a:pt x="1695" y="1465"/>
                </a:lnTo>
                <a:lnTo>
                  <a:pt x="1689" y="1465"/>
                </a:lnTo>
                <a:lnTo>
                  <a:pt x="1683" y="1465"/>
                </a:lnTo>
                <a:lnTo>
                  <a:pt x="1678" y="1465"/>
                </a:lnTo>
                <a:lnTo>
                  <a:pt x="1672" y="1465"/>
                </a:lnTo>
                <a:lnTo>
                  <a:pt x="1660" y="1465"/>
                </a:lnTo>
                <a:lnTo>
                  <a:pt x="1654" y="1465"/>
                </a:lnTo>
                <a:lnTo>
                  <a:pt x="1649" y="1465"/>
                </a:lnTo>
                <a:lnTo>
                  <a:pt x="1643" y="1465"/>
                </a:lnTo>
                <a:lnTo>
                  <a:pt x="1637" y="1465"/>
                </a:lnTo>
                <a:lnTo>
                  <a:pt x="1631" y="1465"/>
                </a:lnTo>
                <a:lnTo>
                  <a:pt x="1643" y="1453"/>
                </a:lnTo>
                <a:lnTo>
                  <a:pt x="1637" y="1575"/>
                </a:lnTo>
                <a:lnTo>
                  <a:pt x="1631" y="1581"/>
                </a:lnTo>
                <a:lnTo>
                  <a:pt x="1625" y="1587"/>
                </a:lnTo>
                <a:lnTo>
                  <a:pt x="1619" y="1587"/>
                </a:lnTo>
                <a:lnTo>
                  <a:pt x="1608" y="1587"/>
                </a:lnTo>
                <a:lnTo>
                  <a:pt x="1602" y="1587"/>
                </a:lnTo>
                <a:lnTo>
                  <a:pt x="1596" y="1587"/>
                </a:lnTo>
                <a:lnTo>
                  <a:pt x="1590" y="1587"/>
                </a:lnTo>
                <a:lnTo>
                  <a:pt x="1584" y="1587"/>
                </a:lnTo>
                <a:lnTo>
                  <a:pt x="1579" y="1587"/>
                </a:lnTo>
                <a:lnTo>
                  <a:pt x="1573" y="1587"/>
                </a:lnTo>
                <a:lnTo>
                  <a:pt x="1561" y="1587"/>
                </a:lnTo>
                <a:lnTo>
                  <a:pt x="1555" y="1587"/>
                </a:lnTo>
                <a:lnTo>
                  <a:pt x="1550" y="1587"/>
                </a:lnTo>
                <a:lnTo>
                  <a:pt x="1544" y="1587"/>
                </a:lnTo>
                <a:lnTo>
                  <a:pt x="1538" y="1587"/>
                </a:lnTo>
                <a:lnTo>
                  <a:pt x="1532" y="1587"/>
                </a:lnTo>
                <a:lnTo>
                  <a:pt x="1526" y="1587"/>
                </a:lnTo>
                <a:lnTo>
                  <a:pt x="1520" y="1587"/>
                </a:lnTo>
                <a:lnTo>
                  <a:pt x="1509" y="1587"/>
                </a:lnTo>
                <a:lnTo>
                  <a:pt x="1503" y="1587"/>
                </a:lnTo>
                <a:lnTo>
                  <a:pt x="1497" y="1587"/>
                </a:lnTo>
                <a:lnTo>
                  <a:pt x="1491" y="1587"/>
                </a:lnTo>
                <a:lnTo>
                  <a:pt x="1485" y="1587"/>
                </a:lnTo>
                <a:lnTo>
                  <a:pt x="1480" y="1587"/>
                </a:lnTo>
                <a:lnTo>
                  <a:pt x="1474" y="1587"/>
                </a:lnTo>
                <a:lnTo>
                  <a:pt x="1462" y="1587"/>
                </a:lnTo>
                <a:lnTo>
                  <a:pt x="1456" y="1587"/>
                </a:lnTo>
                <a:lnTo>
                  <a:pt x="1451" y="1587"/>
                </a:lnTo>
                <a:lnTo>
                  <a:pt x="1445" y="1587"/>
                </a:lnTo>
                <a:lnTo>
                  <a:pt x="1439" y="1587"/>
                </a:lnTo>
                <a:lnTo>
                  <a:pt x="1433" y="1587"/>
                </a:lnTo>
                <a:lnTo>
                  <a:pt x="1427" y="1587"/>
                </a:lnTo>
                <a:lnTo>
                  <a:pt x="1421" y="1587"/>
                </a:lnTo>
                <a:lnTo>
                  <a:pt x="1410" y="1587"/>
                </a:lnTo>
                <a:lnTo>
                  <a:pt x="1404" y="1587"/>
                </a:lnTo>
                <a:lnTo>
                  <a:pt x="1398" y="1587"/>
                </a:lnTo>
                <a:lnTo>
                  <a:pt x="1392" y="1587"/>
                </a:lnTo>
                <a:lnTo>
                  <a:pt x="1386" y="1587"/>
                </a:lnTo>
                <a:lnTo>
                  <a:pt x="1381" y="1587"/>
                </a:lnTo>
                <a:lnTo>
                  <a:pt x="1375" y="1587"/>
                </a:lnTo>
                <a:lnTo>
                  <a:pt x="1363" y="1587"/>
                </a:lnTo>
                <a:lnTo>
                  <a:pt x="1357" y="1587"/>
                </a:lnTo>
                <a:lnTo>
                  <a:pt x="1352" y="1587"/>
                </a:lnTo>
                <a:lnTo>
                  <a:pt x="1346" y="1587"/>
                </a:lnTo>
                <a:lnTo>
                  <a:pt x="1340" y="1587"/>
                </a:lnTo>
                <a:lnTo>
                  <a:pt x="1334" y="1587"/>
                </a:lnTo>
                <a:lnTo>
                  <a:pt x="1328" y="1587"/>
                </a:lnTo>
                <a:lnTo>
                  <a:pt x="1317" y="1587"/>
                </a:lnTo>
                <a:lnTo>
                  <a:pt x="1311" y="1587"/>
                </a:lnTo>
                <a:lnTo>
                  <a:pt x="1305" y="1587"/>
                </a:lnTo>
                <a:lnTo>
                  <a:pt x="1299" y="1587"/>
                </a:lnTo>
                <a:lnTo>
                  <a:pt x="1293" y="1587"/>
                </a:lnTo>
                <a:lnTo>
                  <a:pt x="1287" y="1587"/>
                </a:lnTo>
                <a:lnTo>
                  <a:pt x="1282" y="1587"/>
                </a:lnTo>
                <a:lnTo>
                  <a:pt x="1276" y="1587"/>
                </a:lnTo>
                <a:lnTo>
                  <a:pt x="1264" y="1587"/>
                </a:lnTo>
                <a:lnTo>
                  <a:pt x="1258" y="1587"/>
                </a:lnTo>
                <a:lnTo>
                  <a:pt x="1253" y="1587"/>
                </a:lnTo>
                <a:lnTo>
                  <a:pt x="1264" y="1575"/>
                </a:lnTo>
                <a:lnTo>
                  <a:pt x="1258" y="1610"/>
                </a:lnTo>
                <a:lnTo>
                  <a:pt x="1253" y="1616"/>
                </a:lnTo>
                <a:lnTo>
                  <a:pt x="1247" y="1622"/>
                </a:lnTo>
                <a:lnTo>
                  <a:pt x="1241" y="1622"/>
                </a:lnTo>
                <a:lnTo>
                  <a:pt x="1235" y="1622"/>
                </a:lnTo>
                <a:lnTo>
                  <a:pt x="1229" y="1622"/>
                </a:lnTo>
                <a:lnTo>
                  <a:pt x="1218" y="1622"/>
                </a:lnTo>
                <a:lnTo>
                  <a:pt x="1212" y="1622"/>
                </a:lnTo>
                <a:lnTo>
                  <a:pt x="1206" y="1622"/>
                </a:lnTo>
                <a:lnTo>
                  <a:pt x="1200" y="1622"/>
                </a:lnTo>
                <a:lnTo>
                  <a:pt x="1194" y="1622"/>
                </a:lnTo>
                <a:lnTo>
                  <a:pt x="1188" y="1622"/>
                </a:lnTo>
                <a:lnTo>
                  <a:pt x="1183" y="1622"/>
                </a:lnTo>
                <a:lnTo>
                  <a:pt x="1177" y="1622"/>
                </a:lnTo>
                <a:lnTo>
                  <a:pt x="1165" y="1622"/>
                </a:lnTo>
                <a:lnTo>
                  <a:pt x="1159" y="1622"/>
                </a:lnTo>
                <a:lnTo>
                  <a:pt x="1154" y="1622"/>
                </a:lnTo>
                <a:lnTo>
                  <a:pt x="1148" y="1622"/>
                </a:lnTo>
                <a:lnTo>
                  <a:pt x="1142" y="1622"/>
                </a:lnTo>
                <a:lnTo>
                  <a:pt x="1136" y="1622"/>
                </a:lnTo>
                <a:lnTo>
                  <a:pt x="1130" y="1622"/>
                </a:lnTo>
                <a:lnTo>
                  <a:pt x="1119" y="1622"/>
                </a:lnTo>
                <a:lnTo>
                  <a:pt x="1113" y="1622"/>
                </a:lnTo>
                <a:lnTo>
                  <a:pt x="1107" y="1622"/>
                </a:lnTo>
                <a:lnTo>
                  <a:pt x="1101" y="1622"/>
                </a:lnTo>
                <a:lnTo>
                  <a:pt x="1095" y="1622"/>
                </a:lnTo>
                <a:lnTo>
                  <a:pt x="1089" y="1622"/>
                </a:lnTo>
                <a:lnTo>
                  <a:pt x="1084" y="1622"/>
                </a:lnTo>
                <a:lnTo>
                  <a:pt x="1078" y="1622"/>
                </a:lnTo>
                <a:lnTo>
                  <a:pt x="1066" y="1622"/>
                </a:lnTo>
                <a:lnTo>
                  <a:pt x="1060" y="1622"/>
                </a:lnTo>
                <a:lnTo>
                  <a:pt x="1055" y="1622"/>
                </a:lnTo>
                <a:lnTo>
                  <a:pt x="1049" y="1622"/>
                </a:lnTo>
                <a:lnTo>
                  <a:pt x="1043" y="1622"/>
                </a:lnTo>
                <a:lnTo>
                  <a:pt x="1037" y="1622"/>
                </a:lnTo>
                <a:lnTo>
                  <a:pt x="1031" y="1622"/>
                </a:lnTo>
                <a:lnTo>
                  <a:pt x="1020" y="1622"/>
                </a:lnTo>
                <a:lnTo>
                  <a:pt x="1014" y="1622"/>
                </a:lnTo>
                <a:lnTo>
                  <a:pt x="1008" y="1622"/>
                </a:lnTo>
                <a:lnTo>
                  <a:pt x="1002" y="1622"/>
                </a:lnTo>
                <a:lnTo>
                  <a:pt x="996" y="1622"/>
                </a:lnTo>
                <a:lnTo>
                  <a:pt x="990" y="1622"/>
                </a:lnTo>
                <a:lnTo>
                  <a:pt x="985" y="1622"/>
                </a:lnTo>
                <a:lnTo>
                  <a:pt x="979" y="1622"/>
                </a:lnTo>
                <a:lnTo>
                  <a:pt x="967" y="1622"/>
                </a:lnTo>
                <a:lnTo>
                  <a:pt x="961" y="1622"/>
                </a:lnTo>
                <a:lnTo>
                  <a:pt x="956" y="1622"/>
                </a:lnTo>
                <a:lnTo>
                  <a:pt x="950" y="1622"/>
                </a:lnTo>
                <a:lnTo>
                  <a:pt x="944" y="1622"/>
                </a:lnTo>
                <a:lnTo>
                  <a:pt x="938" y="1622"/>
                </a:lnTo>
                <a:lnTo>
                  <a:pt x="950" y="1610"/>
                </a:lnTo>
                <a:lnTo>
                  <a:pt x="944" y="1656"/>
                </a:lnTo>
                <a:lnTo>
                  <a:pt x="938" y="1662"/>
                </a:lnTo>
                <a:lnTo>
                  <a:pt x="932" y="1668"/>
                </a:lnTo>
                <a:lnTo>
                  <a:pt x="921" y="1668"/>
                </a:lnTo>
                <a:lnTo>
                  <a:pt x="915" y="1668"/>
                </a:lnTo>
                <a:lnTo>
                  <a:pt x="909" y="1668"/>
                </a:lnTo>
                <a:lnTo>
                  <a:pt x="903" y="1668"/>
                </a:lnTo>
                <a:lnTo>
                  <a:pt x="897" y="1668"/>
                </a:lnTo>
                <a:lnTo>
                  <a:pt x="891" y="1668"/>
                </a:lnTo>
                <a:lnTo>
                  <a:pt x="886" y="1668"/>
                </a:lnTo>
                <a:lnTo>
                  <a:pt x="880" y="1668"/>
                </a:lnTo>
                <a:lnTo>
                  <a:pt x="868" y="1668"/>
                </a:lnTo>
                <a:lnTo>
                  <a:pt x="862" y="1668"/>
                </a:lnTo>
                <a:lnTo>
                  <a:pt x="857" y="1668"/>
                </a:lnTo>
                <a:lnTo>
                  <a:pt x="851" y="1668"/>
                </a:lnTo>
                <a:lnTo>
                  <a:pt x="845" y="1668"/>
                </a:lnTo>
                <a:lnTo>
                  <a:pt x="839" y="1668"/>
                </a:lnTo>
                <a:lnTo>
                  <a:pt x="833" y="1668"/>
                </a:lnTo>
                <a:lnTo>
                  <a:pt x="822" y="1668"/>
                </a:lnTo>
                <a:lnTo>
                  <a:pt x="816" y="1668"/>
                </a:lnTo>
                <a:lnTo>
                  <a:pt x="810" y="1668"/>
                </a:lnTo>
                <a:lnTo>
                  <a:pt x="804" y="1668"/>
                </a:lnTo>
                <a:lnTo>
                  <a:pt x="798" y="1668"/>
                </a:lnTo>
                <a:lnTo>
                  <a:pt x="792" y="1668"/>
                </a:lnTo>
                <a:lnTo>
                  <a:pt x="787" y="1668"/>
                </a:lnTo>
                <a:lnTo>
                  <a:pt x="781" y="1668"/>
                </a:lnTo>
                <a:lnTo>
                  <a:pt x="769" y="1668"/>
                </a:lnTo>
                <a:lnTo>
                  <a:pt x="763" y="1668"/>
                </a:lnTo>
                <a:lnTo>
                  <a:pt x="758" y="1668"/>
                </a:lnTo>
                <a:lnTo>
                  <a:pt x="752" y="1668"/>
                </a:lnTo>
                <a:lnTo>
                  <a:pt x="746" y="1668"/>
                </a:lnTo>
                <a:lnTo>
                  <a:pt x="740" y="1668"/>
                </a:lnTo>
                <a:lnTo>
                  <a:pt x="734" y="1668"/>
                </a:lnTo>
                <a:lnTo>
                  <a:pt x="723" y="1668"/>
                </a:lnTo>
                <a:lnTo>
                  <a:pt x="717" y="1668"/>
                </a:lnTo>
                <a:lnTo>
                  <a:pt x="711" y="1668"/>
                </a:lnTo>
                <a:lnTo>
                  <a:pt x="705" y="1668"/>
                </a:lnTo>
                <a:lnTo>
                  <a:pt x="699" y="1668"/>
                </a:lnTo>
                <a:lnTo>
                  <a:pt x="693" y="1668"/>
                </a:lnTo>
                <a:lnTo>
                  <a:pt x="688" y="1668"/>
                </a:lnTo>
                <a:lnTo>
                  <a:pt x="682" y="1668"/>
                </a:lnTo>
                <a:lnTo>
                  <a:pt x="670" y="1668"/>
                </a:lnTo>
                <a:lnTo>
                  <a:pt x="664" y="1668"/>
                </a:lnTo>
                <a:lnTo>
                  <a:pt x="659" y="1668"/>
                </a:lnTo>
                <a:lnTo>
                  <a:pt x="653" y="1668"/>
                </a:lnTo>
                <a:lnTo>
                  <a:pt x="647" y="1668"/>
                </a:lnTo>
                <a:lnTo>
                  <a:pt x="641" y="1668"/>
                </a:lnTo>
                <a:lnTo>
                  <a:pt x="635" y="1668"/>
                </a:lnTo>
                <a:lnTo>
                  <a:pt x="624" y="1668"/>
                </a:lnTo>
                <a:lnTo>
                  <a:pt x="618" y="1668"/>
                </a:lnTo>
                <a:lnTo>
                  <a:pt x="612" y="1668"/>
                </a:lnTo>
                <a:lnTo>
                  <a:pt x="606" y="1668"/>
                </a:lnTo>
                <a:lnTo>
                  <a:pt x="600" y="1668"/>
                </a:lnTo>
                <a:lnTo>
                  <a:pt x="594" y="1668"/>
                </a:lnTo>
                <a:lnTo>
                  <a:pt x="589" y="1668"/>
                </a:lnTo>
                <a:lnTo>
                  <a:pt x="583" y="1668"/>
                </a:lnTo>
                <a:lnTo>
                  <a:pt x="571" y="1668"/>
                </a:lnTo>
                <a:lnTo>
                  <a:pt x="565" y="1668"/>
                </a:lnTo>
                <a:lnTo>
                  <a:pt x="560" y="1668"/>
                </a:lnTo>
                <a:lnTo>
                  <a:pt x="554" y="1668"/>
                </a:lnTo>
                <a:lnTo>
                  <a:pt x="548" y="1668"/>
                </a:lnTo>
                <a:lnTo>
                  <a:pt x="542" y="1668"/>
                </a:lnTo>
                <a:lnTo>
                  <a:pt x="536" y="1668"/>
                </a:lnTo>
                <a:lnTo>
                  <a:pt x="525" y="1668"/>
                </a:lnTo>
                <a:lnTo>
                  <a:pt x="519" y="1668"/>
                </a:lnTo>
                <a:lnTo>
                  <a:pt x="513" y="1668"/>
                </a:lnTo>
                <a:lnTo>
                  <a:pt x="507" y="1668"/>
                </a:lnTo>
                <a:lnTo>
                  <a:pt x="501" y="1668"/>
                </a:lnTo>
                <a:lnTo>
                  <a:pt x="495" y="1668"/>
                </a:lnTo>
                <a:lnTo>
                  <a:pt x="490" y="1668"/>
                </a:lnTo>
                <a:lnTo>
                  <a:pt x="501" y="1656"/>
                </a:lnTo>
                <a:lnTo>
                  <a:pt x="495" y="1744"/>
                </a:lnTo>
                <a:lnTo>
                  <a:pt x="490" y="1749"/>
                </a:lnTo>
                <a:lnTo>
                  <a:pt x="484" y="1755"/>
                </a:lnTo>
                <a:lnTo>
                  <a:pt x="472" y="1755"/>
                </a:lnTo>
                <a:lnTo>
                  <a:pt x="466" y="1755"/>
                </a:lnTo>
                <a:lnTo>
                  <a:pt x="460" y="1755"/>
                </a:lnTo>
                <a:lnTo>
                  <a:pt x="455" y="1755"/>
                </a:lnTo>
                <a:lnTo>
                  <a:pt x="449" y="1755"/>
                </a:lnTo>
                <a:lnTo>
                  <a:pt x="443" y="1755"/>
                </a:lnTo>
                <a:lnTo>
                  <a:pt x="437" y="1755"/>
                </a:lnTo>
                <a:lnTo>
                  <a:pt x="426" y="1755"/>
                </a:lnTo>
                <a:lnTo>
                  <a:pt x="420" y="1755"/>
                </a:lnTo>
                <a:lnTo>
                  <a:pt x="414" y="1755"/>
                </a:lnTo>
                <a:lnTo>
                  <a:pt x="408" y="1755"/>
                </a:lnTo>
                <a:lnTo>
                  <a:pt x="402" y="1755"/>
                </a:lnTo>
                <a:lnTo>
                  <a:pt x="396" y="1755"/>
                </a:lnTo>
                <a:lnTo>
                  <a:pt x="391" y="1755"/>
                </a:lnTo>
                <a:lnTo>
                  <a:pt x="379" y="1755"/>
                </a:lnTo>
                <a:lnTo>
                  <a:pt x="373" y="1755"/>
                </a:lnTo>
                <a:lnTo>
                  <a:pt x="367" y="1755"/>
                </a:lnTo>
                <a:lnTo>
                  <a:pt x="361" y="1755"/>
                </a:lnTo>
                <a:lnTo>
                  <a:pt x="356" y="1755"/>
                </a:lnTo>
                <a:lnTo>
                  <a:pt x="350" y="1755"/>
                </a:lnTo>
                <a:lnTo>
                  <a:pt x="344" y="1755"/>
                </a:lnTo>
                <a:lnTo>
                  <a:pt x="338" y="1755"/>
                </a:lnTo>
                <a:lnTo>
                  <a:pt x="327" y="1755"/>
                </a:lnTo>
                <a:lnTo>
                  <a:pt x="321" y="1755"/>
                </a:lnTo>
                <a:lnTo>
                  <a:pt x="315" y="1755"/>
                </a:lnTo>
                <a:lnTo>
                  <a:pt x="309" y="1755"/>
                </a:lnTo>
                <a:lnTo>
                  <a:pt x="303" y="1755"/>
                </a:lnTo>
                <a:lnTo>
                  <a:pt x="297" y="1755"/>
                </a:lnTo>
                <a:lnTo>
                  <a:pt x="292" y="1755"/>
                </a:lnTo>
                <a:lnTo>
                  <a:pt x="280" y="1755"/>
                </a:lnTo>
                <a:lnTo>
                  <a:pt x="274" y="1755"/>
                </a:lnTo>
                <a:lnTo>
                  <a:pt x="268" y="1755"/>
                </a:lnTo>
                <a:lnTo>
                  <a:pt x="262" y="1755"/>
                </a:lnTo>
                <a:lnTo>
                  <a:pt x="257" y="1755"/>
                </a:lnTo>
                <a:lnTo>
                  <a:pt x="251" y="1755"/>
                </a:lnTo>
                <a:lnTo>
                  <a:pt x="245" y="1755"/>
                </a:lnTo>
                <a:lnTo>
                  <a:pt x="239" y="1755"/>
                </a:lnTo>
                <a:lnTo>
                  <a:pt x="228" y="1755"/>
                </a:lnTo>
                <a:lnTo>
                  <a:pt x="222" y="1755"/>
                </a:lnTo>
                <a:lnTo>
                  <a:pt x="216" y="1755"/>
                </a:lnTo>
                <a:lnTo>
                  <a:pt x="210" y="1755"/>
                </a:lnTo>
                <a:lnTo>
                  <a:pt x="204" y="1755"/>
                </a:lnTo>
                <a:lnTo>
                  <a:pt x="198" y="1755"/>
                </a:lnTo>
                <a:lnTo>
                  <a:pt x="193" y="1755"/>
                </a:lnTo>
                <a:lnTo>
                  <a:pt x="181" y="1755"/>
                </a:lnTo>
                <a:lnTo>
                  <a:pt x="175" y="1755"/>
                </a:lnTo>
                <a:lnTo>
                  <a:pt x="169" y="1755"/>
                </a:lnTo>
                <a:lnTo>
                  <a:pt x="163" y="1755"/>
                </a:lnTo>
                <a:lnTo>
                  <a:pt x="158" y="1755"/>
                </a:lnTo>
                <a:lnTo>
                  <a:pt x="152" y="1755"/>
                </a:lnTo>
                <a:lnTo>
                  <a:pt x="146" y="1755"/>
                </a:lnTo>
                <a:lnTo>
                  <a:pt x="140" y="1755"/>
                </a:lnTo>
                <a:lnTo>
                  <a:pt x="129" y="1755"/>
                </a:lnTo>
                <a:lnTo>
                  <a:pt x="123" y="1755"/>
                </a:lnTo>
                <a:lnTo>
                  <a:pt x="117" y="1755"/>
                </a:lnTo>
                <a:lnTo>
                  <a:pt x="111" y="1755"/>
                </a:lnTo>
                <a:lnTo>
                  <a:pt x="105" y="1755"/>
                </a:lnTo>
                <a:lnTo>
                  <a:pt x="99" y="1755"/>
                </a:lnTo>
                <a:lnTo>
                  <a:pt x="94" y="1755"/>
                </a:lnTo>
                <a:lnTo>
                  <a:pt x="82" y="1755"/>
                </a:lnTo>
                <a:lnTo>
                  <a:pt x="76" y="1755"/>
                </a:lnTo>
                <a:lnTo>
                  <a:pt x="70" y="1755"/>
                </a:lnTo>
                <a:lnTo>
                  <a:pt x="64" y="1755"/>
                </a:lnTo>
                <a:lnTo>
                  <a:pt x="59" y="1755"/>
                </a:lnTo>
                <a:lnTo>
                  <a:pt x="53" y="1755"/>
                </a:lnTo>
                <a:lnTo>
                  <a:pt x="47" y="1755"/>
                </a:lnTo>
                <a:lnTo>
                  <a:pt x="41" y="1755"/>
                </a:lnTo>
                <a:lnTo>
                  <a:pt x="30" y="1755"/>
                </a:lnTo>
                <a:lnTo>
                  <a:pt x="24" y="1755"/>
                </a:lnTo>
                <a:lnTo>
                  <a:pt x="18" y="1755"/>
                </a:lnTo>
                <a:lnTo>
                  <a:pt x="12" y="1755"/>
                </a:lnTo>
                <a:lnTo>
                  <a:pt x="0" y="1749"/>
                </a:lnTo>
                <a:lnTo>
                  <a:pt x="0" y="1744"/>
                </a:lnTo>
                <a:lnTo>
                  <a:pt x="0" y="1732"/>
                </a:lnTo>
                <a:lnTo>
                  <a:pt x="12" y="1732"/>
                </a:lnTo>
                <a:close/>
              </a:path>
            </a:pathLst>
          </a:custGeom>
          <a:solidFill>
            <a:srgbClr val="1F497D"/>
          </a:solidFill>
          <a:ln w="19050">
            <a:solidFill>
              <a:srgbClr val="1F497D"/>
            </a:solidFill>
            <a:miter lim="800000"/>
            <a:headEnd/>
            <a:tailEnd/>
          </a:ln>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1040" eaLnBrk="1" fontAlgn="base" hangingPunct="1">
              <a:spcBef>
                <a:spcPct val="0"/>
              </a:spcBef>
              <a:spcAft>
                <a:spcPct val="0"/>
              </a:spcAft>
            </a:pPr>
            <a:endParaRPr lang="zh-CN" altLang="zh-CN" sz="908">
              <a:solidFill>
                <a:srgbClr val="000000"/>
              </a:solidFill>
              <a:ea typeface="宋体" panose="02010600030101010101" pitchFamily="2" charset="-122"/>
            </a:endParaRPr>
          </a:p>
        </p:txBody>
      </p:sp>
      <p:sp>
        <p:nvSpPr>
          <p:cNvPr id="46093" name="Rectangle 18">
            <a:extLst>
              <a:ext uri="{FF2B5EF4-FFF2-40B4-BE49-F238E27FC236}">
                <a16:creationId xmlns:a16="http://schemas.microsoft.com/office/drawing/2014/main" id="{8BF5D076-1805-CA2C-4F70-5A1430BD8221}"/>
              </a:ext>
            </a:extLst>
          </p:cNvPr>
          <p:cNvSpPr>
            <a:spLocks noChangeArrowheads="1"/>
          </p:cNvSpPr>
          <p:nvPr/>
        </p:nvSpPr>
        <p:spPr bwMode="auto">
          <a:xfrm>
            <a:off x="400983" y="3010158"/>
            <a:ext cx="144270" cy="155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1040" eaLnBrk="1" fontAlgn="base" hangingPunct="1">
              <a:spcBef>
                <a:spcPct val="0"/>
              </a:spcBef>
              <a:spcAft>
                <a:spcPct val="0"/>
              </a:spcAft>
            </a:pPr>
            <a:r>
              <a:rPr lang="en-US" altLang="zh-CN" sz="1008">
                <a:solidFill>
                  <a:srgbClr val="000000"/>
                </a:solidFill>
                <a:ea typeface="宋体" panose="02010600030101010101" pitchFamily="2" charset="-122"/>
              </a:rPr>
              <a:t>$0</a:t>
            </a:r>
            <a:endParaRPr lang="en-US" altLang="zh-CN" sz="908">
              <a:solidFill>
                <a:srgbClr val="000000"/>
              </a:solidFill>
              <a:ea typeface="宋体" panose="02010600030101010101" pitchFamily="2" charset="-122"/>
            </a:endParaRPr>
          </a:p>
        </p:txBody>
      </p:sp>
      <p:sp>
        <p:nvSpPr>
          <p:cNvPr id="46094" name="Rectangle 19">
            <a:extLst>
              <a:ext uri="{FF2B5EF4-FFF2-40B4-BE49-F238E27FC236}">
                <a16:creationId xmlns:a16="http://schemas.microsoft.com/office/drawing/2014/main" id="{4762E31F-A47D-F0F7-F308-23A1182085CA}"/>
              </a:ext>
            </a:extLst>
          </p:cNvPr>
          <p:cNvSpPr>
            <a:spLocks noChangeArrowheads="1"/>
          </p:cNvSpPr>
          <p:nvPr/>
        </p:nvSpPr>
        <p:spPr bwMode="auto">
          <a:xfrm>
            <a:off x="400983" y="2740435"/>
            <a:ext cx="144270" cy="155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1040" eaLnBrk="1" fontAlgn="base" hangingPunct="1">
              <a:spcBef>
                <a:spcPct val="0"/>
              </a:spcBef>
              <a:spcAft>
                <a:spcPct val="0"/>
              </a:spcAft>
            </a:pPr>
            <a:r>
              <a:rPr lang="en-US" altLang="zh-CN" sz="1008">
                <a:solidFill>
                  <a:srgbClr val="000000"/>
                </a:solidFill>
                <a:ea typeface="宋体" panose="02010600030101010101" pitchFamily="2" charset="-122"/>
              </a:rPr>
              <a:t>$1</a:t>
            </a:r>
            <a:endParaRPr lang="en-US" altLang="zh-CN" sz="908">
              <a:solidFill>
                <a:srgbClr val="000000"/>
              </a:solidFill>
              <a:ea typeface="宋体" panose="02010600030101010101" pitchFamily="2" charset="-122"/>
            </a:endParaRPr>
          </a:p>
        </p:txBody>
      </p:sp>
      <p:sp>
        <p:nvSpPr>
          <p:cNvPr id="46095" name="Rectangle 20">
            <a:extLst>
              <a:ext uri="{FF2B5EF4-FFF2-40B4-BE49-F238E27FC236}">
                <a16:creationId xmlns:a16="http://schemas.microsoft.com/office/drawing/2014/main" id="{EA181B10-3E98-FF16-2704-F702EF60AF3B}"/>
              </a:ext>
            </a:extLst>
          </p:cNvPr>
          <p:cNvSpPr>
            <a:spLocks noChangeArrowheads="1"/>
          </p:cNvSpPr>
          <p:nvPr/>
        </p:nvSpPr>
        <p:spPr bwMode="auto">
          <a:xfrm>
            <a:off x="400983" y="2470713"/>
            <a:ext cx="144270" cy="155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1040" eaLnBrk="1" fontAlgn="base" hangingPunct="1">
              <a:spcBef>
                <a:spcPct val="0"/>
              </a:spcBef>
              <a:spcAft>
                <a:spcPct val="0"/>
              </a:spcAft>
            </a:pPr>
            <a:r>
              <a:rPr lang="en-US" altLang="zh-CN" sz="1008">
                <a:solidFill>
                  <a:srgbClr val="000000"/>
                </a:solidFill>
                <a:ea typeface="宋体" panose="02010600030101010101" pitchFamily="2" charset="-122"/>
              </a:rPr>
              <a:t>$2</a:t>
            </a:r>
            <a:endParaRPr lang="en-US" altLang="zh-CN" sz="908">
              <a:solidFill>
                <a:srgbClr val="000000"/>
              </a:solidFill>
              <a:ea typeface="宋体" panose="02010600030101010101" pitchFamily="2" charset="-122"/>
            </a:endParaRPr>
          </a:p>
        </p:txBody>
      </p:sp>
      <p:sp>
        <p:nvSpPr>
          <p:cNvPr id="46096" name="Rectangle 21">
            <a:extLst>
              <a:ext uri="{FF2B5EF4-FFF2-40B4-BE49-F238E27FC236}">
                <a16:creationId xmlns:a16="http://schemas.microsoft.com/office/drawing/2014/main" id="{3DB4172A-C27E-1065-2A08-BC5C03F5F352}"/>
              </a:ext>
            </a:extLst>
          </p:cNvPr>
          <p:cNvSpPr>
            <a:spLocks noChangeArrowheads="1"/>
          </p:cNvSpPr>
          <p:nvPr/>
        </p:nvSpPr>
        <p:spPr bwMode="auto">
          <a:xfrm>
            <a:off x="400983" y="2196187"/>
            <a:ext cx="144270" cy="155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1040" eaLnBrk="1" fontAlgn="base" hangingPunct="1">
              <a:spcBef>
                <a:spcPct val="0"/>
              </a:spcBef>
              <a:spcAft>
                <a:spcPct val="0"/>
              </a:spcAft>
            </a:pPr>
            <a:r>
              <a:rPr lang="en-US" altLang="zh-CN" sz="1008">
                <a:solidFill>
                  <a:srgbClr val="000000"/>
                </a:solidFill>
                <a:ea typeface="宋体" panose="02010600030101010101" pitchFamily="2" charset="-122"/>
              </a:rPr>
              <a:t>$3</a:t>
            </a:r>
            <a:endParaRPr lang="en-US" altLang="zh-CN" sz="908">
              <a:solidFill>
                <a:srgbClr val="000000"/>
              </a:solidFill>
              <a:ea typeface="宋体" panose="02010600030101010101" pitchFamily="2" charset="-122"/>
            </a:endParaRPr>
          </a:p>
        </p:txBody>
      </p:sp>
      <p:sp>
        <p:nvSpPr>
          <p:cNvPr id="46097" name="Rectangle 22">
            <a:extLst>
              <a:ext uri="{FF2B5EF4-FFF2-40B4-BE49-F238E27FC236}">
                <a16:creationId xmlns:a16="http://schemas.microsoft.com/office/drawing/2014/main" id="{DEE33BAB-7968-F3A6-5038-EDED6E738EC9}"/>
              </a:ext>
            </a:extLst>
          </p:cNvPr>
          <p:cNvSpPr>
            <a:spLocks noChangeArrowheads="1"/>
          </p:cNvSpPr>
          <p:nvPr/>
        </p:nvSpPr>
        <p:spPr bwMode="auto">
          <a:xfrm>
            <a:off x="400983" y="1926465"/>
            <a:ext cx="144270" cy="155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1040" eaLnBrk="1" fontAlgn="base" hangingPunct="1">
              <a:spcBef>
                <a:spcPct val="0"/>
              </a:spcBef>
              <a:spcAft>
                <a:spcPct val="0"/>
              </a:spcAft>
            </a:pPr>
            <a:r>
              <a:rPr lang="en-US" altLang="zh-CN" sz="1008">
                <a:solidFill>
                  <a:srgbClr val="000000"/>
                </a:solidFill>
                <a:ea typeface="宋体" panose="02010600030101010101" pitchFamily="2" charset="-122"/>
              </a:rPr>
              <a:t>$4</a:t>
            </a:r>
            <a:endParaRPr lang="en-US" altLang="zh-CN" sz="908">
              <a:solidFill>
                <a:srgbClr val="000000"/>
              </a:solidFill>
              <a:ea typeface="宋体" panose="02010600030101010101" pitchFamily="2" charset="-122"/>
            </a:endParaRPr>
          </a:p>
        </p:txBody>
      </p:sp>
      <p:sp>
        <p:nvSpPr>
          <p:cNvPr id="46098" name="Rectangle 23">
            <a:extLst>
              <a:ext uri="{FF2B5EF4-FFF2-40B4-BE49-F238E27FC236}">
                <a16:creationId xmlns:a16="http://schemas.microsoft.com/office/drawing/2014/main" id="{77B9B39C-3B98-1F05-F482-6AF1430E2CD7}"/>
              </a:ext>
            </a:extLst>
          </p:cNvPr>
          <p:cNvSpPr>
            <a:spLocks noChangeArrowheads="1"/>
          </p:cNvSpPr>
          <p:nvPr/>
        </p:nvSpPr>
        <p:spPr bwMode="auto">
          <a:xfrm>
            <a:off x="400983" y="1655941"/>
            <a:ext cx="144270" cy="155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1040" eaLnBrk="1" fontAlgn="base" hangingPunct="1">
              <a:spcBef>
                <a:spcPct val="0"/>
              </a:spcBef>
              <a:spcAft>
                <a:spcPct val="0"/>
              </a:spcAft>
            </a:pPr>
            <a:r>
              <a:rPr lang="en-US" altLang="zh-CN" sz="1008">
                <a:solidFill>
                  <a:srgbClr val="000000"/>
                </a:solidFill>
                <a:ea typeface="宋体" panose="02010600030101010101" pitchFamily="2" charset="-122"/>
              </a:rPr>
              <a:t>$5</a:t>
            </a:r>
            <a:endParaRPr lang="en-US" altLang="zh-CN" sz="908">
              <a:solidFill>
                <a:srgbClr val="000000"/>
              </a:solidFill>
              <a:ea typeface="宋体" panose="02010600030101010101" pitchFamily="2" charset="-122"/>
            </a:endParaRPr>
          </a:p>
        </p:txBody>
      </p:sp>
      <p:sp>
        <p:nvSpPr>
          <p:cNvPr id="46099" name="Rectangle 24">
            <a:extLst>
              <a:ext uri="{FF2B5EF4-FFF2-40B4-BE49-F238E27FC236}">
                <a16:creationId xmlns:a16="http://schemas.microsoft.com/office/drawing/2014/main" id="{851C609B-3213-6517-8677-4043841EAA07}"/>
              </a:ext>
            </a:extLst>
          </p:cNvPr>
          <p:cNvSpPr>
            <a:spLocks noChangeArrowheads="1"/>
          </p:cNvSpPr>
          <p:nvPr/>
        </p:nvSpPr>
        <p:spPr bwMode="auto">
          <a:xfrm>
            <a:off x="400983" y="1382217"/>
            <a:ext cx="144270" cy="155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1040" eaLnBrk="1" fontAlgn="base" hangingPunct="1">
              <a:spcBef>
                <a:spcPct val="0"/>
              </a:spcBef>
              <a:spcAft>
                <a:spcPct val="0"/>
              </a:spcAft>
            </a:pPr>
            <a:r>
              <a:rPr lang="en-US" altLang="zh-CN" sz="1008">
                <a:solidFill>
                  <a:srgbClr val="000000"/>
                </a:solidFill>
                <a:ea typeface="宋体" panose="02010600030101010101" pitchFamily="2" charset="-122"/>
              </a:rPr>
              <a:t>$6</a:t>
            </a:r>
            <a:endParaRPr lang="en-US" altLang="zh-CN" sz="908">
              <a:solidFill>
                <a:srgbClr val="000000"/>
              </a:solidFill>
              <a:ea typeface="宋体" panose="02010600030101010101" pitchFamily="2" charset="-122"/>
            </a:endParaRPr>
          </a:p>
        </p:txBody>
      </p:sp>
      <p:sp>
        <p:nvSpPr>
          <p:cNvPr id="46100" name="Rectangle 25">
            <a:extLst>
              <a:ext uri="{FF2B5EF4-FFF2-40B4-BE49-F238E27FC236}">
                <a16:creationId xmlns:a16="http://schemas.microsoft.com/office/drawing/2014/main" id="{DC90A145-9278-24DD-C050-A57D68E518B1}"/>
              </a:ext>
            </a:extLst>
          </p:cNvPr>
          <p:cNvSpPr>
            <a:spLocks noChangeArrowheads="1"/>
          </p:cNvSpPr>
          <p:nvPr/>
        </p:nvSpPr>
        <p:spPr bwMode="auto">
          <a:xfrm>
            <a:off x="400983" y="1111694"/>
            <a:ext cx="144270" cy="155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1040" eaLnBrk="1" fontAlgn="base" hangingPunct="1">
              <a:spcBef>
                <a:spcPct val="0"/>
              </a:spcBef>
              <a:spcAft>
                <a:spcPct val="0"/>
              </a:spcAft>
            </a:pPr>
            <a:r>
              <a:rPr lang="en-US" altLang="zh-CN" sz="1008">
                <a:solidFill>
                  <a:srgbClr val="000000"/>
                </a:solidFill>
                <a:ea typeface="宋体" panose="02010600030101010101" pitchFamily="2" charset="-122"/>
              </a:rPr>
              <a:t>$7</a:t>
            </a:r>
            <a:endParaRPr lang="en-US" altLang="zh-CN" sz="908">
              <a:solidFill>
                <a:srgbClr val="000000"/>
              </a:solidFill>
              <a:ea typeface="宋体" panose="02010600030101010101" pitchFamily="2" charset="-122"/>
            </a:endParaRPr>
          </a:p>
        </p:txBody>
      </p:sp>
      <p:sp>
        <p:nvSpPr>
          <p:cNvPr id="46101" name="Rectangle 26">
            <a:extLst>
              <a:ext uri="{FF2B5EF4-FFF2-40B4-BE49-F238E27FC236}">
                <a16:creationId xmlns:a16="http://schemas.microsoft.com/office/drawing/2014/main" id="{8E39E246-259C-0497-A4C5-38AFE454ADC3}"/>
              </a:ext>
            </a:extLst>
          </p:cNvPr>
          <p:cNvSpPr>
            <a:spLocks noChangeArrowheads="1"/>
          </p:cNvSpPr>
          <p:nvPr/>
        </p:nvSpPr>
        <p:spPr bwMode="auto">
          <a:xfrm>
            <a:off x="400983" y="841970"/>
            <a:ext cx="144270" cy="155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1040" eaLnBrk="1" fontAlgn="base" hangingPunct="1">
              <a:spcBef>
                <a:spcPct val="0"/>
              </a:spcBef>
              <a:spcAft>
                <a:spcPct val="0"/>
              </a:spcAft>
            </a:pPr>
            <a:r>
              <a:rPr lang="en-US" altLang="zh-CN" sz="1008">
                <a:solidFill>
                  <a:srgbClr val="000000"/>
                </a:solidFill>
                <a:ea typeface="宋体" panose="02010600030101010101" pitchFamily="2" charset="-122"/>
              </a:rPr>
              <a:t>$8</a:t>
            </a:r>
            <a:endParaRPr lang="en-US" altLang="zh-CN" sz="908">
              <a:solidFill>
                <a:srgbClr val="000000"/>
              </a:solidFill>
              <a:ea typeface="宋体" panose="02010600030101010101" pitchFamily="2" charset="-122"/>
            </a:endParaRPr>
          </a:p>
        </p:txBody>
      </p:sp>
      <p:sp>
        <p:nvSpPr>
          <p:cNvPr id="46102" name="Rectangle 27">
            <a:extLst>
              <a:ext uri="{FF2B5EF4-FFF2-40B4-BE49-F238E27FC236}">
                <a16:creationId xmlns:a16="http://schemas.microsoft.com/office/drawing/2014/main" id="{1FB968FB-B5F8-3E68-5E47-4D79A2FC5FC6}"/>
              </a:ext>
            </a:extLst>
          </p:cNvPr>
          <p:cNvSpPr>
            <a:spLocks noChangeArrowheads="1"/>
          </p:cNvSpPr>
          <p:nvPr/>
        </p:nvSpPr>
        <p:spPr bwMode="auto">
          <a:xfrm>
            <a:off x="400983" y="567446"/>
            <a:ext cx="144270" cy="155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1040" eaLnBrk="1" fontAlgn="base" hangingPunct="1">
              <a:spcBef>
                <a:spcPct val="0"/>
              </a:spcBef>
              <a:spcAft>
                <a:spcPct val="0"/>
              </a:spcAft>
            </a:pPr>
            <a:r>
              <a:rPr lang="en-US" altLang="zh-CN" sz="1008">
                <a:solidFill>
                  <a:srgbClr val="000000"/>
                </a:solidFill>
                <a:ea typeface="宋体" panose="02010600030101010101" pitchFamily="2" charset="-122"/>
              </a:rPr>
              <a:t>$9</a:t>
            </a:r>
            <a:endParaRPr lang="en-US" altLang="zh-CN" sz="908">
              <a:solidFill>
                <a:srgbClr val="000000"/>
              </a:solidFill>
              <a:ea typeface="宋体" panose="02010600030101010101" pitchFamily="2" charset="-122"/>
            </a:endParaRPr>
          </a:p>
        </p:txBody>
      </p:sp>
      <p:sp>
        <p:nvSpPr>
          <p:cNvPr id="46103" name="Rectangle 28">
            <a:extLst>
              <a:ext uri="{FF2B5EF4-FFF2-40B4-BE49-F238E27FC236}">
                <a16:creationId xmlns:a16="http://schemas.microsoft.com/office/drawing/2014/main" id="{CAE29391-4B5B-5A2F-8AFC-2B1F139DA01A}"/>
              </a:ext>
            </a:extLst>
          </p:cNvPr>
          <p:cNvSpPr>
            <a:spLocks noChangeArrowheads="1"/>
          </p:cNvSpPr>
          <p:nvPr/>
        </p:nvSpPr>
        <p:spPr bwMode="auto">
          <a:xfrm>
            <a:off x="508232" y="3191841"/>
            <a:ext cx="288541" cy="155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1040" eaLnBrk="1" fontAlgn="base" hangingPunct="1">
              <a:spcBef>
                <a:spcPct val="0"/>
              </a:spcBef>
              <a:spcAft>
                <a:spcPct val="0"/>
              </a:spcAft>
            </a:pPr>
            <a:r>
              <a:rPr lang="en-US" altLang="zh-CN" sz="1008">
                <a:solidFill>
                  <a:srgbClr val="000000"/>
                </a:solidFill>
                <a:ea typeface="宋体" panose="02010600030101010101" pitchFamily="2" charset="-122"/>
              </a:rPr>
              <a:t>1950</a:t>
            </a:r>
            <a:endParaRPr lang="en-US" altLang="zh-CN" sz="908">
              <a:solidFill>
                <a:srgbClr val="000000"/>
              </a:solidFill>
              <a:ea typeface="宋体" panose="02010600030101010101" pitchFamily="2" charset="-122"/>
            </a:endParaRPr>
          </a:p>
        </p:txBody>
      </p:sp>
      <p:sp>
        <p:nvSpPr>
          <p:cNvPr id="46104" name="Rectangle 29">
            <a:extLst>
              <a:ext uri="{FF2B5EF4-FFF2-40B4-BE49-F238E27FC236}">
                <a16:creationId xmlns:a16="http://schemas.microsoft.com/office/drawing/2014/main" id="{03D4B68E-9EFC-566F-675E-9CA74CEF7FE2}"/>
              </a:ext>
            </a:extLst>
          </p:cNvPr>
          <p:cNvSpPr>
            <a:spLocks noChangeArrowheads="1"/>
          </p:cNvSpPr>
          <p:nvPr/>
        </p:nvSpPr>
        <p:spPr bwMode="auto">
          <a:xfrm>
            <a:off x="825176" y="3191841"/>
            <a:ext cx="288541" cy="155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1040" eaLnBrk="1" fontAlgn="base" hangingPunct="1">
              <a:spcBef>
                <a:spcPct val="0"/>
              </a:spcBef>
              <a:spcAft>
                <a:spcPct val="0"/>
              </a:spcAft>
            </a:pPr>
            <a:r>
              <a:rPr lang="en-US" altLang="zh-CN" sz="1008">
                <a:solidFill>
                  <a:srgbClr val="000000"/>
                </a:solidFill>
                <a:ea typeface="宋体" panose="02010600030101010101" pitchFamily="2" charset="-122"/>
              </a:rPr>
              <a:t>1955</a:t>
            </a:r>
            <a:endParaRPr lang="en-US" altLang="zh-CN" sz="908">
              <a:solidFill>
                <a:srgbClr val="000000"/>
              </a:solidFill>
              <a:ea typeface="宋体" panose="02010600030101010101" pitchFamily="2" charset="-122"/>
            </a:endParaRPr>
          </a:p>
        </p:txBody>
      </p:sp>
      <p:sp>
        <p:nvSpPr>
          <p:cNvPr id="46105" name="Rectangle 30">
            <a:extLst>
              <a:ext uri="{FF2B5EF4-FFF2-40B4-BE49-F238E27FC236}">
                <a16:creationId xmlns:a16="http://schemas.microsoft.com/office/drawing/2014/main" id="{FB47E6FB-11C5-3432-736C-EB6CBD8BB050}"/>
              </a:ext>
            </a:extLst>
          </p:cNvPr>
          <p:cNvSpPr>
            <a:spLocks noChangeArrowheads="1"/>
          </p:cNvSpPr>
          <p:nvPr/>
        </p:nvSpPr>
        <p:spPr bwMode="auto">
          <a:xfrm>
            <a:off x="1142121" y="3191841"/>
            <a:ext cx="288541" cy="155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1040" eaLnBrk="1" fontAlgn="base" hangingPunct="1">
              <a:spcBef>
                <a:spcPct val="0"/>
              </a:spcBef>
              <a:spcAft>
                <a:spcPct val="0"/>
              </a:spcAft>
            </a:pPr>
            <a:r>
              <a:rPr lang="en-US" altLang="zh-CN" sz="1008">
                <a:solidFill>
                  <a:srgbClr val="000000"/>
                </a:solidFill>
                <a:ea typeface="宋体" panose="02010600030101010101" pitchFamily="2" charset="-122"/>
              </a:rPr>
              <a:t>1960</a:t>
            </a:r>
            <a:endParaRPr lang="en-US" altLang="zh-CN" sz="908">
              <a:solidFill>
                <a:srgbClr val="000000"/>
              </a:solidFill>
              <a:ea typeface="宋体" panose="02010600030101010101" pitchFamily="2" charset="-122"/>
            </a:endParaRPr>
          </a:p>
        </p:txBody>
      </p:sp>
      <p:sp>
        <p:nvSpPr>
          <p:cNvPr id="46106" name="Rectangle 31">
            <a:extLst>
              <a:ext uri="{FF2B5EF4-FFF2-40B4-BE49-F238E27FC236}">
                <a16:creationId xmlns:a16="http://schemas.microsoft.com/office/drawing/2014/main" id="{F1082691-C110-4D39-E517-64E98116A165}"/>
              </a:ext>
            </a:extLst>
          </p:cNvPr>
          <p:cNvSpPr>
            <a:spLocks noChangeArrowheads="1"/>
          </p:cNvSpPr>
          <p:nvPr/>
        </p:nvSpPr>
        <p:spPr bwMode="auto">
          <a:xfrm>
            <a:off x="1459065" y="3191841"/>
            <a:ext cx="288541" cy="155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1040" eaLnBrk="1" fontAlgn="base" hangingPunct="1">
              <a:spcBef>
                <a:spcPct val="0"/>
              </a:spcBef>
              <a:spcAft>
                <a:spcPct val="0"/>
              </a:spcAft>
            </a:pPr>
            <a:r>
              <a:rPr lang="en-US" altLang="zh-CN" sz="1008">
                <a:solidFill>
                  <a:srgbClr val="000000"/>
                </a:solidFill>
                <a:ea typeface="宋体" panose="02010600030101010101" pitchFamily="2" charset="-122"/>
              </a:rPr>
              <a:t>1965</a:t>
            </a:r>
            <a:endParaRPr lang="en-US" altLang="zh-CN" sz="908">
              <a:solidFill>
                <a:srgbClr val="000000"/>
              </a:solidFill>
              <a:ea typeface="宋体" panose="02010600030101010101" pitchFamily="2" charset="-122"/>
            </a:endParaRPr>
          </a:p>
        </p:txBody>
      </p:sp>
      <p:sp>
        <p:nvSpPr>
          <p:cNvPr id="46107" name="Rectangle 32">
            <a:extLst>
              <a:ext uri="{FF2B5EF4-FFF2-40B4-BE49-F238E27FC236}">
                <a16:creationId xmlns:a16="http://schemas.microsoft.com/office/drawing/2014/main" id="{E3BF0943-4E7E-5A89-0015-B302F8D3C5CF}"/>
              </a:ext>
            </a:extLst>
          </p:cNvPr>
          <p:cNvSpPr>
            <a:spLocks noChangeArrowheads="1"/>
          </p:cNvSpPr>
          <p:nvPr/>
        </p:nvSpPr>
        <p:spPr bwMode="auto">
          <a:xfrm>
            <a:off x="1776009" y="3191841"/>
            <a:ext cx="288541" cy="155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1040" eaLnBrk="1" fontAlgn="base" hangingPunct="1">
              <a:spcBef>
                <a:spcPct val="0"/>
              </a:spcBef>
              <a:spcAft>
                <a:spcPct val="0"/>
              </a:spcAft>
            </a:pPr>
            <a:r>
              <a:rPr lang="en-US" altLang="zh-CN" sz="1008">
                <a:solidFill>
                  <a:srgbClr val="000000"/>
                </a:solidFill>
                <a:ea typeface="宋体" panose="02010600030101010101" pitchFamily="2" charset="-122"/>
              </a:rPr>
              <a:t>1970</a:t>
            </a:r>
            <a:endParaRPr lang="en-US" altLang="zh-CN" sz="908">
              <a:solidFill>
                <a:srgbClr val="000000"/>
              </a:solidFill>
              <a:ea typeface="宋体" panose="02010600030101010101" pitchFamily="2" charset="-122"/>
            </a:endParaRPr>
          </a:p>
        </p:txBody>
      </p:sp>
      <p:sp>
        <p:nvSpPr>
          <p:cNvPr id="46108" name="Rectangle 33">
            <a:extLst>
              <a:ext uri="{FF2B5EF4-FFF2-40B4-BE49-F238E27FC236}">
                <a16:creationId xmlns:a16="http://schemas.microsoft.com/office/drawing/2014/main" id="{361F9AF4-B270-5851-C543-9C2CBD05B937}"/>
              </a:ext>
            </a:extLst>
          </p:cNvPr>
          <p:cNvSpPr>
            <a:spLocks noChangeArrowheads="1"/>
          </p:cNvSpPr>
          <p:nvPr/>
        </p:nvSpPr>
        <p:spPr bwMode="auto">
          <a:xfrm>
            <a:off x="2092954" y="3191841"/>
            <a:ext cx="288541" cy="155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1040" eaLnBrk="1" fontAlgn="base" hangingPunct="1">
              <a:spcBef>
                <a:spcPct val="0"/>
              </a:spcBef>
              <a:spcAft>
                <a:spcPct val="0"/>
              </a:spcAft>
            </a:pPr>
            <a:r>
              <a:rPr lang="en-US" altLang="zh-CN" sz="1008">
                <a:solidFill>
                  <a:srgbClr val="000000"/>
                </a:solidFill>
                <a:ea typeface="宋体" panose="02010600030101010101" pitchFamily="2" charset="-122"/>
              </a:rPr>
              <a:t>1975</a:t>
            </a:r>
            <a:endParaRPr lang="en-US" altLang="zh-CN" sz="908">
              <a:solidFill>
                <a:srgbClr val="000000"/>
              </a:solidFill>
              <a:ea typeface="宋体" panose="02010600030101010101" pitchFamily="2" charset="-122"/>
            </a:endParaRPr>
          </a:p>
        </p:txBody>
      </p:sp>
      <p:sp>
        <p:nvSpPr>
          <p:cNvPr id="46109" name="Rectangle 34">
            <a:extLst>
              <a:ext uri="{FF2B5EF4-FFF2-40B4-BE49-F238E27FC236}">
                <a16:creationId xmlns:a16="http://schemas.microsoft.com/office/drawing/2014/main" id="{6716A9F9-20B7-65A6-2283-F2BE546A0A93}"/>
              </a:ext>
            </a:extLst>
          </p:cNvPr>
          <p:cNvSpPr>
            <a:spLocks noChangeArrowheads="1"/>
          </p:cNvSpPr>
          <p:nvPr/>
        </p:nvSpPr>
        <p:spPr bwMode="auto">
          <a:xfrm>
            <a:off x="2409898" y="3191841"/>
            <a:ext cx="288541" cy="155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1040" eaLnBrk="1" fontAlgn="base" hangingPunct="1">
              <a:spcBef>
                <a:spcPct val="0"/>
              </a:spcBef>
              <a:spcAft>
                <a:spcPct val="0"/>
              </a:spcAft>
            </a:pPr>
            <a:r>
              <a:rPr lang="en-US" altLang="zh-CN" sz="1008">
                <a:solidFill>
                  <a:srgbClr val="000000"/>
                </a:solidFill>
                <a:ea typeface="宋体" panose="02010600030101010101" pitchFamily="2" charset="-122"/>
              </a:rPr>
              <a:t>1980</a:t>
            </a:r>
            <a:endParaRPr lang="en-US" altLang="zh-CN" sz="908">
              <a:solidFill>
                <a:srgbClr val="000000"/>
              </a:solidFill>
              <a:ea typeface="宋体" panose="02010600030101010101" pitchFamily="2" charset="-122"/>
            </a:endParaRPr>
          </a:p>
        </p:txBody>
      </p:sp>
      <p:sp>
        <p:nvSpPr>
          <p:cNvPr id="46110" name="Rectangle 35">
            <a:extLst>
              <a:ext uri="{FF2B5EF4-FFF2-40B4-BE49-F238E27FC236}">
                <a16:creationId xmlns:a16="http://schemas.microsoft.com/office/drawing/2014/main" id="{4159429E-0D09-303B-54FE-9A419E49E784}"/>
              </a:ext>
            </a:extLst>
          </p:cNvPr>
          <p:cNvSpPr>
            <a:spLocks noChangeArrowheads="1"/>
          </p:cNvSpPr>
          <p:nvPr/>
        </p:nvSpPr>
        <p:spPr bwMode="auto">
          <a:xfrm>
            <a:off x="2726843" y="3191841"/>
            <a:ext cx="288541" cy="155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1040" eaLnBrk="1" fontAlgn="base" hangingPunct="1">
              <a:spcBef>
                <a:spcPct val="0"/>
              </a:spcBef>
              <a:spcAft>
                <a:spcPct val="0"/>
              </a:spcAft>
            </a:pPr>
            <a:r>
              <a:rPr lang="en-US" altLang="zh-CN" sz="1008">
                <a:solidFill>
                  <a:srgbClr val="000000"/>
                </a:solidFill>
                <a:ea typeface="宋体" panose="02010600030101010101" pitchFamily="2" charset="-122"/>
              </a:rPr>
              <a:t>1985</a:t>
            </a:r>
            <a:endParaRPr lang="en-US" altLang="zh-CN" sz="908">
              <a:solidFill>
                <a:srgbClr val="000000"/>
              </a:solidFill>
              <a:ea typeface="宋体" panose="02010600030101010101" pitchFamily="2" charset="-122"/>
            </a:endParaRPr>
          </a:p>
        </p:txBody>
      </p:sp>
      <p:sp>
        <p:nvSpPr>
          <p:cNvPr id="46111" name="Rectangle 36">
            <a:extLst>
              <a:ext uri="{FF2B5EF4-FFF2-40B4-BE49-F238E27FC236}">
                <a16:creationId xmlns:a16="http://schemas.microsoft.com/office/drawing/2014/main" id="{5CCFBE2C-4A59-91E9-F832-B84843696229}"/>
              </a:ext>
            </a:extLst>
          </p:cNvPr>
          <p:cNvSpPr>
            <a:spLocks noChangeArrowheads="1"/>
          </p:cNvSpPr>
          <p:nvPr/>
        </p:nvSpPr>
        <p:spPr bwMode="auto">
          <a:xfrm>
            <a:off x="3043787" y="3191841"/>
            <a:ext cx="288541" cy="155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1040" eaLnBrk="1" fontAlgn="base" hangingPunct="1">
              <a:spcBef>
                <a:spcPct val="0"/>
              </a:spcBef>
              <a:spcAft>
                <a:spcPct val="0"/>
              </a:spcAft>
            </a:pPr>
            <a:r>
              <a:rPr lang="en-US" altLang="zh-CN" sz="1008">
                <a:solidFill>
                  <a:srgbClr val="000000"/>
                </a:solidFill>
                <a:ea typeface="宋体" panose="02010600030101010101" pitchFamily="2" charset="-122"/>
              </a:rPr>
              <a:t>1990</a:t>
            </a:r>
            <a:endParaRPr lang="en-US" altLang="zh-CN" sz="908">
              <a:solidFill>
                <a:srgbClr val="000000"/>
              </a:solidFill>
              <a:ea typeface="宋体" panose="02010600030101010101" pitchFamily="2" charset="-122"/>
            </a:endParaRPr>
          </a:p>
        </p:txBody>
      </p:sp>
      <p:sp>
        <p:nvSpPr>
          <p:cNvPr id="46112" name="Rectangle 37">
            <a:extLst>
              <a:ext uri="{FF2B5EF4-FFF2-40B4-BE49-F238E27FC236}">
                <a16:creationId xmlns:a16="http://schemas.microsoft.com/office/drawing/2014/main" id="{2B36886E-B585-9258-26DE-53F5E8FEFF98}"/>
              </a:ext>
            </a:extLst>
          </p:cNvPr>
          <p:cNvSpPr>
            <a:spLocks noChangeArrowheads="1"/>
          </p:cNvSpPr>
          <p:nvPr/>
        </p:nvSpPr>
        <p:spPr bwMode="auto">
          <a:xfrm>
            <a:off x="3360731" y="3191841"/>
            <a:ext cx="288541" cy="155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1040" eaLnBrk="1" fontAlgn="base" hangingPunct="1">
              <a:spcBef>
                <a:spcPct val="0"/>
              </a:spcBef>
              <a:spcAft>
                <a:spcPct val="0"/>
              </a:spcAft>
            </a:pPr>
            <a:r>
              <a:rPr lang="en-US" altLang="zh-CN" sz="1008">
                <a:solidFill>
                  <a:srgbClr val="000000"/>
                </a:solidFill>
                <a:ea typeface="宋体" panose="02010600030101010101" pitchFamily="2" charset="-122"/>
              </a:rPr>
              <a:t>1995</a:t>
            </a:r>
            <a:endParaRPr lang="en-US" altLang="zh-CN" sz="908">
              <a:solidFill>
                <a:srgbClr val="000000"/>
              </a:solidFill>
              <a:ea typeface="宋体" panose="02010600030101010101" pitchFamily="2" charset="-122"/>
            </a:endParaRPr>
          </a:p>
        </p:txBody>
      </p:sp>
      <p:sp>
        <p:nvSpPr>
          <p:cNvPr id="46113" name="Rectangle 38">
            <a:extLst>
              <a:ext uri="{FF2B5EF4-FFF2-40B4-BE49-F238E27FC236}">
                <a16:creationId xmlns:a16="http://schemas.microsoft.com/office/drawing/2014/main" id="{2BEC920E-B07B-38CA-AC89-5016A42A8C5D}"/>
              </a:ext>
            </a:extLst>
          </p:cNvPr>
          <p:cNvSpPr>
            <a:spLocks noChangeArrowheads="1"/>
          </p:cNvSpPr>
          <p:nvPr/>
        </p:nvSpPr>
        <p:spPr bwMode="auto">
          <a:xfrm>
            <a:off x="3677676" y="3191841"/>
            <a:ext cx="288541" cy="155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1040" eaLnBrk="1" fontAlgn="base" hangingPunct="1">
              <a:spcBef>
                <a:spcPct val="0"/>
              </a:spcBef>
              <a:spcAft>
                <a:spcPct val="0"/>
              </a:spcAft>
            </a:pPr>
            <a:r>
              <a:rPr lang="en-US" altLang="zh-CN" sz="1008">
                <a:solidFill>
                  <a:srgbClr val="000000"/>
                </a:solidFill>
                <a:ea typeface="宋体" panose="02010600030101010101" pitchFamily="2" charset="-122"/>
              </a:rPr>
              <a:t>2000</a:t>
            </a:r>
            <a:endParaRPr lang="en-US" altLang="zh-CN" sz="908">
              <a:solidFill>
                <a:srgbClr val="000000"/>
              </a:solidFill>
              <a:ea typeface="宋体" panose="02010600030101010101" pitchFamily="2" charset="-122"/>
            </a:endParaRPr>
          </a:p>
        </p:txBody>
      </p:sp>
      <p:sp>
        <p:nvSpPr>
          <p:cNvPr id="46114" name="Rectangle 39">
            <a:extLst>
              <a:ext uri="{FF2B5EF4-FFF2-40B4-BE49-F238E27FC236}">
                <a16:creationId xmlns:a16="http://schemas.microsoft.com/office/drawing/2014/main" id="{3FB37C7B-B3CA-EDCE-A4B6-F0999015B25D}"/>
              </a:ext>
            </a:extLst>
          </p:cNvPr>
          <p:cNvSpPr>
            <a:spLocks noChangeArrowheads="1"/>
          </p:cNvSpPr>
          <p:nvPr/>
        </p:nvSpPr>
        <p:spPr bwMode="auto">
          <a:xfrm>
            <a:off x="3994620" y="3191841"/>
            <a:ext cx="288541" cy="1551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1040" eaLnBrk="1" fontAlgn="base" hangingPunct="1">
              <a:spcBef>
                <a:spcPct val="0"/>
              </a:spcBef>
              <a:spcAft>
                <a:spcPct val="0"/>
              </a:spcAft>
            </a:pPr>
            <a:r>
              <a:rPr lang="en-US" altLang="zh-CN" sz="1008">
                <a:solidFill>
                  <a:srgbClr val="000000"/>
                </a:solidFill>
                <a:ea typeface="宋体" panose="02010600030101010101" pitchFamily="2" charset="-122"/>
              </a:rPr>
              <a:t>2005</a:t>
            </a:r>
            <a:endParaRPr lang="en-US" altLang="zh-CN" sz="908">
              <a:solidFill>
                <a:srgbClr val="000000"/>
              </a:solidFill>
              <a:ea typeface="宋体" panose="02010600030101010101" pitchFamily="2" charset="-122"/>
            </a:endParaRPr>
          </a:p>
        </p:txBody>
      </p:sp>
      <p:grpSp>
        <p:nvGrpSpPr>
          <p:cNvPr id="46115" name="Group 35">
            <a:extLst>
              <a:ext uri="{FF2B5EF4-FFF2-40B4-BE49-F238E27FC236}">
                <a16:creationId xmlns:a16="http://schemas.microsoft.com/office/drawing/2014/main" id="{B5367699-167E-5B6D-68C6-905784E02563}"/>
              </a:ext>
            </a:extLst>
          </p:cNvPr>
          <p:cNvGrpSpPr>
            <a:grpSpLocks/>
          </p:cNvGrpSpPr>
          <p:nvPr/>
        </p:nvGrpSpPr>
        <p:grpSpPr bwMode="auto">
          <a:xfrm>
            <a:off x="2790071" y="2324246"/>
            <a:ext cx="1278182" cy="389777"/>
            <a:chOff x="0" y="0"/>
            <a:chExt cx="1597" cy="487"/>
          </a:xfrm>
        </p:grpSpPr>
        <p:sp>
          <p:nvSpPr>
            <p:cNvPr id="46116" name="Text Box 40">
              <a:extLst>
                <a:ext uri="{FF2B5EF4-FFF2-40B4-BE49-F238E27FC236}">
                  <a16:creationId xmlns:a16="http://schemas.microsoft.com/office/drawing/2014/main" id="{DDB6142E-5ACD-3FCF-5B58-A8606C011D2C}"/>
                </a:ext>
              </a:extLst>
            </p:cNvPr>
            <p:cNvSpPr txBox="1">
              <a:spLocks noChangeArrowheads="1"/>
            </p:cNvSpPr>
            <p:nvPr/>
          </p:nvSpPr>
          <p:spPr bwMode="auto">
            <a:xfrm>
              <a:off x="227" y="139"/>
              <a:ext cx="1370" cy="3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defTabSz="461040" eaLnBrk="1" fontAlgn="base" hangingPunct="1">
                <a:spcBef>
                  <a:spcPct val="50000"/>
                </a:spcBef>
                <a:spcAft>
                  <a:spcPct val="0"/>
                </a:spcAft>
              </a:pPr>
              <a:r>
                <a:rPr lang="zh-CN" altLang="zh-CN" sz="1210">
                  <a:solidFill>
                    <a:srgbClr val="000000"/>
                  </a:solidFill>
                  <a:ea typeface="宋体" panose="02010600030101010101" pitchFamily="2" charset="-122"/>
                </a:rPr>
                <a:t>目前的美元</a:t>
              </a:r>
            </a:p>
          </p:txBody>
        </p:sp>
        <p:sp>
          <p:nvSpPr>
            <p:cNvPr id="46117" name="Line 42">
              <a:extLst>
                <a:ext uri="{FF2B5EF4-FFF2-40B4-BE49-F238E27FC236}">
                  <a16:creationId xmlns:a16="http://schemas.microsoft.com/office/drawing/2014/main" id="{5A73EFFD-0DC7-2521-1B7E-D5CA32B650DF}"/>
                </a:ext>
              </a:extLst>
            </p:cNvPr>
            <p:cNvSpPr>
              <a:spLocks noChangeShapeType="1"/>
            </p:cNvSpPr>
            <p:nvPr/>
          </p:nvSpPr>
          <p:spPr bwMode="auto">
            <a:xfrm flipH="1" flipV="1">
              <a:off x="0" y="0"/>
              <a:ext cx="277" cy="22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defTabSz="461040" fontAlgn="base">
                <a:spcBef>
                  <a:spcPct val="0"/>
                </a:spcBef>
                <a:spcAft>
                  <a:spcPct val="0"/>
                </a:spcAft>
              </a:pPr>
              <a:endParaRPr lang="zh-CN" altLang="en-US" sz="908">
                <a:solidFill>
                  <a:srgbClr val="000000"/>
                </a:solidFill>
                <a:latin typeface="Arial" panose="020B0604020202020204" pitchFamily="34" charset="0"/>
              </a:endParaRPr>
            </a:p>
          </p:txBody>
        </p:sp>
      </p:grpSp>
      <p:grpSp>
        <p:nvGrpSpPr>
          <p:cNvPr id="46118" name="Group 38">
            <a:extLst>
              <a:ext uri="{FF2B5EF4-FFF2-40B4-BE49-F238E27FC236}">
                <a16:creationId xmlns:a16="http://schemas.microsoft.com/office/drawing/2014/main" id="{47164F03-710C-CD80-DD2A-EEEBF9B9E13C}"/>
              </a:ext>
            </a:extLst>
          </p:cNvPr>
          <p:cNvGrpSpPr>
            <a:grpSpLocks/>
          </p:cNvGrpSpPr>
          <p:nvPr/>
        </p:nvGrpSpPr>
        <p:grpSpPr bwMode="auto">
          <a:xfrm>
            <a:off x="2800476" y="768337"/>
            <a:ext cx="1125313" cy="424994"/>
            <a:chOff x="0" y="0"/>
            <a:chExt cx="1406" cy="531"/>
          </a:xfrm>
        </p:grpSpPr>
        <p:sp>
          <p:nvSpPr>
            <p:cNvPr id="46119" name="Text Box 41">
              <a:extLst>
                <a:ext uri="{FF2B5EF4-FFF2-40B4-BE49-F238E27FC236}">
                  <a16:creationId xmlns:a16="http://schemas.microsoft.com/office/drawing/2014/main" id="{B7CB0317-1B5E-3FA4-7AEB-2F543AF0A569}"/>
                </a:ext>
              </a:extLst>
            </p:cNvPr>
            <p:cNvSpPr txBox="1">
              <a:spLocks noChangeArrowheads="1"/>
            </p:cNvSpPr>
            <p:nvPr/>
          </p:nvSpPr>
          <p:spPr bwMode="auto">
            <a:xfrm>
              <a:off x="157" y="0"/>
              <a:ext cx="1249" cy="3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defTabSz="461040" eaLnBrk="1" fontAlgn="base" hangingPunct="1">
                <a:spcBef>
                  <a:spcPct val="50000"/>
                </a:spcBef>
                <a:spcAft>
                  <a:spcPct val="0"/>
                </a:spcAft>
              </a:pPr>
              <a:r>
                <a:rPr lang="zh-CN" altLang="zh-CN" sz="1210">
                  <a:solidFill>
                    <a:srgbClr val="000000"/>
                  </a:solidFill>
                  <a:ea typeface="宋体" panose="02010600030101010101" pitchFamily="2" charset="-122"/>
                </a:rPr>
                <a:t>2007 美元</a:t>
              </a:r>
            </a:p>
          </p:txBody>
        </p:sp>
        <p:sp>
          <p:nvSpPr>
            <p:cNvPr id="46120" name="Line 43">
              <a:extLst>
                <a:ext uri="{FF2B5EF4-FFF2-40B4-BE49-F238E27FC236}">
                  <a16:creationId xmlns:a16="http://schemas.microsoft.com/office/drawing/2014/main" id="{17067EAA-A546-9B6C-99AF-4A8223B08D27}"/>
                </a:ext>
              </a:extLst>
            </p:cNvPr>
            <p:cNvSpPr>
              <a:spLocks noChangeShapeType="1"/>
            </p:cNvSpPr>
            <p:nvPr/>
          </p:nvSpPr>
          <p:spPr bwMode="auto">
            <a:xfrm flipV="1">
              <a:off x="0" y="216"/>
              <a:ext cx="217" cy="315"/>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pPr defTabSz="461040" fontAlgn="base">
                <a:spcBef>
                  <a:spcPct val="0"/>
                </a:spcBef>
                <a:spcAft>
                  <a:spcPct val="0"/>
                </a:spcAft>
              </a:pPr>
              <a:endParaRPr lang="zh-CN" altLang="en-US" sz="908">
                <a:solidFill>
                  <a:srgbClr val="000000"/>
                </a:solidFill>
                <a:latin typeface="Arial" panose="020B0604020202020204" pitchFamily="34" charset="0"/>
              </a:endParaRPr>
            </a:p>
          </p:txBody>
        </p:sp>
      </p:grpSp>
    </p:spTree>
  </p:cSld>
  <p:clrMapOvr>
    <a:masterClrMapping/>
  </p:clrMapOvr>
  <p:transition>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46092"/>
                                        </p:tgtEl>
                                        <p:attrNameLst>
                                          <p:attrName>style.visibility</p:attrName>
                                        </p:attrNameLst>
                                      </p:cBhvr>
                                      <p:to>
                                        <p:strVal val="visible"/>
                                      </p:to>
                                    </p:set>
                                    <p:animEffect transition="in" filter="wipe(left)">
                                      <p:cBhvr>
                                        <p:cTn id="7" dur="500"/>
                                        <p:tgtEl>
                                          <p:spTgt spid="46092"/>
                                        </p:tgtEl>
                                      </p:cBhvr>
                                    </p:animEffect>
                                  </p:childTnLst>
                                </p:cTn>
                              </p:par>
                            </p:childTnLst>
                          </p:cTn>
                        </p:par>
                        <p:par>
                          <p:cTn id="8" fill="hold" nodeType="afterGroup">
                            <p:stCondLst>
                              <p:cond delay="500"/>
                            </p:stCondLst>
                            <p:childTnLst>
                              <p:par>
                                <p:cTn id="9" presetID="18" presetClass="entr" presetSubtype="6" fill="hold" nodeType="afterEffect">
                                  <p:stCondLst>
                                    <p:cond delay="0"/>
                                  </p:stCondLst>
                                  <p:childTnLst>
                                    <p:set>
                                      <p:cBhvr>
                                        <p:cTn id="10" dur="1" fill="hold">
                                          <p:stCondLst>
                                            <p:cond delay="0"/>
                                          </p:stCondLst>
                                        </p:cTn>
                                        <p:tgtEl>
                                          <p:spTgt spid="46115"/>
                                        </p:tgtEl>
                                        <p:attrNameLst>
                                          <p:attrName>style.visibility</p:attrName>
                                        </p:attrNameLst>
                                      </p:cBhvr>
                                      <p:to>
                                        <p:strVal val="visible"/>
                                      </p:to>
                                    </p:set>
                                    <p:animEffect transition="in" filter="strips(downRight)">
                                      <p:cBhvr>
                                        <p:cTn id="11" dur="500"/>
                                        <p:tgtEl>
                                          <p:spTgt spid="46115"/>
                                        </p:tgtEl>
                                      </p:cBhvr>
                                    </p:animEffect>
                                  </p:childTnLst>
                                </p:cTn>
                              </p:par>
                            </p:childTnLst>
                          </p:cTn>
                        </p:par>
                      </p:childTnLst>
                    </p:cTn>
                  </p:par>
                  <p:par>
                    <p:cTn id="12" fill="hold" nodeType="clickPar">
                      <p:stCondLst>
                        <p:cond delay="indefinite"/>
                      </p:stCondLst>
                      <p:childTnLst>
                        <p:par>
                          <p:cTn id="13" fill="hold" nodeType="withGroup">
                            <p:stCondLst>
                              <p:cond delay="0"/>
                            </p:stCondLst>
                            <p:childTnLst>
                              <p:par>
                                <p:cTn id="14" presetID="22" presetClass="entr" presetSubtype="8" fill="hold" nodeType="clickEffect">
                                  <p:stCondLst>
                                    <p:cond delay="0"/>
                                  </p:stCondLst>
                                  <p:childTnLst>
                                    <p:set>
                                      <p:cBhvr>
                                        <p:cTn id="15" dur="1" fill="hold">
                                          <p:stCondLst>
                                            <p:cond delay="0"/>
                                          </p:stCondLst>
                                        </p:cTn>
                                        <p:tgtEl>
                                          <p:spTgt spid="46091"/>
                                        </p:tgtEl>
                                        <p:attrNameLst>
                                          <p:attrName>style.visibility</p:attrName>
                                        </p:attrNameLst>
                                      </p:cBhvr>
                                      <p:to>
                                        <p:strVal val="visible"/>
                                      </p:to>
                                    </p:set>
                                    <p:animEffect transition="in" filter="wipe(left)">
                                      <p:cBhvr>
                                        <p:cTn id="16" dur="500"/>
                                        <p:tgtEl>
                                          <p:spTgt spid="46091"/>
                                        </p:tgtEl>
                                      </p:cBhvr>
                                    </p:animEffect>
                                  </p:childTnLst>
                                </p:cTn>
                              </p:par>
                            </p:childTnLst>
                          </p:cTn>
                        </p:par>
                        <p:par>
                          <p:cTn id="17" fill="hold" nodeType="afterGroup">
                            <p:stCondLst>
                              <p:cond delay="500"/>
                            </p:stCondLst>
                            <p:childTnLst>
                              <p:par>
                                <p:cTn id="18" presetID="18" presetClass="entr" presetSubtype="3" fill="hold" nodeType="afterEffect">
                                  <p:stCondLst>
                                    <p:cond delay="0"/>
                                  </p:stCondLst>
                                  <p:childTnLst>
                                    <p:set>
                                      <p:cBhvr>
                                        <p:cTn id="19" dur="1" fill="hold">
                                          <p:stCondLst>
                                            <p:cond delay="0"/>
                                          </p:stCondLst>
                                        </p:cTn>
                                        <p:tgtEl>
                                          <p:spTgt spid="46118"/>
                                        </p:tgtEl>
                                        <p:attrNameLst>
                                          <p:attrName>style.visibility</p:attrName>
                                        </p:attrNameLst>
                                      </p:cBhvr>
                                      <p:to>
                                        <p:strVal val="visible"/>
                                      </p:to>
                                    </p:set>
                                    <p:animEffect transition="in" filter="strips(upRight)">
                                      <p:cBhvr>
                                        <p:cTn id="20" dur="500"/>
                                        <p:tgtEl>
                                          <p:spTgt spid="461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091" grpId="0" animBg="1" autoUpdateAnimBg="0"/>
      <p:bldP spid="46092" grpId="0" animBg="1" autoUpdateAnimBg="0"/>
    </p:bldLst>
  </p:timing>
</p:sld>
</file>

<file path=ppt/slides/slide2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8130" name="Rectangle 2">
            <a:extLst>
              <a:ext uri="{FF2B5EF4-FFF2-40B4-BE49-F238E27FC236}">
                <a16:creationId xmlns:a16="http://schemas.microsoft.com/office/drawing/2014/main" id="{62B911C8-137C-F0EC-3DC9-E775C4444C6E}"/>
              </a:ext>
            </a:extLst>
          </p:cNvPr>
          <p:cNvSpPr>
            <a:spLocks noGrp="1" noChangeArrowheads="1"/>
          </p:cNvSpPr>
          <p:nvPr>
            <p:ph type="body" idx="4294967295"/>
          </p:nvPr>
        </p:nvSpPr>
        <p:spPr>
          <a:xfrm>
            <a:off x="289732" y="742725"/>
            <a:ext cx="4143488" cy="2406697"/>
          </a:xfrm>
        </p:spPr>
        <p:txBody>
          <a:bodyPr/>
          <a:lstStyle/>
          <a:p>
            <a:pPr marL="0" indent="0" eaLnBrk="1" hangingPunct="1">
              <a:buClr>
                <a:srgbClr val="669900"/>
              </a:buClr>
              <a:buNone/>
            </a:pPr>
            <a:r>
              <a:rPr lang="zh-CN" altLang="zh-CN" dirty="0">
                <a:ea typeface="宋体" panose="02010600030101010101" pitchFamily="2" charset="-122"/>
              </a:rPr>
              <a:t>美国普通的公立四年制学院与大学每年的教育费用： </a:t>
            </a:r>
          </a:p>
          <a:p>
            <a:pPr marL="257734" lvl="1" indent="-171289" eaLnBrk="1" hangingPunct="1">
              <a:lnSpc>
                <a:spcPct val="105000"/>
              </a:lnSpc>
              <a:spcBef>
                <a:spcPct val="25000"/>
              </a:spcBef>
            </a:pPr>
            <a:r>
              <a:rPr lang="zh-CN" altLang="zh-CN" sz="1462" dirty="0">
                <a:ea typeface="宋体" panose="02010600030101010101" pitchFamily="2" charset="-122"/>
              </a:rPr>
              <a:t>1986-87:  $1,414    (1986的CPI = 109.6)</a:t>
            </a:r>
          </a:p>
          <a:p>
            <a:pPr marL="257734" lvl="1" indent="-171289" eaLnBrk="1" hangingPunct="1">
              <a:lnSpc>
                <a:spcPct val="105000"/>
              </a:lnSpc>
              <a:spcBef>
                <a:spcPct val="25000"/>
              </a:spcBef>
            </a:pPr>
            <a:r>
              <a:rPr lang="zh-CN" altLang="zh-CN" sz="1462" dirty="0">
                <a:ea typeface="宋体" panose="02010600030101010101" pitchFamily="2" charset="-122"/>
              </a:rPr>
              <a:t>2006-07:  $5,834    (2006的CPI = 203.8)</a:t>
            </a:r>
          </a:p>
          <a:p>
            <a:pPr marL="0" indent="0" eaLnBrk="1" hangingPunct="1">
              <a:spcBef>
                <a:spcPct val="50000"/>
              </a:spcBef>
              <a:buClr>
                <a:srgbClr val="669900"/>
              </a:buClr>
              <a:buNone/>
            </a:pPr>
            <a:r>
              <a:rPr lang="zh-CN" altLang="zh-CN" dirty="0">
                <a:ea typeface="宋体" panose="02010600030101010101" pitchFamily="2" charset="-122"/>
              </a:rPr>
              <a:t>经过通货膨胀校正，学生在哪一年会支付更多的费用，1986年还是2006年？将1986年的数字转化为 2006年的美元进行比较</a:t>
            </a:r>
          </a:p>
        </p:txBody>
      </p:sp>
      <p:sp>
        <p:nvSpPr>
          <p:cNvPr id="48131" name="Rectangle 8">
            <a:extLst>
              <a:ext uri="{FF2B5EF4-FFF2-40B4-BE49-F238E27FC236}">
                <a16:creationId xmlns:a16="http://schemas.microsoft.com/office/drawing/2014/main" id="{909FB874-B16F-E8DF-A337-4764BB16E47B}"/>
              </a:ext>
            </a:extLst>
          </p:cNvPr>
          <p:cNvSpPr>
            <a:spLocks noChangeArrowheads="1"/>
          </p:cNvSpPr>
          <p:nvPr/>
        </p:nvSpPr>
        <p:spPr bwMode="auto">
          <a:xfrm>
            <a:off x="0" y="1588"/>
            <a:ext cx="192088" cy="3457575"/>
          </a:xfrm>
          <a:prstGeom prst="rect">
            <a:avLst/>
          </a:prstGeom>
          <a:solidFill>
            <a:srgbClr val="996633"/>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1040" eaLnBrk="1" fontAlgn="base" hangingPunct="1">
              <a:spcBef>
                <a:spcPct val="0"/>
              </a:spcBef>
              <a:spcAft>
                <a:spcPct val="0"/>
              </a:spcAft>
            </a:pPr>
            <a:endParaRPr lang="zh-CN" altLang="zh-CN" sz="908">
              <a:solidFill>
                <a:srgbClr val="000000"/>
              </a:solidFill>
              <a:ea typeface="宋体" panose="02010600030101010101" pitchFamily="2" charset="-122"/>
            </a:endParaRPr>
          </a:p>
        </p:txBody>
      </p:sp>
      <p:sp>
        <p:nvSpPr>
          <p:cNvPr id="48132" name="Rectangle 4">
            <a:extLst>
              <a:ext uri="{FF2B5EF4-FFF2-40B4-BE49-F238E27FC236}">
                <a16:creationId xmlns:a16="http://schemas.microsoft.com/office/drawing/2014/main" id="{0A3F0FE3-1645-16E0-1238-A621A3C5F09F}"/>
              </a:ext>
            </a:extLst>
          </p:cNvPr>
          <p:cNvSpPr>
            <a:spLocks noGrp="1" noChangeArrowheads="1"/>
          </p:cNvSpPr>
          <p:nvPr>
            <p:ph type="title" idx="4294967295"/>
          </p:nvPr>
        </p:nvSpPr>
        <p:spPr>
          <a:xfrm>
            <a:off x="296135" y="179269"/>
            <a:ext cx="4138686" cy="481019"/>
          </a:xfrm>
        </p:spPr>
        <p:txBody>
          <a:bodyPr vert="horz" wrap="square" lIns="91440" tIns="0" rIns="91440" bIns="0" numCol="1" anchor="t" anchorCtr="0" compatLnSpc="1">
            <a:prstTxWarp prst="textNoShape">
              <a:avLst/>
            </a:prstTxWarp>
          </a:bodyPr>
          <a:lstStyle/>
          <a:p>
            <a:pPr algn="l" eaLnBrk="1" hangingPunct="1"/>
            <a:r>
              <a:rPr lang="zh-CN" altLang="zh-CN" sz="1210" b="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主动学习  </a:t>
            </a:r>
            <a:r>
              <a:rPr lang="zh-CN" altLang="zh-CN" sz="1412" i="1">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4</a:t>
            </a:r>
            <a:r>
              <a:rPr lang="zh-CN" altLang="zh-CN" sz="1210" b="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   </a:t>
            </a:r>
            <a:br>
              <a:rPr lang="zh-CN" altLang="zh-CN" sz="1210" b="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br>
            <a:r>
              <a:rPr lang="zh-CN" altLang="zh-CN" sz="1613">
                <a:solidFill>
                  <a:srgbClr val="339966"/>
                </a:solidFill>
                <a:effectLst>
                  <a:outerShdw blurRad="38100" dist="38100" dir="2700000" algn="tl">
                    <a:srgbClr val="C0C0C0"/>
                  </a:outerShdw>
                </a:effectLst>
                <a:ea typeface="宋体" panose="02010600030101010101" pitchFamily="2" charset="-122"/>
              </a:rPr>
              <a:t>转换为“今天的美元”</a:t>
            </a:r>
          </a:p>
        </p:txBody>
      </p:sp>
      <p:grpSp>
        <p:nvGrpSpPr>
          <p:cNvPr id="48133" name="Group 5">
            <a:extLst>
              <a:ext uri="{FF2B5EF4-FFF2-40B4-BE49-F238E27FC236}">
                <a16:creationId xmlns:a16="http://schemas.microsoft.com/office/drawing/2014/main" id="{3F5026F0-EF95-A66F-CCC0-7A583F28DB0F}"/>
              </a:ext>
            </a:extLst>
          </p:cNvPr>
          <p:cNvGrpSpPr>
            <a:grpSpLocks/>
          </p:cNvGrpSpPr>
          <p:nvPr/>
        </p:nvGrpSpPr>
        <p:grpSpPr bwMode="auto">
          <a:xfrm>
            <a:off x="299336" y="148055"/>
            <a:ext cx="4139486" cy="529041"/>
            <a:chOff x="0" y="0"/>
            <a:chExt cx="5000" cy="661"/>
          </a:xfrm>
        </p:grpSpPr>
        <p:sp>
          <p:nvSpPr>
            <p:cNvPr id="48134" name="Line 9">
              <a:extLst>
                <a:ext uri="{FF2B5EF4-FFF2-40B4-BE49-F238E27FC236}">
                  <a16:creationId xmlns:a16="http://schemas.microsoft.com/office/drawing/2014/main" id="{2B96E8B9-A4CF-98B8-F36C-D54D35B064D2}"/>
                </a:ext>
              </a:extLst>
            </p:cNvPr>
            <p:cNvSpPr>
              <a:spLocks noChangeShapeType="1"/>
            </p:cNvSpPr>
            <p:nvPr/>
          </p:nvSpPr>
          <p:spPr bwMode="auto">
            <a:xfrm>
              <a:off x="2" y="661"/>
              <a:ext cx="4998" cy="0"/>
            </a:xfrm>
            <a:prstGeom prst="line">
              <a:avLst/>
            </a:prstGeom>
            <a:noFill/>
            <a:ln w="12700">
              <a:solidFill>
                <a:srgbClr val="C0C0C0"/>
              </a:solidFill>
              <a:round/>
              <a:headEnd/>
              <a:tailEnd/>
            </a:ln>
            <a:extLst>
              <a:ext uri="{909E8E84-426E-40DD-AFC4-6F175D3DCCD1}">
                <a14:hiddenFill xmlns:a14="http://schemas.microsoft.com/office/drawing/2010/main">
                  <a:noFill/>
                </a14:hiddenFill>
              </a:ext>
            </a:extLst>
          </p:spPr>
          <p:txBody>
            <a:bodyPr/>
            <a:lstStyle/>
            <a:p>
              <a:pPr defTabSz="461040" fontAlgn="base">
                <a:spcBef>
                  <a:spcPct val="0"/>
                </a:spcBef>
                <a:spcAft>
                  <a:spcPct val="0"/>
                </a:spcAft>
              </a:pPr>
              <a:endParaRPr lang="zh-CN" altLang="en-US" sz="908">
                <a:solidFill>
                  <a:srgbClr val="000000"/>
                </a:solidFill>
                <a:latin typeface="Arial" panose="020B0604020202020204" pitchFamily="34" charset="0"/>
              </a:endParaRPr>
            </a:p>
          </p:txBody>
        </p:sp>
        <p:sp>
          <p:nvSpPr>
            <p:cNvPr id="48135" name="Line 10">
              <a:extLst>
                <a:ext uri="{FF2B5EF4-FFF2-40B4-BE49-F238E27FC236}">
                  <a16:creationId xmlns:a16="http://schemas.microsoft.com/office/drawing/2014/main" id="{31C04AD7-C621-B19A-65DF-BBE763C017EC}"/>
                </a:ext>
              </a:extLst>
            </p:cNvPr>
            <p:cNvSpPr>
              <a:spLocks noChangeShapeType="1"/>
            </p:cNvSpPr>
            <p:nvPr/>
          </p:nvSpPr>
          <p:spPr bwMode="auto">
            <a:xfrm>
              <a:off x="0" y="0"/>
              <a:ext cx="4998" cy="0"/>
            </a:xfrm>
            <a:prstGeom prst="line">
              <a:avLst/>
            </a:prstGeom>
            <a:noFill/>
            <a:ln w="12700">
              <a:solidFill>
                <a:srgbClr val="C0C0C0"/>
              </a:solidFill>
              <a:round/>
              <a:headEnd/>
              <a:tailEnd/>
            </a:ln>
            <a:extLst>
              <a:ext uri="{909E8E84-426E-40DD-AFC4-6F175D3DCCD1}">
                <a14:hiddenFill xmlns:a14="http://schemas.microsoft.com/office/drawing/2010/main">
                  <a:noFill/>
                </a14:hiddenFill>
              </a:ext>
            </a:extLst>
          </p:spPr>
          <p:txBody>
            <a:bodyPr/>
            <a:lstStyle/>
            <a:p>
              <a:pPr defTabSz="461040" fontAlgn="base">
                <a:spcBef>
                  <a:spcPct val="0"/>
                </a:spcBef>
                <a:spcAft>
                  <a:spcPct val="0"/>
                </a:spcAft>
              </a:pPr>
              <a:endParaRPr lang="zh-CN" altLang="en-US" sz="908">
                <a:solidFill>
                  <a:srgbClr val="000000"/>
                </a:solidFill>
                <a:latin typeface="Arial" panose="020B0604020202020204" pitchFamily="34" charset="0"/>
              </a:endParaRPr>
            </a:p>
          </p:txBody>
        </p:sp>
      </p:grpSp>
      <p:sp>
        <p:nvSpPr>
          <p:cNvPr id="48136" name="Rectangle 8">
            <a:extLst>
              <a:ext uri="{FF2B5EF4-FFF2-40B4-BE49-F238E27FC236}">
                <a16:creationId xmlns:a16="http://schemas.microsoft.com/office/drawing/2014/main" id="{883157E4-2762-0C78-E0FB-E43192EA3DD8}"/>
              </a:ext>
            </a:extLst>
          </p:cNvPr>
          <p:cNvSpPr>
            <a:spLocks noChangeArrowheads="1"/>
          </p:cNvSpPr>
          <p:nvPr/>
        </p:nvSpPr>
        <p:spPr bwMode="auto">
          <a:xfrm>
            <a:off x="4185907" y="3215851"/>
            <a:ext cx="344957" cy="1856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defTabSz="461040" eaLnBrk="1" fontAlgn="base" hangingPunct="1">
              <a:spcBef>
                <a:spcPct val="0"/>
              </a:spcBef>
              <a:spcAft>
                <a:spcPct val="0"/>
              </a:spcAft>
            </a:pPr>
            <a:fld id="{928989EE-924C-B343-9F24-DA92B4B47B28}" type="slidenum">
              <a:rPr lang="zh-CN" altLang="zh-CN" sz="857">
                <a:solidFill>
                  <a:srgbClr val="777777"/>
                </a:solidFill>
                <a:latin typeface="Tahoma" panose="020B0604030504040204" pitchFamily="34" charset="0"/>
                <a:ea typeface="宋体" panose="02010600030101010101" pitchFamily="2" charset="-122"/>
              </a:rPr>
              <a:pPr algn="r" defTabSz="461040" eaLnBrk="1" fontAlgn="base" hangingPunct="1">
                <a:spcBef>
                  <a:spcPct val="0"/>
                </a:spcBef>
                <a:spcAft>
                  <a:spcPct val="0"/>
                </a:spcAft>
              </a:pPr>
              <a:t>29</a:t>
            </a:fld>
            <a:endParaRPr lang="zh-CN" altLang="zh-CN" sz="857">
              <a:solidFill>
                <a:srgbClr val="777777"/>
              </a:solidFill>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val="1110603121"/>
      </p:ext>
    </p:extLst>
  </p:cSld>
  <p:clrMapOvr>
    <a:masterClrMapping/>
  </p:clrMapOvr>
  <p:transition spd="med">
    <p:diamon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48130">
                                            <p:txEl>
                                              <p:pRg st="1" end="1"/>
                                            </p:txEl>
                                          </p:spTgt>
                                        </p:tgtEl>
                                        <p:attrNameLst>
                                          <p:attrName>style.visibility</p:attrName>
                                        </p:attrNameLst>
                                      </p:cBhvr>
                                      <p:to>
                                        <p:strVal val="visible"/>
                                      </p:to>
                                    </p:set>
                                    <p:animEffect transition="in" filter="wipe(left)">
                                      <p:cBhvr>
                                        <p:cTn id="7" dur="500"/>
                                        <p:tgtEl>
                                          <p:spTgt spid="48130">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48130">
                                            <p:txEl>
                                              <p:pRg st="2" end="2"/>
                                            </p:txEl>
                                          </p:spTgt>
                                        </p:tgtEl>
                                        <p:attrNameLst>
                                          <p:attrName>style.visibility</p:attrName>
                                        </p:attrNameLst>
                                      </p:cBhvr>
                                      <p:to>
                                        <p:strVal val="visible"/>
                                      </p:to>
                                    </p:set>
                                    <p:animEffect transition="in" filter="wipe(left)">
                                      <p:cBhvr>
                                        <p:cTn id="12" dur="500"/>
                                        <p:tgtEl>
                                          <p:spTgt spid="48130">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48130">
                                            <p:txEl>
                                              <p:pRg st="3" end="3"/>
                                            </p:txEl>
                                          </p:spTgt>
                                        </p:tgtEl>
                                        <p:attrNameLst>
                                          <p:attrName>style.visibility</p:attrName>
                                        </p:attrNameLst>
                                      </p:cBhvr>
                                      <p:to>
                                        <p:strVal val="visible"/>
                                      </p:to>
                                    </p:set>
                                    <p:animEffect transition="in" filter="wipe(left)">
                                      <p:cBhvr>
                                        <p:cTn id="17" dur="500"/>
                                        <p:tgtEl>
                                          <p:spTgt spid="48130">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130" grpId="0" build="p" bldLvl="4" autoUpdateAnimBg="0"/>
    </p:bldLst>
  </p:timing>
</p:sld>
</file>

<file path=ppt/slides/slide3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0178" name="Rectangle 8">
            <a:extLst>
              <a:ext uri="{FF2B5EF4-FFF2-40B4-BE49-F238E27FC236}">
                <a16:creationId xmlns:a16="http://schemas.microsoft.com/office/drawing/2014/main" id="{EE05B622-9ED2-9EB4-3950-F90BAFBE8912}"/>
              </a:ext>
            </a:extLst>
          </p:cNvPr>
          <p:cNvSpPr>
            <a:spLocks noChangeArrowheads="1"/>
          </p:cNvSpPr>
          <p:nvPr/>
        </p:nvSpPr>
        <p:spPr bwMode="auto">
          <a:xfrm>
            <a:off x="0" y="1588"/>
            <a:ext cx="192088" cy="3457575"/>
          </a:xfrm>
          <a:prstGeom prst="rect">
            <a:avLst/>
          </a:prstGeom>
          <a:solidFill>
            <a:srgbClr val="996633"/>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1040" eaLnBrk="1" fontAlgn="base" hangingPunct="1">
              <a:spcBef>
                <a:spcPct val="0"/>
              </a:spcBef>
              <a:spcAft>
                <a:spcPct val="0"/>
              </a:spcAft>
            </a:pPr>
            <a:endParaRPr lang="zh-CN" altLang="zh-CN" sz="908">
              <a:solidFill>
                <a:srgbClr val="000000"/>
              </a:solidFill>
              <a:ea typeface="宋体" panose="02010600030101010101" pitchFamily="2" charset="-122"/>
            </a:endParaRPr>
          </a:p>
        </p:txBody>
      </p:sp>
      <p:sp>
        <p:nvSpPr>
          <p:cNvPr id="50179" name="Rectangle 4">
            <a:extLst>
              <a:ext uri="{FF2B5EF4-FFF2-40B4-BE49-F238E27FC236}">
                <a16:creationId xmlns:a16="http://schemas.microsoft.com/office/drawing/2014/main" id="{8A280109-43A1-928C-8D90-76C87948DB09}"/>
              </a:ext>
            </a:extLst>
          </p:cNvPr>
          <p:cNvSpPr>
            <a:spLocks noGrp="1" noChangeArrowheads="1"/>
          </p:cNvSpPr>
          <p:nvPr>
            <p:ph type="title" idx="4294967295"/>
          </p:nvPr>
        </p:nvSpPr>
        <p:spPr>
          <a:xfrm>
            <a:off x="296135" y="179269"/>
            <a:ext cx="4138686" cy="481019"/>
          </a:xfrm>
        </p:spPr>
        <p:txBody>
          <a:bodyPr vert="horz" wrap="square" lIns="91440" tIns="0" rIns="91440" bIns="0" numCol="1" anchor="t" anchorCtr="0" compatLnSpc="1">
            <a:prstTxWarp prst="textNoShape">
              <a:avLst/>
            </a:prstTxWarp>
          </a:bodyPr>
          <a:lstStyle/>
          <a:p>
            <a:pPr algn="l" eaLnBrk="1" hangingPunct="1"/>
            <a:r>
              <a:rPr lang="zh-CN" altLang="zh-CN" sz="121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主动学习  </a:t>
            </a:r>
            <a:r>
              <a:rPr lang="zh-CN" altLang="zh-CN" sz="1412">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4</a:t>
            </a:r>
            <a:r>
              <a:rPr lang="zh-CN" altLang="zh-CN" sz="121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  </a:t>
            </a:r>
            <a:r>
              <a:rPr lang="zh-CN" altLang="zh-CN" sz="1210" b="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t> </a:t>
            </a:r>
            <a:br>
              <a:rPr lang="zh-CN" altLang="zh-CN" sz="1210" b="0">
                <a:solidFill>
                  <a:srgbClr val="339966"/>
                </a:solidFill>
                <a:effectLst>
                  <a:outerShdw blurRad="38100" dist="38100" dir="2700000" algn="tl">
                    <a:srgbClr val="C0C0C0"/>
                  </a:outerShdw>
                </a:effectLst>
                <a:latin typeface="Tahoma" panose="020B0604030504040204" pitchFamily="34" charset="0"/>
                <a:ea typeface="宋体" panose="02010600030101010101" pitchFamily="2" charset="-122"/>
              </a:rPr>
            </a:br>
            <a:r>
              <a:rPr lang="zh-CN" altLang="zh-CN" sz="1613">
                <a:solidFill>
                  <a:srgbClr val="339966"/>
                </a:solidFill>
                <a:effectLst>
                  <a:outerShdw blurRad="38100" dist="38100" dir="2700000" algn="tl">
                    <a:srgbClr val="C0C0C0"/>
                  </a:outerShdw>
                </a:effectLst>
                <a:ea typeface="宋体" panose="02010600030101010101" pitchFamily="2" charset="-122"/>
              </a:rPr>
              <a:t>参考答案</a:t>
            </a:r>
          </a:p>
        </p:txBody>
      </p:sp>
      <p:grpSp>
        <p:nvGrpSpPr>
          <p:cNvPr id="50180" name="Group 4">
            <a:extLst>
              <a:ext uri="{FF2B5EF4-FFF2-40B4-BE49-F238E27FC236}">
                <a16:creationId xmlns:a16="http://schemas.microsoft.com/office/drawing/2014/main" id="{3EDFAF9B-0791-7F4F-9071-6D4AF54A95FE}"/>
              </a:ext>
            </a:extLst>
          </p:cNvPr>
          <p:cNvGrpSpPr>
            <a:grpSpLocks/>
          </p:cNvGrpSpPr>
          <p:nvPr/>
        </p:nvGrpSpPr>
        <p:grpSpPr bwMode="auto">
          <a:xfrm>
            <a:off x="299336" y="148055"/>
            <a:ext cx="4139486" cy="529041"/>
            <a:chOff x="0" y="0"/>
            <a:chExt cx="5000" cy="661"/>
          </a:xfrm>
        </p:grpSpPr>
        <p:sp>
          <p:nvSpPr>
            <p:cNvPr id="50181" name="Line 9">
              <a:extLst>
                <a:ext uri="{FF2B5EF4-FFF2-40B4-BE49-F238E27FC236}">
                  <a16:creationId xmlns:a16="http://schemas.microsoft.com/office/drawing/2014/main" id="{9CBDCD4D-3D0F-A079-05FF-B5926B2115AF}"/>
                </a:ext>
              </a:extLst>
            </p:cNvPr>
            <p:cNvSpPr>
              <a:spLocks noChangeShapeType="1"/>
            </p:cNvSpPr>
            <p:nvPr/>
          </p:nvSpPr>
          <p:spPr bwMode="auto">
            <a:xfrm>
              <a:off x="2" y="661"/>
              <a:ext cx="4998" cy="0"/>
            </a:xfrm>
            <a:prstGeom prst="line">
              <a:avLst/>
            </a:prstGeom>
            <a:noFill/>
            <a:ln w="12700">
              <a:solidFill>
                <a:srgbClr val="C0C0C0"/>
              </a:solidFill>
              <a:round/>
              <a:headEnd/>
              <a:tailEnd/>
            </a:ln>
            <a:extLst>
              <a:ext uri="{909E8E84-426E-40DD-AFC4-6F175D3DCCD1}">
                <a14:hiddenFill xmlns:a14="http://schemas.microsoft.com/office/drawing/2010/main">
                  <a:noFill/>
                </a14:hiddenFill>
              </a:ext>
            </a:extLst>
          </p:spPr>
          <p:txBody>
            <a:bodyPr/>
            <a:lstStyle/>
            <a:p>
              <a:pPr defTabSz="461040" fontAlgn="base">
                <a:spcBef>
                  <a:spcPct val="0"/>
                </a:spcBef>
                <a:spcAft>
                  <a:spcPct val="0"/>
                </a:spcAft>
              </a:pPr>
              <a:endParaRPr lang="zh-CN" altLang="en-US" sz="908">
                <a:solidFill>
                  <a:srgbClr val="000000"/>
                </a:solidFill>
                <a:latin typeface="Arial" panose="020B0604020202020204" pitchFamily="34" charset="0"/>
              </a:endParaRPr>
            </a:p>
          </p:txBody>
        </p:sp>
        <p:sp>
          <p:nvSpPr>
            <p:cNvPr id="50182" name="Line 10">
              <a:extLst>
                <a:ext uri="{FF2B5EF4-FFF2-40B4-BE49-F238E27FC236}">
                  <a16:creationId xmlns:a16="http://schemas.microsoft.com/office/drawing/2014/main" id="{87B9478F-319C-A8CB-DAB5-AF91E191E36A}"/>
                </a:ext>
              </a:extLst>
            </p:cNvPr>
            <p:cNvSpPr>
              <a:spLocks noChangeShapeType="1"/>
            </p:cNvSpPr>
            <p:nvPr/>
          </p:nvSpPr>
          <p:spPr bwMode="auto">
            <a:xfrm>
              <a:off x="0" y="0"/>
              <a:ext cx="4998" cy="0"/>
            </a:xfrm>
            <a:prstGeom prst="line">
              <a:avLst/>
            </a:prstGeom>
            <a:noFill/>
            <a:ln w="12700">
              <a:solidFill>
                <a:srgbClr val="C0C0C0"/>
              </a:solidFill>
              <a:round/>
              <a:headEnd/>
              <a:tailEnd/>
            </a:ln>
            <a:extLst>
              <a:ext uri="{909E8E84-426E-40DD-AFC4-6F175D3DCCD1}">
                <a14:hiddenFill xmlns:a14="http://schemas.microsoft.com/office/drawing/2010/main">
                  <a:noFill/>
                </a14:hiddenFill>
              </a:ext>
            </a:extLst>
          </p:spPr>
          <p:txBody>
            <a:bodyPr/>
            <a:lstStyle/>
            <a:p>
              <a:pPr defTabSz="461040" fontAlgn="base">
                <a:spcBef>
                  <a:spcPct val="0"/>
                </a:spcBef>
                <a:spcAft>
                  <a:spcPct val="0"/>
                </a:spcAft>
              </a:pPr>
              <a:endParaRPr lang="zh-CN" altLang="en-US" sz="908">
                <a:solidFill>
                  <a:srgbClr val="000000"/>
                </a:solidFill>
                <a:latin typeface="Arial" panose="020B0604020202020204" pitchFamily="34" charset="0"/>
              </a:endParaRPr>
            </a:p>
          </p:txBody>
        </p:sp>
      </p:grpSp>
      <p:sp>
        <p:nvSpPr>
          <p:cNvPr id="50183" name="Rectangle 8">
            <a:extLst>
              <a:ext uri="{FF2B5EF4-FFF2-40B4-BE49-F238E27FC236}">
                <a16:creationId xmlns:a16="http://schemas.microsoft.com/office/drawing/2014/main" id="{45DC26C5-6234-E832-B70E-2CB83052C4C0}"/>
              </a:ext>
            </a:extLst>
          </p:cNvPr>
          <p:cNvSpPr>
            <a:spLocks noChangeArrowheads="1"/>
          </p:cNvSpPr>
          <p:nvPr/>
        </p:nvSpPr>
        <p:spPr bwMode="auto">
          <a:xfrm>
            <a:off x="4185907" y="3215851"/>
            <a:ext cx="344957" cy="1856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defTabSz="461040" eaLnBrk="1" fontAlgn="base" hangingPunct="1">
              <a:spcBef>
                <a:spcPct val="0"/>
              </a:spcBef>
              <a:spcAft>
                <a:spcPct val="0"/>
              </a:spcAft>
            </a:pPr>
            <a:fld id="{901CC30E-6256-E94E-B465-00B7A0C1030F}" type="slidenum">
              <a:rPr lang="zh-CN" altLang="zh-CN" sz="857">
                <a:solidFill>
                  <a:srgbClr val="777777"/>
                </a:solidFill>
                <a:latin typeface="Tahoma" panose="020B0604030504040204" pitchFamily="34" charset="0"/>
                <a:ea typeface="宋体" panose="02010600030101010101" pitchFamily="2" charset="-122"/>
              </a:rPr>
              <a:pPr algn="r" defTabSz="461040" eaLnBrk="1" fontAlgn="base" hangingPunct="1">
                <a:spcBef>
                  <a:spcPct val="0"/>
                </a:spcBef>
                <a:spcAft>
                  <a:spcPct val="0"/>
                </a:spcAft>
              </a:pPr>
              <a:t>30</a:t>
            </a:fld>
            <a:endParaRPr lang="zh-CN" altLang="zh-CN" sz="857">
              <a:solidFill>
                <a:srgbClr val="777777"/>
              </a:solidFill>
              <a:latin typeface="Tahoma" panose="020B0604030504040204" pitchFamily="34" charset="0"/>
              <a:ea typeface="宋体" panose="02010600030101010101" pitchFamily="2" charset="-122"/>
            </a:endParaRPr>
          </a:p>
        </p:txBody>
      </p:sp>
      <p:sp>
        <p:nvSpPr>
          <p:cNvPr id="50184" name="Rectangle 8">
            <a:extLst>
              <a:ext uri="{FF2B5EF4-FFF2-40B4-BE49-F238E27FC236}">
                <a16:creationId xmlns:a16="http://schemas.microsoft.com/office/drawing/2014/main" id="{F8389B3A-CFF4-1D4D-3C8A-629CDB4ECD8B}"/>
              </a:ext>
            </a:extLst>
          </p:cNvPr>
          <p:cNvSpPr>
            <a:spLocks noChangeArrowheads="1"/>
          </p:cNvSpPr>
          <p:nvPr/>
        </p:nvSpPr>
        <p:spPr bwMode="auto">
          <a:xfrm>
            <a:off x="350560" y="1765591"/>
            <a:ext cx="4149090" cy="14918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1040" eaLnBrk="1" fontAlgn="base" hangingPunct="1">
              <a:lnSpc>
                <a:spcPct val="105000"/>
              </a:lnSpc>
              <a:spcBef>
                <a:spcPct val="40000"/>
              </a:spcBef>
              <a:spcAft>
                <a:spcPct val="0"/>
              </a:spcAft>
              <a:buClr>
                <a:srgbClr val="00B85C"/>
              </a:buClr>
              <a:buSzPct val="120000"/>
            </a:pPr>
            <a:r>
              <a:rPr lang="zh-CN" altLang="zh-CN" sz="1361" u="sng">
                <a:solidFill>
                  <a:srgbClr val="000000"/>
                </a:solidFill>
                <a:ea typeface="宋体" panose="02010600030101010101" pitchFamily="2" charset="-122"/>
              </a:rPr>
              <a:t>解决办法</a:t>
            </a:r>
            <a:r>
              <a:rPr lang="zh-CN" altLang="zh-CN" sz="1361">
                <a:solidFill>
                  <a:srgbClr val="000000"/>
                </a:solidFill>
                <a:ea typeface="宋体" panose="02010600030101010101" pitchFamily="2" charset="-122"/>
              </a:rPr>
              <a:t>：</a:t>
            </a:r>
          </a:p>
          <a:p>
            <a:pPr defTabSz="461040" eaLnBrk="1" fontAlgn="base" hangingPunct="1">
              <a:lnSpc>
                <a:spcPct val="105000"/>
              </a:lnSpc>
              <a:spcBef>
                <a:spcPct val="40000"/>
              </a:spcBef>
              <a:spcAft>
                <a:spcPct val="0"/>
              </a:spcAft>
              <a:buClr>
                <a:srgbClr val="00B85C"/>
              </a:buClr>
              <a:buSzPct val="120000"/>
            </a:pPr>
            <a:r>
              <a:rPr lang="zh-CN" altLang="zh-CN" sz="1361">
                <a:solidFill>
                  <a:srgbClr val="000000"/>
                </a:solidFill>
                <a:ea typeface="宋体" panose="02010600030101010101" pitchFamily="2" charset="-122"/>
              </a:rPr>
              <a:t>把1986的数字转换为“今天的美元” </a:t>
            </a:r>
          </a:p>
          <a:p>
            <a:pPr defTabSz="461040" eaLnBrk="1" fontAlgn="base" hangingPunct="1">
              <a:lnSpc>
                <a:spcPct val="105000"/>
              </a:lnSpc>
              <a:spcBef>
                <a:spcPct val="40000"/>
              </a:spcBef>
              <a:spcAft>
                <a:spcPct val="0"/>
              </a:spcAft>
              <a:buClr>
                <a:srgbClr val="00B85C"/>
              </a:buClr>
              <a:buSzPct val="120000"/>
            </a:pPr>
            <a:r>
              <a:rPr lang="zh-CN" altLang="zh-CN" sz="1361">
                <a:solidFill>
                  <a:srgbClr val="000000"/>
                </a:solidFill>
                <a:ea typeface="宋体" panose="02010600030101010101" pitchFamily="2" charset="-122"/>
              </a:rPr>
              <a:t>$1,414 x (203.8/109.6)  =  </a:t>
            </a:r>
            <a:r>
              <a:rPr lang="zh-CN" altLang="zh-CN" sz="1361" u="sng">
                <a:solidFill>
                  <a:srgbClr val="FF0000"/>
                </a:solidFill>
                <a:ea typeface="宋体" panose="02010600030101010101" pitchFamily="2" charset="-122"/>
              </a:rPr>
              <a:t>$2,629</a:t>
            </a:r>
          </a:p>
          <a:p>
            <a:pPr defTabSz="461040" eaLnBrk="1" fontAlgn="base" hangingPunct="1">
              <a:lnSpc>
                <a:spcPct val="105000"/>
              </a:lnSpc>
              <a:spcBef>
                <a:spcPct val="40000"/>
              </a:spcBef>
              <a:spcAft>
                <a:spcPct val="0"/>
              </a:spcAft>
              <a:buClr>
                <a:srgbClr val="00B85C"/>
              </a:buClr>
              <a:buSzPct val="120000"/>
            </a:pPr>
            <a:r>
              <a:rPr lang="zh-CN" altLang="zh-CN" sz="1361">
                <a:solidFill>
                  <a:srgbClr val="000000"/>
                </a:solidFill>
                <a:ea typeface="宋体" panose="02010600030101010101" pitchFamily="2" charset="-122"/>
              </a:rPr>
              <a:t>即使经过了通货膨胀校正，1986年的学费仍比2006年的学费低得多！</a:t>
            </a:r>
          </a:p>
        </p:txBody>
      </p:sp>
      <p:sp>
        <p:nvSpPr>
          <p:cNvPr id="50185" name="Rectangle 14">
            <a:extLst>
              <a:ext uri="{FF2B5EF4-FFF2-40B4-BE49-F238E27FC236}">
                <a16:creationId xmlns:a16="http://schemas.microsoft.com/office/drawing/2014/main" id="{BA48A0C2-53A0-D3B4-F88D-51E4D832D80B}"/>
              </a:ext>
            </a:extLst>
          </p:cNvPr>
          <p:cNvSpPr>
            <a:spLocks noGrp="1" noChangeArrowheads="1"/>
          </p:cNvSpPr>
          <p:nvPr>
            <p:ph type="body" idx="4294967295"/>
          </p:nvPr>
        </p:nvSpPr>
        <p:spPr>
          <a:xfrm>
            <a:off x="289732" y="742726"/>
            <a:ext cx="4143488" cy="1030069"/>
          </a:xfrm>
          <a:noFill/>
        </p:spPr>
        <p:txBody>
          <a:bodyPr/>
          <a:lstStyle/>
          <a:p>
            <a:pPr marL="0" indent="0" eaLnBrk="1" hangingPunct="1">
              <a:buClr>
                <a:srgbClr val="669900"/>
              </a:buClr>
              <a:buNone/>
            </a:pPr>
            <a:r>
              <a:rPr lang="zh-CN" altLang="zh-CN">
                <a:ea typeface="宋体" panose="02010600030101010101" pitchFamily="2" charset="-122"/>
              </a:rPr>
              <a:t>美国普通的公立四年制学院或大学每年的教育费用： </a:t>
            </a:r>
          </a:p>
          <a:p>
            <a:pPr marL="257734" lvl="1" indent="-171289" eaLnBrk="1" hangingPunct="1">
              <a:lnSpc>
                <a:spcPct val="105000"/>
              </a:lnSpc>
              <a:spcBef>
                <a:spcPct val="25000"/>
              </a:spcBef>
            </a:pPr>
            <a:r>
              <a:rPr lang="zh-CN" altLang="zh-CN" sz="1462">
                <a:ea typeface="宋体" panose="02010600030101010101" pitchFamily="2" charset="-122"/>
              </a:rPr>
              <a:t>1986-87:  $1,414    (1986的CPI = 109.6)</a:t>
            </a:r>
          </a:p>
          <a:p>
            <a:pPr marL="257734" lvl="1" indent="-171289" eaLnBrk="1" hangingPunct="1">
              <a:lnSpc>
                <a:spcPct val="105000"/>
              </a:lnSpc>
              <a:spcBef>
                <a:spcPct val="25000"/>
              </a:spcBef>
            </a:pPr>
            <a:r>
              <a:rPr lang="zh-CN" altLang="zh-CN" sz="1462">
                <a:ea typeface="宋体" panose="02010600030101010101" pitchFamily="2" charset="-122"/>
              </a:rPr>
              <a:t>2006-07:  $5,834    (2006的CPI = 203.8)</a:t>
            </a:r>
          </a:p>
          <a:p>
            <a:pPr marL="0" indent="0" eaLnBrk="1" hangingPunct="1">
              <a:buClr>
                <a:srgbClr val="669900"/>
              </a:buClr>
              <a:buNone/>
            </a:pPr>
            <a:endParaRPr lang="zh-CN" altLang="zh-CN" sz="1462">
              <a:ea typeface="宋体" panose="02010600030101010101" pitchFamily="2" charset="-122"/>
            </a:endParaRPr>
          </a:p>
        </p:txBody>
      </p:sp>
    </p:spTree>
    <p:extLst>
      <p:ext uri="{BB962C8B-B14F-4D97-AF65-F5344CB8AC3E}">
        <p14:creationId xmlns:p14="http://schemas.microsoft.com/office/powerpoint/2010/main" val="1422776279"/>
      </p:ext>
    </p:extLst>
  </p:cSld>
  <p:clrMapOvr>
    <a:masterClrMapping/>
  </p:clrMapOvr>
  <p:transition spd="med">
    <p:diamond/>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50184">
                                            <p:txEl>
                                              <p:pRg st="1" end="1"/>
                                            </p:txEl>
                                          </p:spTgt>
                                        </p:tgtEl>
                                        <p:attrNameLst>
                                          <p:attrName>style.visibility</p:attrName>
                                        </p:attrNameLst>
                                      </p:cBhvr>
                                      <p:to>
                                        <p:strVal val="visible"/>
                                      </p:to>
                                    </p:set>
                                    <p:animEffect transition="in" filter="wipe(left)">
                                      <p:cBhvr>
                                        <p:cTn id="7" dur="500"/>
                                        <p:tgtEl>
                                          <p:spTgt spid="50184">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50184">
                                            <p:txEl>
                                              <p:pRg st="2" end="2"/>
                                            </p:txEl>
                                          </p:spTgt>
                                        </p:tgtEl>
                                        <p:attrNameLst>
                                          <p:attrName>style.visibility</p:attrName>
                                        </p:attrNameLst>
                                      </p:cBhvr>
                                      <p:to>
                                        <p:strVal val="visible"/>
                                      </p:to>
                                    </p:set>
                                    <p:animEffect transition="in" filter="wipe(left)">
                                      <p:cBhvr>
                                        <p:cTn id="12" dur="500"/>
                                        <p:tgtEl>
                                          <p:spTgt spid="50184">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50184">
                                            <p:txEl>
                                              <p:pRg st="3" end="3"/>
                                            </p:txEl>
                                          </p:spTgt>
                                        </p:tgtEl>
                                        <p:attrNameLst>
                                          <p:attrName>style.visibility</p:attrName>
                                        </p:attrNameLst>
                                      </p:cBhvr>
                                      <p:to>
                                        <p:strVal val="visible"/>
                                      </p:to>
                                    </p:set>
                                    <p:animEffect transition="in" filter="wipe(left)">
                                      <p:cBhvr>
                                        <p:cTn id="17" dur="500"/>
                                        <p:tgtEl>
                                          <p:spTgt spid="50184">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0184" grpId="0" build="p" autoUpdateAnimBg="0"/>
    </p:bldLst>
  </p:timing>
</p:sld>
</file>

<file path=ppt/slides/slide3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2226" name="页脚占位符 1">
            <a:extLst>
              <a:ext uri="{FF2B5EF4-FFF2-40B4-BE49-F238E27FC236}">
                <a16:creationId xmlns:a16="http://schemas.microsoft.com/office/drawing/2014/main" id="{7E79A33E-EA6F-7CDE-014D-E3BA7021D2FE}"/>
              </a:ext>
            </a:extLst>
          </p:cNvPr>
          <p:cNvSpPr txBox="1">
            <a:spLocks noGrp="1" noChangeArrowheads="1"/>
          </p:cNvSpPr>
          <p:nvPr/>
        </p:nvSpPr>
        <p:spPr bwMode="auto">
          <a:xfrm>
            <a:off x="144066" y="3224656"/>
            <a:ext cx="3698485" cy="1848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1040" eaLnBrk="1" fontAlgn="base" hangingPunct="1">
              <a:spcBef>
                <a:spcPct val="0"/>
              </a:spcBef>
              <a:spcAft>
                <a:spcPct val="0"/>
              </a:spcAft>
            </a:pPr>
            <a:r>
              <a:rPr lang="zh-CN" altLang="en-US" sz="908" i="1" dirty="0">
                <a:solidFill>
                  <a:srgbClr val="777777"/>
                </a:solidFill>
                <a:ea typeface="宋体" panose="02010600030101010101" pitchFamily="2" charset="-122"/>
              </a:rPr>
              <a:t>价格水平及其衡量</a:t>
            </a:r>
            <a:endParaRPr lang="en-US" altLang="zh-CN" sz="908" i="1" dirty="0">
              <a:solidFill>
                <a:srgbClr val="777777"/>
              </a:solidFill>
              <a:ea typeface="宋体" panose="02010600030101010101" pitchFamily="2" charset="-122"/>
            </a:endParaRPr>
          </a:p>
        </p:txBody>
      </p:sp>
      <p:sp>
        <p:nvSpPr>
          <p:cNvPr id="52227" name="灯片编号占位符 2">
            <a:extLst>
              <a:ext uri="{FF2B5EF4-FFF2-40B4-BE49-F238E27FC236}">
                <a16:creationId xmlns:a16="http://schemas.microsoft.com/office/drawing/2014/main" id="{99691D85-6913-12F3-A2FF-C07879560F6C}"/>
              </a:ext>
            </a:extLst>
          </p:cNvPr>
          <p:cNvSpPr txBox="1">
            <a:spLocks noGrp="1" noChangeArrowheads="1"/>
          </p:cNvSpPr>
          <p:nvPr/>
        </p:nvSpPr>
        <p:spPr bwMode="auto">
          <a:xfrm>
            <a:off x="4185907" y="3215851"/>
            <a:ext cx="344957" cy="1856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defTabSz="461040" eaLnBrk="1" fontAlgn="base" hangingPunct="1">
              <a:spcBef>
                <a:spcPct val="0"/>
              </a:spcBef>
              <a:spcAft>
                <a:spcPct val="0"/>
              </a:spcAft>
            </a:pPr>
            <a:fld id="{0BE1A451-9352-5D49-8282-59F4C32FA811}" type="slidenum">
              <a:rPr lang="zh-CN" altLang="zh-CN" sz="857">
                <a:solidFill>
                  <a:srgbClr val="777777"/>
                </a:solidFill>
                <a:ea typeface="宋体" panose="02010600030101010101" pitchFamily="2" charset="-122"/>
              </a:rPr>
              <a:pPr algn="r" defTabSz="461040" eaLnBrk="1" fontAlgn="base" hangingPunct="1">
                <a:spcBef>
                  <a:spcPct val="0"/>
                </a:spcBef>
                <a:spcAft>
                  <a:spcPct val="0"/>
                </a:spcAft>
              </a:pPr>
              <a:t>31</a:t>
            </a:fld>
            <a:endParaRPr lang="en-US" altLang="zh-CN" sz="857">
              <a:solidFill>
                <a:srgbClr val="777777"/>
              </a:solidFill>
              <a:ea typeface="宋体" panose="02010600030101010101" pitchFamily="2" charset="-122"/>
            </a:endParaRPr>
          </a:p>
        </p:txBody>
      </p:sp>
      <p:sp>
        <p:nvSpPr>
          <p:cNvPr id="52228" name="Rectangle 2">
            <a:extLst>
              <a:ext uri="{FF2B5EF4-FFF2-40B4-BE49-F238E27FC236}">
                <a16:creationId xmlns:a16="http://schemas.microsoft.com/office/drawing/2014/main" id="{514C2D7F-4B60-013B-1A80-83156C1B9C9F}"/>
              </a:ext>
            </a:extLst>
          </p:cNvPr>
          <p:cNvSpPr>
            <a:spLocks noGrp="1" noChangeArrowheads="1"/>
          </p:cNvSpPr>
          <p:nvPr>
            <p:ph type="title" idx="4294967295"/>
          </p:nvPr>
        </p:nvSpPr>
        <p:spPr>
          <a:xfrm>
            <a:off x="11205" y="184871"/>
            <a:ext cx="4610100" cy="348959"/>
          </a:xfrm>
        </p:spPr>
        <p:txBody>
          <a:bodyPr/>
          <a:lstStyle/>
          <a:p>
            <a:pPr eaLnBrk="1" hangingPunct="1">
              <a:lnSpc>
                <a:spcPct val="105000"/>
              </a:lnSpc>
            </a:pPr>
            <a:r>
              <a:rPr lang="zh-CN" altLang="zh-CN" sz="1815">
                <a:ea typeface="宋体" panose="02010600030101010101" pitchFamily="2" charset="-122"/>
              </a:rPr>
              <a:t>根据通货膨胀的影响校正经济变量：</a:t>
            </a:r>
            <a:r>
              <a:rPr lang="zh-CN" altLang="zh-CN" sz="1815">
                <a:solidFill>
                  <a:srgbClr val="CC0000"/>
                </a:solidFill>
                <a:ea typeface="宋体" panose="02010600030101010101" pitchFamily="2" charset="-122"/>
              </a:rPr>
              <a:t>指数化</a:t>
            </a:r>
          </a:p>
        </p:txBody>
      </p:sp>
      <p:sp>
        <p:nvSpPr>
          <p:cNvPr id="52229" name="Rectangle 3">
            <a:extLst>
              <a:ext uri="{FF2B5EF4-FFF2-40B4-BE49-F238E27FC236}">
                <a16:creationId xmlns:a16="http://schemas.microsoft.com/office/drawing/2014/main" id="{B4FEE069-939C-CF0F-42B2-3C6A68B1A042}"/>
              </a:ext>
            </a:extLst>
          </p:cNvPr>
          <p:cNvSpPr>
            <a:spLocks noGrp="1" noChangeArrowheads="1"/>
          </p:cNvSpPr>
          <p:nvPr>
            <p:ph type="body" idx="4294967295"/>
          </p:nvPr>
        </p:nvSpPr>
        <p:spPr>
          <a:xfrm>
            <a:off x="242511" y="1585509"/>
            <a:ext cx="4149090" cy="1696773"/>
          </a:xfrm>
        </p:spPr>
        <p:txBody>
          <a:bodyPr/>
          <a:lstStyle/>
          <a:p>
            <a:pPr marL="0" indent="0" eaLnBrk="1" hangingPunct="1">
              <a:spcBef>
                <a:spcPct val="25000"/>
              </a:spcBef>
              <a:buNone/>
            </a:pPr>
            <a:r>
              <a:rPr lang="zh-CN" altLang="zh-CN">
                <a:ea typeface="宋体" panose="02010600030101010101" pitchFamily="2" charset="-122"/>
              </a:rPr>
              <a:t>比如, CPI的增加会自动调整：</a:t>
            </a:r>
          </a:p>
          <a:p>
            <a:pPr marL="203306" lvl="1" indent="-144876" eaLnBrk="1" hangingPunct="1">
              <a:lnSpc>
                <a:spcPct val="105000"/>
              </a:lnSpc>
              <a:spcBef>
                <a:spcPct val="25000"/>
              </a:spcBef>
              <a:buClr>
                <a:srgbClr val="339966"/>
              </a:buClr>
            </a:pPr>
            <a:r>
              <a:rPr lang="zh-CN" altLang="zh-CN" sz="1412">
                <a:ea typeface="宋体" panose="02010600030101010101" pitchFamily="2" charset="-122"/>
              </a:rPr>
              <a:t>许多长期劳动合同的COLA </a:t>
            </a:r>
          </a:p>
          <a:p>
            <a:pPr marL="203306" lvl="1" indent="-144876" eaLnBrk="1" hangingPunct="1">
              <a:lnSpc>
                <a:spcPct val="105000"/>
              </a:lnSpc>
              <a:spcBef>
                <a:spcPct val="25000"/>
              </a:spcBef>
              <a:buClr>
                <a:srgbClr val="339966"/>
              </a:buClr>
            </a:pPr>
            <a:r>
              <a:rPr lang="zh-CN" altLang="zh-CN" sz="1412">
                <a:ea typeface="宋体" panose="02010600030101010101" pitchFamily="2" charset="-122"/>
              </a:rPr>
              <a:t>社会保障补助和联邦所得税等级的调整</a:t>
            </a:r>
          </a:p>
        </p:txBody>
      </p:sp>
      <p:sp>
        <p:nvSpPr>
          <p:cNvPr id="52230" name="Text Box 4">
            <a:extLst>
              <a:ext uri="{FF2B5EF4-FFF2-40B4-BE49-F238E27FC236}">
                <a16:creationId xmlns:a16="http://schemas.microsoft.com/office/drawing/2014/main" id="{80A87396-D14B-9546-9141-FEE822D23D0C}"/>
              </a:ext>
            </a:extLst>
          </p:cNvPr>
          <p:cNvSpPr txBox="1">
            <a:spLocks noChangeArrowheads="1"/>
          </p:cNvSpPr>
          <p:nvPr/>
        </p:nvSpPr>
        <p:spPr bwMode="auto">
          <a:xfrm>
            <a:off x="416190" y="702707"/>
            <a:ext cx="3839349" cy="790760"/>
          </a:xfrm>
          <a:prstGeom prst="rect">
            <a:avLst/>
          </a:prstGeom>
          <a:gradFill rotWithShape="1">
            <a:gsLst>
              <a:gs pos="0">
                <a:srgbClr val="FFCCFF"/>
              </a:gs>
              <a:gs pos="50000">
                <a:srgbClr val="CCECFF"/>
              </a:gs>
              <a:gs pos="100000">
                <a:srgbClr val="FFCCFF"/>
              </a:gs>
            </a:gsLst>
            <a:lin ang="18900000" scaled="1"/>
          </a:gradFill>
          <a:ln w="9525">
            <a:solidFill>
              <a:schemeClr val="tx1"/>
            </a:solidFill>
            <a:miter lim="800000"/>
            <a:headEnd/>
            <a:tailEnd/>
          </a:ln>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defTabSz="461040" eaLnBrk="1" fontAlgn="base" hangingPunct="1">
              <a:spcBef>
                <a:spcPct val="50000"/>
              </a:spcBef>
              <a:spcAft>
                <a:spcPct val="0"/>
              </a:spcAft>
            </a:pPr>
            <a:r>
              <a:rPr lang="zh-CN" altLang="zh-CN" sz="1462">
                <a:solidFill>
                  <a:srgbClr val="000000"/>
                </a:solidFill>
                <a:effectLst>
                  <a:outerShdw blurRad="38100" dist="38100" dir="2700000" algn="tl">
                    <a:srgbClr val="FFFFFF"/>
                  </a:outerShdw>
                </a:effectLst>
                <a:ea typeface="宋体" panose="02010600030101010101" pitchFamily="2" charset="-122"/>
              </a:rPr>
              <a:t>当某一美元根据法律或合同自动地按物价水平的变动校正时，这种美元量就称为通货膨胀的指数化</a:t>
            </a:r>
            <a:endParaRPr lang="zh-CN" altLang="en-US" sz="1462">
              <a:solidFill>
                <a:srgbClr val="000000"/>
              </a:solidFill>
              <a:effectLst>
                <a:outerShdw blurRad="38100" dist="38100" dir="2700000" algn="tl">
                  <a:srgbClr val="FFFFFF"/>
                </a:outerShdw>
              </a:effectLst>
              <a:ea typeface="宋体" panose="02010600030101010101" pitchFamily="2" charset="-122"/>
              <a:cs typeface="Arial" panose="020B0604020202020204" pitchFamily="34" charset="0"/>
            </a:endParaRPr>
          </a:p>
        </p:txBody>
      </p:sp>
      <p:sp>
        <p:nvSpPr>
          <p:cNvPr id="52231" name="FlagCount" hidden="1">
            <a:hlinkClick r:id="rId2" action="ppaction://hlinkfile"/>
            <a:extLst>
              <a:ext uri="{FF2B5EF4-FFF2-40B4-BE49-F238E27FC236}">
                <a16:creationId xmlns:a16="http://schemas.microsoft.com/office/drawing/2014/main" id="{A5EA2E76-ED1C-DF00-3799-9C0A8896B247}"/>
              </a:ext>
            </a:extLst>
          </p:cNvPr>
          <p:cNvSpPr>
            <a:spLocks noChangeArrowheads="1"/>
          </p:cNvSpPr>
          <p:nvPr/>
        </p:nvSpPr>
        <p:spPr bwMode="auto">
          <a:xfrm>
            <a:off x="4161896" y="168063"/>
            <a:ext cx="192088" cy="160073"/>
          </a:xfrm>
          <a:prstGeom prst="wedgeRoundRectCallout">
            <a:avLst>
              <a:gd name="adj1" fmla="val -43750"/>
              <a:gd name="adj2" fmla="val 70000"/>
              <a:gd name="adj3" fmla="val 16667"/>
            </a:avLst>
          </a:prstGeom>
          <a:solidFill>
            <a:schemeClr val="accent1">
              <a:alpha val="25000"/>
            </a:schemeClr>
          </a:solidFill>
          <a:ln w="19050">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defTabSz="461040" eaLnBrk="1" fontAlgn="base" hangingPunct="1">
              <a:spcBef>
                <a:spcPct val="0"/>
              </a:spcBef>
              <a:spcAft>
                <a:spcPct val="0"/>
              </a:spcAft>
            </a:pPr>
            <a:r>
              <a:rPr lang="en-US" altLang="zh-CN" sz="706" b="1">
                <a:solidFill>
                  <a:srgbClr val="000000"/>
                </a:solidFill>
                <a:latin typeface="Tahoma" panose="020B0604030504040204" pitchFamily="34" charset="0"/>
                <a:ea typeface="宋体" panose="02010600030101010101" pitchFamily="2" charset="-122"/>
              </a:rPr>
              <a:t>0</a:t>
            </a: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9" presetClass="entr" presetSubtype="0" fill="hold" nodeType="clickEffect">
                                  <p:stCondLst>
                                    <p:cond delay="0"/>
                                  </p:stCondLst>
                                  <p:childTnLst>
                                    <p:set>
                                      <p:cBhvr>
                                        <p:cTn id="6" dur="1" fill="hold">
                                          <p:stCondLst>
                                            <p:cond delay="0"/>
                                          </p:stCondLst>
                                        </p:cTn>
                                        <p:tgtEl>
                                          <p:spTgt spid="52230"/>
                                        </p:tgtEl>
                                        <p:attrNameLst>
                                          <p:attrName>style.visibility</p:attrName>
                                        </p:attrNameLst>
                                      </p:cBhvr>
                                      <p:to>
                                        <p:strVal val="visible"/>
                                      </p:to>
                                    </p:set>
                                    <p:animEffect transition="in" filter="dissolve">
                                      <p:cBhvr>
                                        <p:cTn id="7" dur="500"/>
                                        <p:tgtEl>
                                          <p:spTgt spid="5223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52229">
                                            <p:txEl>
                                              <p:pRg st="0" end="0"/>
                                            </p:txEl>
                                          </p:spTgt>
                                        </p:tgtEl>
                                        <p:attrNameLst>
                                          <p:attrName>style.visibility</p:attrName>
                                        </p:attrNameLst>
                                      </p:cBhvr>
                                      <p:to>
                                        <p:strVal val="visible"/>
                                      </p:to>
                                    </p:set>
                                    <p:animEffect transition="in" filter="wipe(left)">
                                      <p:cBhvr>
                                        <p:cTn id="12" dur="500"/>
                                        <p:tgtEl>
                                          <p:spTgt spid="52229">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52229">
                                            <p:txEl>
                                              <p:pRg st="1" end="1"/>
                                            </p:txEl>
                                          </p:spTgt>
                                        </p:tgtEl>
                                        <p:attrNameLst>
                                          <p:attrName>style.visibility</p:attrName>
                                        </p:attrNameLst>
                                      </p:cBhvr>
                                      <p:to>
                                        <p:strVal val="visible"/>
                                      </p:to>
                                    </p:set>
                                    <p:animEffect transition="in" filter="wipe(left)">
                                      <p:cBhvr>
                                        <p:cTn id="17" dur="500"/>
                                        <p:tgtEl>
                                          <p:spTgt spid="52229">
                                            <p:txEl>
                                              <p:pRg st="1" end="1"/>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52229">
                                            <p:txEl>
                                              <p:pRg st="2" end="2"/>
                                            </p:txEl>
                                          </p:spTgt>
                                        </p:tgtEl>
                                        <p:attrNameLst>
                                          <p:attrName>style.visibility</p:attrName>
                                        </p:attrNameLst>
                                      </p:cBhvr>
                                      <p:to>
                                        <p:strVal val="visible"/>
                                      </p:to>
                                    </p:set>
                                    <p:animEffect transition="in" filter="wipe(left)">
                                      <p:cBhvr>
                                        <p:cTn id="22" dur="500"/>
                                        <p:tgtEl>
                                          <p:spTgt spid="52229">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229" grpId="0" build="p" bldLvl="5" autoUpdateAnimBg="0"/>
      <p:bldP spid="52230" grpId="0" animBg="1" autoUpdateAnimBg="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页脚占位符 1">
            <a:extLst>
              <a:ext uri="{FF2B5EF4-FFF2-40B4-BE49-F238E27FC236}">
                <a16:creationId xmlns:a16="http://schemas.microsoft.com/office/drawing/2014/main" id="{E37F3736-8A7A-BD7A-9F64-BEB339DC9AE8}"/>
              </a:ext>
            </a:extLst>
          </p:cNvPr>
          <p:cNvSpPr txBox="1">
            <a:spLocks noGrp="1" noChangeArrowheads="1"/>
          </p:cNvSpPr>
          <p:nvPr/>
        </p:nvSpPr>
        <p:spPr bwMode="auto">
          <a:xfrm>
            <a:off x="144066" y="3224656"/>
            <a:ext cx="3698485" cy="1848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1040" eaLnBrk="1" fontAlgn="base" hangingPunct="1">
              <a:spcBef>
                <a:spcPct val="0"/>
              </a:spcBef>
              <a:spcAft>
                <a:spcPct val="0"/>
              </a:spcAft>
            </a:pPr>
            <a:r>
              <a:rPr lang="zh-CN" altLang="en-US" sz="908" i="1" dirty="0">
                <a:solidFill>
                  <a:srgbClr val="777777"/>
                </a:solidFill>
                <a:ea typeface="宋体" panose="02010600030101010101" pitchFamily="2" charset="-122"/>
              </a:rPr>
              <a:t>价格水平及其衡量</a:t>
            </a:r>
            <a:endParaRPr lang="en-US" altLang="zh-CN" sz="908" i="1" dirty="0">
              <a:solidFill>
                <a:srgbClr val="777777"/>
              </a:solidFill>
              <a:ea typeface="宋体" panose="02010600030101010101" pitchFamily="2" charset="-122"/>
            </a:endParaRPr>
          </a:p>
        </p:txBody>
      </p:sp>
      <p:sp>
        <p:nvSpPr>
          <p:cNvPr id="53251" name="灯片编号占位符 2">
            <a:extLst>
              <a:ext uri="{FF2B5EF4-FFF2-40B4-BE49-F238E27FC236}">
                <a16:creationId xmlns:a16="http://schemas.microsoft.com/office/drawing/2014/main" id="{F5FFACF8-DA33-5AD0-64E2-D5F9B8303FA6}"/>
              </a:ext>
            </a:extLst>
          </p:cNvPr>
          <p:cNvSpPr txBox="1">
            <a:spLocks noGrp="1" noChangeArrowheads="1"/>
          </p:cNvSpPr>
          <p:nvPr/>
        </p:nvSpPr>
        <p:spPr bwMode="auto">
          <a:xfrm>
            <a:off x="4185907" y="3215851"/>
            <a:ext cx="344957" cy="1856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defTabSz="461040" eaLnBrk="1" fontAlgn="base" hangingPunct="1">
              <a:spcBef>
                <a:spcPct val="0"/>
              </a:spcBef>
              <a:spcAft>
                <a:spcPct val="0"/>
              </a:spcAft>
            </a:pPr>
            <a:fld id="{AB718C87-83ED-8A42-88F0-92A3D3260544}" type="slidenum">
              <a:rPr lang="zh-CN" altLang="zh-CN" sz="857">
                <a:solidFill>
                  <a:srgbClr val="777777"/>
                </a:solidFill>
                <a:ea typeface="宋体" panose="02010600030101010101" pitchFamily="2" charset="-122"/>
              </a:rPr>
              <a:pPr algn="r" defTabSz="461040" eaLnBrk="1" fontAlgn="base" hangingPunct="1">
                <a:spcBef>
                  <a:spcPct val="0"/>
                </a:spcBef>
                <a:spcAft>
                  <a:spcPct val="0"/>
                </a:spcAft>
              </a:pPr>
              <a:t>32</a:t>
            </a:fld>
            <a:endParaRPr lang="zh-CN" altLang="zh-CN" sz="857">
              <a:solidFill>
                <a:srgbClr val="777777"/>
              </a:solidFill>
              <a:ea typeface="宋体" panose="02010600030101010101" pitchFamily="2" charset="-122"/>
            </a:endParaRPr>
          </a:p>
        </p:txBody>
      </p:sp>
      <p:sp>
        <p:nvSpPr>
          <p:cNvPr id="53252" name="Rectangle 2">
            <a:extLst>
              <a:ext uri="{FF2B5EF4-FFF2-40B4-BE49-F238E27FC236}">
                <a16:creationId xmlns:a16="http://schemas.microsoft.com/office/drawing/2014/main" id="{854EF20A-2F5B-9B33-B395-FCF851709B80}"/>
              </a:ext>
            </a:extLst>
          </p:cNvPr>
          <p:cNvSpPr>
            <a:spLocks noGrp="1" noChangeArrowheads="1"/>
          </p:cNvSpPr>
          <p:nvPr>
            <p:ph type="title" idx="4294967295"/>
          </p:nvPr>
        </p:nvSpPr>
        <p:spPr>
          <a:xfrm>
            <a:off x="11205" y="151256"/>
            <a:ext cx="4610100" cy="420191"/>
          </a:xfrm>
        </p:spPr>
        <p:txBody>
          <a:bodyPr/>
          <a:lstStyle/>
          <a:p>
            <a:pPr eaLnBrk="1" hangingPunct="1">
              <a:lnSpc>
                <a:spcPct val="105000"/>
              </a:lnSpc>
            </a:pPr>
            <a:r>
              <a:rPr lang="zh-CN" altLang="zh-CN" sz="1613">
                <a:ea typeface="宋体" panose="02010600030101010101" pitchFamily="2" charset="-122"/>
              </a:rPr>
              <a:t>根据通货膨胀的影响校正经济变量：</a:t>
            </a:r>
            <a:br>
              <a:rPr lang="zh-CN" altLang="zh-CN" sz="1613">
                <a:ea typeface="宋体" panose="02010600030101010101" pitchFamily="2" charset="-122"/>
              </a:rPr>
            </a:br>
            <a:r>
              <a:rPr lang="zh-CN" altLang="zh-CN" sz="1613">
                <a:solidFill>
                  <a:srgbClr val="CC0000"/>
                </a:solidFill>
                <a:ea typeface="宋体" panose="02010600030101010101" pitchFamily="2" charset="-122"/>
              </a:rPr>
              <a:t>真实利率与名义利率</a:t>
            </a:r>
          </a:p>
        </p:txBody>
      </p:sp>
      <p:sp>
        <p:nvSpPr>
          <p:cNvPr id="53253" name="Rectangle 3">
            <a:extLst>
              <a:ext uri="{FF2B5EF4-FFF2-40B4-BE49-F238E27FC236}">
                <a16:creationId xmlns:a16="http://schemas.microsoft.com/office/drawing/2014/main" id="{9B0D8203-E5FE-354F-F409-A0525C6448CE}"/>
              </a:ext>
            </a:extLst>
          </p:cNvPr>
          <p:cNvSpPr>
            <a:spLocks noGrp="1" noChangeArrowheads="1"/>
          </p:cNvSpPr>
          <p:nvPr>
            <p:ph type="body" idx="4294967295"/>
          </p:nvPr>
        </p:nvSpPr>
        <p:spPr>
          <a:xfrm>
            <a:off x="230505" y="631475"/>
            <a:ext cx="4149090" cy="2694827"/>
          </a:xfrm>
        </p:spPr>
        <p:txBody>
          <a:bodyPr/>
          <a:lstStyle/>
          <a:p>
            <a:pPr marL="0" indent="0" eaLnBrk="1" hangingPunct="1">
              <a:buNone/>
            </a:pPr>
            <a:r>
              <a:rPr lang="zh-CN" altLang="zh-CN">
                <a:ea typeface="宋体" panose="02010600030101010101" pitchFamily="2" charset="-122"/>
              </a:rPr>
              <a:t>名义利率： </a:t>
            </a:r>
          </a:p>
          <a:p>
            <a:pPr marL="201705" lvl="1" eaLnBrk="1" hangingPunct="1">
              <a:lnSpc>
                <a:spcPct val="105000"/>
              </a:lnSpc>
              <a:buClr>
                <a:srgbClr val="339966"/>
              </a:buClr>
            </a:pPr>
            <a:r>
              <a:rPr lang="zh-CN" altLang="zh-CN">
                <a:ea typeface="宋体" panose="02010600030101010101" pitchFamily="2" charset="-122"/>
              </a:rPr>
              <a:t>未根据通货膨胀的影响校正的利率</a:t>
            </a:r>
          </a:p>
          <a:p>
            <a:pPr marL="201705" lvl="1" eaLnBrk="1" hangingPunct="1">
              <a:lnSpc>
                <a:spcPct val="105000"/>
              </a:lnSpc>
              <a:buClr>
                <a:srgbClr val="339966"/>
              </a:buClr>
            </a:pPr>
            <a:r>
              <a:rPr lang="zh-CN" altLang="zh-CN">
                <a:ea typeface="宋体" panose="02010600030101010101" pitchFamily="2" charset="-122"/>
              </a:rPr>
              <a:t>存款或债务的美元价值的增长率</a:t>
            </a:r>
          </a:p>
          <a:p>
            <a:pPr marL="0" indent="0" eaLnBrk="1" hangingPunct="1">
              <a:spcBef>
                <a:spcPct val="40000"/>
              </a:spcBef>
              <a:buNone/>
            </a:pPr>
            <a:r>
              <a:rPr lang="zh-CN" altLang="zh-CN">
                <a:ea typeface="宋体" panose="02010600030101010101" pitchFamily="2" charset="-122"/>
              </a:rPr>
              <a:t>真实利率:</a:t>
            </a:r>
          </a:p>
          <a:p>
            <a:pPr marL="201705" lvl="1" eaLnBrk="1" hangingPunct="1">
              <a:lnSpc>
                <a:spcPct val="105000"/>
              </a:lnSpc>
              <a:buClr>
                <a:srgbClr val="339966"/>
              </a:buClr>
            </a:pPr>
            <a:r>
              <a:rPr lang="zh-CN" altLang="zh-CN">
                <a:ea typeface="宋体" panose="02010600030101010101" pitchFamily="2" charset="-122"/>
              </a:rPr>
              <a:t>根据通货膨胀的影响校正过的利率</a:t>
            </a:r>
          </a:p>
          <a:p>
            <a:pPr marL="201705" lvl="1" eaLnBrk="1" hangingPunct="1">
              <a:lnSpc>
                <a:spcPct val="105000"/>
              </a:lnSpc>
              <a:buClr>
                <a:srgbClr val="339966"/>
              </a:buClr>
            </a:pPr>
            <a:r>
              <a:rPr lang="zh-CN" altLang="zh-CN">
                <a:ea typeface="宋体" panose="02010600030101010101" pitchFamily="2" charset="-122"/>
              </a:rPr>
              <a:t>存款或债务的实际购买力的增长率</a:t>
            </a:r>
          </a:p>
          <a:p>
            <a:pPr marL="0" indent="0" eaLnBrk="1" hangingPunct="1">
              <a:buNone/>
            </a:pPr>
            <a:r>
              <a:rPr lang="zh-CN" altLang="zh-CN">
                <a:solidFill>
                  <a:srgbClr val="FF0000"/>
                </a:solidFill>
                <a:ea typeface="宋体" panose="02010600030101010101" pitchFamily="2" charset="-122"/>
              </a:rPr>
              <a:t>真实利率 </a:t>
            </a:r>
            <a:br>
              <a:rPr lang="zh-CN" altLang="zh-CN">
                <a:solidFill>
                  <a:srgbClr val="FF0000"/>
                </a:solidFill>
                <a:ea typeface="宋体" panose="02010600030101010101" pitchFamily="2" charset="-122"/>
              </a:rPr>
            </a:br>
            <a:r>
              <a:rPr lang="zh-CN" altLang="zh-CN">
                <a:solidFill>
                  <a:srgbClr val="FF0000"/>
                </a:solidFill>
                <a:ea typeface="宋体" panose="02010600030101010101" pitchFamily="2" charset="-122"/>
              </a:rPr>
              <a:t>   =  (名义利率) – (通货膨胀率)</a:t>
            </a:r>
          </a:p>
        </p:txBody>
      </p:sp>
      <p:sp>
        <p:nvSpPr>
          <p:cNvPr id="53254" name="FlagCount" hidden="1">
            <a:hlinkClick r:id="rId2" action="ppaction://hlinkfile"/>
            <a:extLst>
              <a:ext uri="{FF2B5EF4-FFF2-40B4-BE49-F238E27FC236}">
                <a16:creationId xmlns:a16="http://schemas.microsoft.com/office/drawing/2014/main" id="{0B351F3E-22FE-0066-9242-C6D59B14D1AC}"/>
              </a:ext>
            </a:extLst>
          </p:cNvPr>
          <p:cNvSpPr>
            <a:spLocks noChangeArrowheads="1"/>
          </p:cNvSpPr>
          <p:nvPr/>
        </p:nvSpPr>
        <p:spPr bwMode="auto">
          <a:xfrm>
            <a:off x="4161896" y="161660"/>
            <a:ext cx="192088" cy="160073"/>
          </a:xfrm>
          <a:prstGeom prst="wedgeRoundRectCallout">
            <a:avLst>
              <a:gd name="adj1" fmla="val -43750"/>
              <a:gd name="adj2" fmla="val 70000"/>
              <a:gd name="adj3" fmla="val 16667"/>
            </a:avLst>
          </a:prstGeom>
          <a:solidFill>
            <a:schemeClr val="accent1">
              <a:alpha val="25000"/>
            </a:schemeClr>
          </a:solidFill>
          <a:ln w="19050">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defTabSz="461040" eaLnBrk="1" fontAlgn="base" hangingPunct="1">
              <a:spcBef>
                <a:spcPct val="0"/>
              </a:spcBef>
              <a:spcAft>
                <a:spcPct val="0"/>
              </a:spcAft>
            </a:pPr>
            <a:r>
              <a:rPr lang="en-US" altLang="zh-CN" sz="706" b="1">
                <a:solidFill>
                  <a:srgbClr val="000000"/>
                </a:solidFill>
                <a:latin typeface="Tahoma" panose="020B0604030504040204" pitchFamily="34" charset="0"/>
                <a:ea typeface="宋体" panose="02010600030101010101" pitchFamily="2" charset="-122"/>
              </a:rPr>
              <a:t>0</a:t>
            </a:r>
          </a:p>
        </p:txBody>
      </p:sp>
    </p:spTree>
  </p:cSld>
  <p:clrMapOvr>
    <a:masterClrMapping/>
  </p:clrMapOvr>
  <p:transition>
    <p:wipe dir="r"/>
  </p:transition>
</p:sld>
</file>

<file path=ppt/slides/slide3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4274" name="页脚占位符 1">
            <a:extLst>
              <a:ext uri="{FF2B5EF4-FFF2-40B4-BE49-F238E27FC236}">
                <a16:creationId xmlns:a16="http://schemas.microsoft.com/office/drawing/2014/main" id="{A6C4A8D3-61F5-9C40-080B-E9ABC7F5DEE2}"/>
              </a:ext>
            </a:extLst>
          </p:cNvPr>
          <p:cNvSpPr txBox="1">
            <a:spLocks noGrp="1" noChangeArrowheads="1"/>
          </p:cNvSpPr>
          <p:nvPr/>
        </p:nvSpPr>
        <p:spPr bwMode="auto">
          <a:xfrm>
            <a:off x="144066" y="3224656"/>
            <a:ext cx="3698485" cy="1848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defTabSz="461040" eaLnBrk="1" fontAlgn="base" hangingPunct="1">
              <a:spcBef>
                <a:spcPct val="0"/>
              </a:spcBef>
              <a:spcAft>
                <a:spcPct val="0"/>
              </a:spcAft>
            </a:pPr>
            <a:r>
              <a:rPr lang="zh-CN" altLang="en-US" sz="908" i="1" dirty="0">
                <a:solidFill>
                  <a:srgbClr val="777777"/>
                </a:solidFill>
                <a:ea typeface="宋体" panose="02010600030101010101" pitchFamily="2" charset="-122"/>
              </a:rPr>
              <a:t>价格水平及其衡量</a:t>
            </a:r>
            <a:endParaRPr lang="en-US" altLang="zh-CN" sz="908" i="1" dirty="0">
              <a:solidFill>
                <a:srgbClr val="777777"/>
              </a:solidFill>
              <a:ea typeface="宋体" panose="02010600030101010101" pitchFamily="2" charset="-122"/>
            </a:endParaRPr>
          </a:p>
        </p:txBody>
      </p:sp>
      <p:sp>
        <p:nvSpPr>
          <p:cNvPr id="54275" name="灯片编号占位符 2">
            <a:extLst>
              <a:ext uri="{FF2B5EF4-FFF2-40B4-BE49-F238E27FC236}">
                <a16:creationId xmlns:a16="http://schemas.microsoft.com/office/drawing/2014/main" id="{352676C8-CDEE-378F-3EFC-6C41AD2CB7C9}"/>
              </a:ext>
            </a:extLst>
          </p:cNvPr>
          <p:cNvSpPr txBox="1">
            <a:spLocks noGrp="1" noChangeArrowheads="1"/>
          </p:cNvSpPr>
          <p:nvPr/>
        </p:nvSpPr>
        <p:spPr bwMode="auto">
          <a:xfrm>
            <a:off x="4185907" y="3215851"/>
            <a:ext cx="344957" cy="1856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defTabSz="461040" eaLnBrk="1" fontAlgn="base" hangingPunct="1">
              <a:spcBef>
                <a:spcPct val="0"/>
              </a:spcBef>
              <a:spcAft>
                <a:spcPct val="0"/>
              </a:spcAft>
            </a:pPr>
            <a:fld id="{DEE6DE31-779F-A947-A106-011079E22C3B}" type="slidenum">
              <a:rPr lang="zh-CN" altLang="zh-CN" sz="857">
                <a:solidFill>
                  <a:srgbClr val="777777"/>
                </a:solidFill>
                <a:ea typeface="宋体" panose="02010600030101010101" pitchFamily="2" charset="-122"/>
              </a:rPr>
              <a:pPr algn="r" defTabSz="461040" eaLnBrk="1" fontAlgn="base" hangingPunct="1">
                <a:spcBef>
                  <a:spcPct val="0"/>
                </a:spcBef>
                <a:spcAft>
                  <a:spcPct val="0"/>
                </a:spcAft>
              </a:pPr>
              <a:t>33</a:t>
            </a:fld>
            <a:endParaRPr lang="zh-CN" altLang="zh-CN" sz="857">
              <a:solidFill>
                <a:srgbClr val="777777"/>
              </a:solidFill>
              <a:ea typeface="宋体" panose="02010600030101010101" pitchFamily="2" charset="-122"/>
            </a:endParaRPr>
          </a:p>
        </p:txBody>
      </p:sp>
      <p:sp>
        <p:nvSpPr>
          <p:cNvPr id="54276" name="Rectangle 2">
            <a:extLst>
              <a:ext uri="{FF2B5EF4-FFF2-40B4-BE49-F238E27FC236}">
                <a16:creationId xmlns:a16="http://schemas.microsoft.com/office/drawing/2014/main" id="{A8BC1C73-A24F-90A7-7C98-8C335F7293CE}"/>
              </a:ext>
            </a:extLst>
          </p:cNvPr>
          <p:cNvSpPr>
            <a:spLocks noGrp="1" noChangeArrowheads="1"/>
          </p:cNvSpPr>
          <p:nvPr>
            <p:ph type="title" idx="4294967295"/>
          </p:nvPr>
        </p:nvSpPr>
        <p:spPr>
          <a:xfrm>
            <a:off x="243311" y="185672"/>
            <a:ext cx="4161096" cy="481819"/>
          </a:xfrm>
        </p:spPr>
        <p:txBody>
          <a:bodyPr/>
          <a:lstStyle/>
          <a:p>
            <a:pPr eaLnBrk="1" hangingPunct="1">
              <a:lnSpc>
                <a:spcPct val="105000"/>
              </a:lnSpc>
            </a:pPr>
            <a:r>
              <a:rPr lang="zh-CN" altLang="zh-CN" sz="1613">
                <a:ea typeface="宋体" panose="02010600030101010101" pitchFamily="2" charset="-122"/>
              </a:rPr>
              <a:t>根据通货膨胀的影响校正经济变量：</a:t>
            </a:r>
            <a:br>
              <a:rPr lang="zh-CN" altLang="zh-CN" sz="1613">
                <a:ea typeface="宋体" panose="02010600030101010101" pitchFamily="2" charset="-122"/>
              </a:rPr>
            </a:br>
            <a:r>
              <a:rPr lang="zh-CN" altLang="zh-CN" sz="1613">
                <a:solidFill>
                  <a:srgbClr val="CC0000"/>
                </a:solidFill>
                <a:ea typeface="宋体" panose="02010600030101010101" pitchFamily="2" charset="-122"/>
              </a:rPr>
              <a:t>真实利率与名义利率</a:t>
            </a:r>
          </a:p>
        </p:txBody>
      </p:sp>
      <p:sp>
        <p:nvSpPr>
          <p:cNvPr id="54277" name="Rectangle 3">
            <a:extLst>
              <a:ext uri="{FF2B5EF4-FFF2-40B4-BE49-F238E27FC236}">
                <a16:creationId xmlns:a16="http://schemas.microsoft.com/office/drawing/2014/main" id="{DF4B2E93-6158-7652-5970-CB8927A7F7E7}"/>
              </a:ext>
            </a:extLst>
          </p:cNvPr>
          <p:cNvSpPr>
            <a:spLocks noGrp="1" noChangeArrowheads="1"/>
          </p:cNvSpPr>
          <p:nvPr>
            <p:ph type="body" idx="4294967295"/>
          </p:nvPr>
        </p:nvSpPr>
        <p:spPr>
          <a:xfrm>
            <a:off x="244912" y="707509"/>
            <a:ext cx="4149090" cy="2392290"/>
          </a:xfrm>
        </p:spPr>
        <p:txBody>
          <a:bodyPr/>
          <a:lstStyle/>
          <a:p>
            <a:pPr marL="0" indent="0" eaLnBrk="1" hangingPunct="1">
              <a:spcBef>
                <a:spcPct val="30000"/>
              </a:spcBef>
              <a:buNone/>
            </a:pPr>
            <a:r>
              <a:rPr lang="zh-CN" altLang="zh-CN">
                <a:ea typeface="宋体" panose="02010600030101010101" pitchFamily="2" charset="-122"/>
              </a:rPr>
              <a:t>例如：</a:t>
            </a:r>
          </a:p>
          <a:p>
            <a:pPr marL="262537" lvl="1" indent="-179294" eaLnBrk="1" hangingPunct="1">
              <a:lnSpc>
                <a:spcPct val="105000"/>
              </a:lnSpc>
              <a:spcBef>
                <a:spcPct val="30000"/>
              </a:spcBef>
            </a:pPr>
            <a:r>
              <a:rPr lang="zh-CN" altLang="zh-CN">
                <a:ea typeface="宋体" panose="02010600030101010101" pitchFamily="2" charset="-122"/>
              </a:rPr>
              <a:t>存入一年期限的1000美元存款</a:t>
            </a:r>
          </a:p>
          <a:p>
            <a:pPr marL="262537" lvl="1" indent="-179294" eaLnBrk="1" hangingPunct="1">
              <a:lnSpc>
                <a:spcPct val="105000"/>
              </a:lnSpc>
              <a:spcBef>
                <a:spcPct val="30000"/>
              </a:spcBef>
            </a:pPr>
            <a:r>
              <a:rPr lang="zh-CN" altLang="zh-CN">
                <a:ea typeface="宋体" panose="02010600030101010101" pitchFamily="2" charset="-122"/>
              </a:rPr>
              <a:t>名义利率为9% </a:t>
            </a:r>
          </a:p>
          <a:p>
            <a:pPr marL="262537" lvl="1" indent="-179294" eaLnBrk="1" hangingPunct="1">
              <a:lnSpc>
                <a:spcPct val="105000"/>
              </a:lnSpc>
              <a:spcBef>
                <a:spcPct val="30000"/>
              </a:spcBef>
            </a:pPr>
            <a:r>
              <a:rPr lang="zh-CN" altLang="zh-CN">
                <a:ea typeface="宋体" panose="02010600030101010101" pitchFamily="2" charset="-122"/>
              </a:rPr>
              <a:t>该年的通货膨胀率是3.5%</a:t>
            </a:r>
          </a:p>
          <a:p>
            <a:pPr marL="262537" lvl="1" indent="-179294" eaLnBrk="1" hangingPunct="1">
              <a:lnSpc>
                <a:spcPct val="105000"/>
              </a:lnSpc>
              <a:spcBef>
                <a:spcPct val="30000"/>
              </a:spcBef>
            </a:pPr>
            <a:r>
              <a:rPr lang="zh-CN" altLang="zh-CN">
                <a:ea typeface="宋体" panose="02010600030101010101" pitchFamily="2" charset="-122"/>
              </a:rPr>
              <a:t>真实利率是 </a:t>
            </a:r>
            <a:br>
              <a:rPr lang="zh-CN" altLang="zh-CN">
                <a:ea typeface="宋体" panose="02010600030101010101" pitchFamily="2" charset="-122"/>
              </a:rPr>
            </a:br>
            <a:r>
              <a:rPr lang="zh-CN" altLang="zh-CN">
                <a:ea typeface="宋体" panose="02010600030101010101" pitchFamily="2" charset="-122"/>
              </a:rPr>
              <a:t>	= 名义利率 – 通货膨胀率</a:t>
            </a:r>
          </a:p>
          <a:p>
            <a:pPr marL="262537" lvl="1" indent="-179294" eaLnBrk="1" hangingPunct="1">
              <a:lnSpc>
                <a:spcPct val="105000"/>
              </a:lnSpc>
              <a:spcBef>
                <a:spcPct val="10000"/>
              </a:spcBef>
              <a:buNone/>
            </a:pPr>
            <a:r>
              <a:rPr lang="zh-CN" altLang="zh-CN">
                <a:ea typeface="宋体" panose="02010600030101010101" pitchFamily="2" charset="-122"/>
              </a:rPr>
              <a:t>		=  9.0%  –  3.5%   =   </a:t>
            </a:r>
            <a:r>
              <a:rPr lang="zh-CN" altLang="zh-CN">
                <a:solidFill>
                  <a:srgbClr val="FF0000"/>
                </a:solidFill>
                <a:ea typeface="宋体" panose="02010600030101010101" pitchFamily="2" charset="-122"/>
              </a:rPr>
              <a:t>5.5%</a:t>
            </a:r>
          </a:p>
          <a:p>
            <a:pPr marL="262537" lvl="1" indent="-179294" eaLnBrk="1" hangingPunct="1">
              <a:lnSpc>
                <a:spcPct val="105000"/>
              </a:lnSpc>
              <a:spcBef>
                <a:spcPct val="30000"/>
              </a:spcBef>
            </a:pPr>
            <a:r>
              <a:rPr lang="zh-CN" altLang="zh-CN">
                <a:ea typeface="宋体" panose="02010600030101010101" pitchFamily="2" charset="-122"/>
              </a:rPr>
              <a:t>1000美元存款的购买力增加了5.5%</a:t>
            </a:r>
          </a:p>
        </p:txBody>
      </p:sp>
      <p:sp>
        <p:nvSpPr>
          <p:cNvPr id="54278" name="FlagCount" hidden="1">
            <a:hlinkClick r:id="rId2" action="ppaction://hlinkfile"/>
            <a:extLst>
              <a:ext uri="{FF2B5EF4-FFF2-40B4-BE49-F238E27FC236}">
                <a16:creationId xmlns:a16="http://schemas.microsoft.com/office/drawing/2014/main" id="{A0E11A4C-A7E9-74DA-A188-241228381180}"/>
              </a:ext>
            </a:extLst>
          </p:cNvPr>
          <p:cNvSpPr>
            <a:spLocks noChangeArrowheads="1"/>
          </p:cNvSpPr>
          <p:nvPr/>
        </p:nvSpPr>
        <p:spPr bwMode="auto">
          <a:xfrm>
            <a:off x="4161896" y="161660"/>
            <a:ext cx="192088" cy="160073"/>
          </a:xfrm>
          <a:prstGeom prst="wedgeRoundRectCallout">
            <a:avLst>
              <a:gd name="adj1" fmla="val -43750"/>
              <a:gd name="adj2" fmla="val 70000"/>
              <a:gd name="adj3" fmla="val 16667"/>
            </a:avLst>
          </a:prstGeom>
          <a:solidFill>
            <a:schemeClr val="accent1">
              <a:alpha val="25000"/>
            </a:schemeClr>
          </a:solidFill>
          <a:ln w="19050">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ctr" defTabSz="461040" eaLnBrk="1" fontAlgn="base" hangingPunct="1">
              <a:spcBef>
                <a:spcPct val="0"/>
              </a:spcBef>
              <a:spcAft>
                <a:spcPct val="0"/>
              </a:spcAft>
            </a:pPr>
            <a:r>
              <a:rPr lang="en-US" altLang="zh-CN" sz="706" b="1">
                <a:solidFill>
                  <a:srgbClr val="000000"/>
                </a:solidFill>
                <a:latin typeface="Tahoma" panose="020B0604030504040204" pitchFamily="34" charset="0"/>
                <a:ea typeface="宋体" panose="02010600030101010101" pitchFamily="2" charset="-122"/>
              </a:rPr>
              <a:t>0</a:t>
            </a:r>
          </a:p>
        </p:txBody>
      </p:sp>
    </p:spTree>
  </p:cSld>
  <p:clrMapOvr>
    <a:masterClrMapping/>
  </p:clrMapOvr>
  <p:transition spd="med">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54277">
                                            <p:txEl>
                                              <p:pRg st="0" end="0"/>
                                            </p:txEl>
                                          </p:spTgt>
                                        </p:tgtEl>
                                        <p:attrNameLst>
                                          <p:attrName>style.visibility</p:attrName>
                                        </p:attrNameLst>
                                      </p:cBhvr>
                                      <p:to>
                                        <p:strVal val="visible"/>
                                      </p:to>
                                    </p:set>
                                    <p:animEffect transition="in" filter="wipe(left)">
                                      <p:cBhvr>
                                        <p:cTn id="7" dur="500"/>
                                        <p:tgtEl>
                                          <p:spTgt spid="54277">
                                            <p:txEl>
                                              <p:pRg st="0" end="0"/>
                                            </p:txEl>
                                          </p:spTgt>
                                        </p:tgtEl>
                                      </p:cBhvr>
                                    </p:animEffect>
                                  </p:childTnLst>
                                </p:cTn>
                              </p:par>
                              <p:par>
                                <p:cTn id="8" presetID="22" presetClass="entr" presetSubtype="8" fill="hold" nodeType="withEffect">
                                  <p:stCondLst>
                                    <p:cond delay="0"/>
                                  </p:stCondLst>
                                  <p:childTnLst>
                                    <p:set>
                                      <p:cBhvr>
                                        <p:cTn id="9" dur="1" fill="hold">
                                          <p:stCondLst>
                                            <p:cond delay="0"/>
                                          </p:stCondLst>
                                        </p:cTn>
                                        <p:tgtEl>
                                          <p:spTgt spid="54277">
                                            <p:txEl>
                                              <p:pRg st="1" end="1"/>
                                            </p:txEl>
                                          </p:spTgt>
                                        </p:tgtEl>
                                        <p:attrNameLst>
                                          <p:attrName>style.visibility</p:attrName>
                                        </p:attrNameLst>
                                      </p:cBhvr>
                                      <p:to>
                                        <p:strVal val="visible"/>
                                      </p:to>
                                    </p:set>
                                    <p:animEffect transition="in" filter="wipe(left)">
                                      <p:cBhvr>
                                        <p:cTn id="10" dur="500"/>
                                        <p:tgtEl>
                                          <p:spTgt spid="54277">
                                            <p:txEl>
                                              <p:pRg st="1" end="1"/>
                                            </p:txEl>
                                          </p:spTgt>
                                        </p:tgtEl>
                                      </p:cBhvr>
                                    </p:animEffect>
                                  </p:childTnLst>
                                </p:cTn>
                              </p:par>
                              <p:par>
                                <p:cTn id="11" presetID="22" presetClass="entr" presetSubtype="8" fill="hold" nodeType="withEffect">
                                  <p:stCondLst>
                                    <p:cond delay="0"/>
                                  </p:stCondLst>
                                  <p:childTnLst>
                                    <p:set>
                                      <p:cBhvr>
                                        <p:cTn id="12" dur="1" fill="hold">
                                          <p:stCondLst>
                                            <p:cond delay="0"/>
                                          </p:stCondLst>
                                        </p:cTn>
                                        <p:tgtEl>
                                          <p:spTgt spid="54277">
                                            <p:txEl>
                                              <p:pRg st="2" end="2"/>
                                            </p:txEl>
                                          </p:spTgt>
                                        </p:tgtEl>
                                        <p:attrNameLst>
                                          <p:attrName>style.visibility</p:attrName>
                                        </p:attrNameLst>
                                      </p:cBhvr>
                                      <p:to>
                                        <p:strVal val="visible"/>
                                      </p:to>
                                    </p:set>
                                    <p:animEffect transition="in" filter="wipe(left)">
                                      <p:cBhvr>
                                        <p:cTn id="13" dur="500"/>
                                        <p:tgtEl>
                                          <p:spTgt spid="54277">
                                            <p:txEl>
                                              <p:pRg st="2" end="2"/>
                                            </p:txEl>
                                          </p:spTgt>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22" presetClass="entr" presetSubtype="8" fill="hold" nodeType="clickEffect">
                                  <p:stCondLst>
                                    <p:cond delay="0"/>
                                  </p:stCondLst>
                                  <p:childTnLst>
                                    <p:set>
                                      <p:cBhvr>
                                        <p:cTn id="17" dur="1" fill="hold">
                                          <p:stCondLst>
                                            <p:cond delay="0"/>
                                          </p:stCondLst>
                                        </p:cTn>
                                        <p:tgtEl>
                                          <p:spTgt spid="54277">
                                            <p:txEl>
                                              <p:pRg st="3" end="3"/>
                                            </p:txEl>
                                          </p:spTgt>
                                        </p:tgtEl>
                                        <p:attrNameLst>
                                          <p:attrName>style.visibility</p:attrName>
                                        </p:attrNameLst>
                                      </p:cBhvr>
                                      <p:to>
                                        <p:strVal val="visible"/>
                                      </p:to>
                                    </p:set>
                                    <p:animEffect transition="in" filter="wipe(left)">
                                      <p:cBhvr>
                                        <p:cTn id="18" dur="500"/>
                                        <p:tgtEl>
                                          <p:spTgt spid="54277">
                                            <p:txEl>
                                              <p:pRg st="3" end="3"/>
                                            </p:txEl>
                                          </p:spTgt>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22" presetClass="entr" presetSubtype="8" fill="hold" nodeType="clickEffect">
                                  <p:stCondLst>
                                    <p:cond delay="0"/>
                                  </p:stCondLst>
                                  <p:childTnLst>
                                    <p:set>
                                      <p:cBhvr>
                                        <p:cTn id="22" dur="1" fill="hold">
                                          <p:stCondLst>
                                            <p:cond delay="0"/>
                                          </p:stCondLst>
                                        </p:cTn>
                                        <p:tgtEl>
                                          <p:spTgt spid="54277">
                                            <p:txEl>
                                              <p:pRg st="4" end="4"/>
                                            </p:txEl>
                                          </p:spTgt>
                                        </p:tgtEl>
                                        <p:attrNameLst>
                                          <p:attrName>style.visibility</p:attrName>
                                        </p:attrNameLst>
                                      </p:cBhvr>
                                      <p:to>
                                        <p:strVal val="visible"/>
                                      </p:to>
                                    </p:set>
                                    <p:animEffect transition="in" filter="wipe(left)">
                                      <p:cBhvr>
                                        <p:cTn id="23" dur="500"/>
                                        <p:tgtEl>
                                          <p:spTgt spid="54277">
                                            <p:txEl>
                                              <p:pRg st="4" end="4"/>
                                            </p:txEl>
                                          </p:spTgt>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22" presetClass="entr" presetSubtype="8" fill="hold" nodeType="clickEffect">
                                  <p:stCondLst>
                                    <p:cond delay="0"/>
                                  </p:stCondLst>
                                  <p:childTnLst>
                                    <p:set>
                                      <p:cBhvr>
                                        <p:cTn id="27" dur="1" fill="hold">
                                          <p:stCondLst>
                                            <p:cond delay="0"/>
                                          </p:stCondLst>
                                        </p:cTn>
                                        <p:tgtEl>
                                          <p:spTgt spid="54277">
                                            <p:txEl>
                                              <p:pRg st="5" end="5"/>
                                            </p:txEl>
                                          </p:spTgt>
                                        </p:tgtEl>
                                        <p:attrNameLst>
                                          <p:attrName>style.visibility</p:attrName>
                                        </p:attrNameLst>
                                      </p:cBhvr>
                                      <p:to>
                                        <p:strVal val="visible"/>
                                      </p:to>
                                    </p:set>
                                    <p:animEffect transition="in" filter="wipe(left)">
                                      <p:cBhvr>
                                        <p:cTn id="28" dur="500"/>
                                        <p:tgtEl>
                                          <p:spTgt spid="54277">
                                            <p:txEl>
                                              <p:pRg st="5" end="5"/>
                                            </p:txEl>
                                          </p:spTgt>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22" presetClass="entr" presetSubtype="8" fill="hold" nodeType="clickEffect">
                                  <p:stCondLst>
                                    <p:cond delay="0"/>
                                  </p:stCondLst>
                                  <p:childTnLst>
                                    <p:set>
                                      <p:cBhvr>
                                        <p:cTn id="32" dur="1" fill="hold">
                                          <p:stCondLst>
                                            <p:cond delay="0"/>
                                          </p:stCondLst>
                                        </p:cTn>
                                        <p:tgtEl>
                                          <p:spTgt spid="54277">
                                            <p:txEl>
                                              <p:pRg st="6" end="6"/>
                                            </p:txEl>
                                          </p:spTgt>
                                        </p:tgtEl>
                                        <p:attrNameLst>
                                          <p:attrName>style.visibility</p:attrName>
                                        </p:attrNameLst>
                                      </p:cBhvr>
                                      <p:to>
                                        <p:strVal val="visible"/>
                                      </p:to>
                                    </p:set>
                                    <p:animEffect transition="in" filter="wipe(left)">
                                      <p:cBhvr>
                                        <p:cTn id="33" dur="500"/>
                                        <p:tgtEl>
                                          <p:spTgt spid="54277">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277" grpId="0" build="p" autoUpdateAnimBg="0"/>
    </p:bldLst>
  </p:timing>
</p:sld>
</file>

<file path=ppt/slides/slide3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7348" name="Rectangle 4">
            <a:extLst>
              <a:ext uri="{FF2B5EF4-FFF2-40B4-BE49-F238E27FC236}">
                <a16:creationId xmlns:a16="http://schemas.microsoft.com/office/drawing/2014/main" id="{C9F75B5E-9A0A-E93A-B2BB-B11B52E338E3}"/>
              </a:ext>
            </a:extLst>
          </p:cNvPr>
          <p:cNvSpPr>
            <a:spLocks noGrp="1" noChangeArrowheads="1"/>
          </p:cNvSpPr>
          <p:nvPr>
            <p:ph type="body" idx="4294967295"/>
          </p:nvPr>
        </p:nvSpPr>
        <p:spPr>
          <a:xfrm>
            <a:off x="188086" y="1006046"/>
            <a:ext cx="4191509" cy="2293044"/>
          </a:xfrm>
        </p:spPr>
        <p:txBody>
          <a:bodyPr/>
          <a:lstStyle/>
          <a:p>
            <a:pPr eaLnBrk="1" hangingPunct="1">
              <a:lnSpc>
                <a:spcPct val="85000"/>
              </a:lnSpc>
              <a:buClr>
                <a:srgbClr val="996633"/>
              </a:buClr>
            </a:pPr>
            <a:r>
              <a:rPr lang="zh-CN" altLang="zh-CN">
                <a:ea typeface="宋体" panose="02010600030101010101" pitchFamily="2" charset="-122"/>
              </a:rPr>
              <a:t>消费物价指数是生活费用的一种衡量指标，衡量普通消费者购买的一篮子物品与服务的费用    </a:t>
            </a:r>
          </a:p>
          <a:p>
            <a:pPr eaLnBrk="1" hangingPunct="1">
              <a:lnSpc>
                <a:spcPct val="85000"/>
              </a:lnSpc>
              <a:buClr>
                <a:srgbClr val="996633"/>
              </a:buClr>
            </a:pPr>
            <a:r>
              <a:rPr lang="zh-CN" altLang="zh-CN">
                <a:ea typeface="宋体" panose="02010600030101010101" pitchFamily="2" charset="-122"/>
              </a:rPr>
              <a:t>用CPI来进行生活费用调整和校正通货膨胀影响的经济变量  </a:t>
            </a:r>
          </a:p>
          <a:p>
            <a:pPr eaLnBrk="1" hangingPunct="1">
              <a:lnSpc>
                <a:spcPct val="85000"/>
              </a:lnSpc>
              <a:buClr>
                <a:srgbClr val="996633"/>
              </a:buClr>
            </a:pPr>
            <a:r>
              <a:rPr lang="zh-CN" altLang="zh-CN">
                <a:ea typeface="宋体" panose="02010600030101010101" pitchFamily="2" charset="-122"/>
              </a:rPr>
              <a:t>真实利率是经过通货膨胀校正的利率，等于名义利率减去通货膨胀率</a:t>
            </a:r>
            <a:r>
              <a:rPr lang="zh-CN" altLang="zh-CN" sz="1563">
                <a:ea typeface="宋体" panose="02010600030101010101" pitchFamily="2" charset="-122"/>
              </a:rPr>
              <a:t> </a:t>
            </a:r>
            <a:br>
              <a:rPr lang="zh-CN" altLang="zh-CN" sz="1563">
                <a:ea typeface="宋体" panose="02010600030101010101" pitchFamily="2" charset="-122"/>
              </a:rPr>
            </a:br>
            <a:endParaRPr lang="zh-CN" altLang="zh-CN" sz="1563">
              <a:ea typeface="宋体" panose="02010600030101010101" pitchFamily="2" charset="-122"/>
            </a:endParaRPr>
          </a:p>
        </p:txBody>
      </p:sp>
      <p:sp>
        <p:nvSpPr>
          <p:cNvPr id="57349" name="Rectangle 5">
            <a:extLst>
              <a:ext uri="{FF2B5EF4-FFF2-40B4-BE49-F238E27FC236}">
                <a16:creationId xmlns:a16="http://schemas.microsoft.com/office/drawing/2014/main" id="{9D92D46F-D64A-970C-A829-AD04685AE6F5}"/>
              </a:ext>
            </a:extLst>
          </p:cNvPr>
          <p:cNvSpPr>
            <a:spLocks noChangeArrowheads="1"/>
          </p:cNvSpPr>
          <p:nvPr/>
        </p:nvSpPr>
        <p:spPr bwMode="auto">
          <a:xfrm>
            <a:off x="4185907" y="3215851"/>
            <a:ext cx="344957" cy="1856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lgn="r" defTabSz="461040" eaLnBrk="1" fontAlgn="base" hangingPunct="1">
              <a:spcBef>
                <a:spcPct val="0"/>
              </a:spcBef>
              <a:spcAft>
                <a:spcPct val="0"/>
              </a:spcAft>
            </a:pPr>
            <a:fld id="{48D90E5C-3250-F048-81FA-99E28B86FA70}" type="slidenum">
              <a:rPr lang="zh-CN" altLang="zh-CN" sz="857">
                <a:solidFill>
                  <a:srgbClr val="777777"/>
                </a:solidFill>
                <a:latin typeface="Tahoma" panose="020B0604030504040204" pitchFamily="34" charset="0"/>
                <a:ea typeface="宋体" panose="02010600030101010101" pitchFamily="2" charset="-122"/>
              </a:rPr>
              <a:pPr algn="r" defTabSz="461040" eaLnBrk="1" fontAlgn="base" hangingPunct="1">
                <a:spcBef>
                  <a:spcPct val="0"/>
                </a:spcBef>
                <a:spcAft>
                  <a:spcPct val="0"/>
                </a:spcAft>
              </a:pPr>
              <a:t>34</a:t>
            </a:fld>
            <a:endParaRPr lang="zh-CN" altLang="zh-CN" sz="857">
              <a:solidFill>
                <a:srgbClr val="777777"/>
              </a:solidFill>
              <a:latin typeface="Tahoma" panose="020B0604030504040204" pitchFamily="34" charset="0"/>
              <a:ea typeface="宋体" panose="02010600030101010101" pitchFamily="2" charset="-122"/>
            </a:endParaRPr>
          </a:p>
        </p:txBody>
      </p:sp>
      <p:sp>
        <p:nvSpPr>
          <p:cNvPr id="2" name="Rectangle 2">
            <a:extLst>
              <a:ext uri="{FF2B5EF4-FFF2-40B4-BE49-F238E27FC236}">
                <a16:creationId xmlns:a16="http://schemas.microsoft.com/office/drawing/2014/main" id="{EA6E5C9D-FB15-88D4-31F8-F712BBF2120D}"/>
              </a:ext>
            </a:extLst>
          </p:cNvPr>
          <p:cNvSpPr txBox="1">
            <a:spLocks noChangeArrowheads="1"/>
          </p:cNvSpPr>
          <p:nvPr/>
        </p:nvSpPr>
        <p:spPr bwMode="auto">
          <a:xfrm>
            <a:off x="64029" y="112838"/>
            <a:ext cx="4507653" cy="384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gn="ctr" rtl="0" eaLnBrk="0" fontAlgn="base" hangingPunct="0">
              <a:spcBef>
                <a:spcPct val="0"/>
              </a:spcBef>
              <a:spcAft>
                <a:spcPct val="0"/>
              </a:spcAft>
              <a:defRPr sz="1916" b="1" kern="1200">
                <a:solidFill>
                  <a:srgbClr val="333399"/>
                </a:solidFill>
                <a:latin typeface="+mj-lt"/>
                <a:ea typeface="+mj-ea"/>
                <a:cs typeface="+mj-cs"/>
              </a:defRPr>
            </a:lvl1pPr>
            <a:lvl2pPr algn="ctr" rtl="0" eaLnBrk="0" fontAlgn="base" hangingPunct="0">
              <a:spcBef>
                <a:spcPct val="0"/>
              </a:spcBef>
              <a:spcAft>
                <a:spcPct val="0"/>
              </a:spcAft>
              <a:defRPr sz="1916" b="1">
                <a:solidFill>
                  <a:srgbClr val="333399"/>
                </a:solidFill>
                <a:latin typeface="Book Antiqua" panose="02040602050305030304" pitchFamily="18" charset="0"/>
              </a:defRPr>
            </a:lvl2pPr>
            <a:lvl3pPr algn="ctr" rtl="0" eaLnBrk="0" fontAlgn="base" hangingPunct="0">
              <a:spcBef>
                <a:spcPct val="0"/>
              </a:spcBef>
              <a:spcAft>
                <a:spcPct val="0"/>
              </a:spcAft>
              <a:defRPr sz="1916" b="1">
                <a:solidFill>
                  <a:srgbClr val="333399"/>
                </a:solidFill>
                <a:latin typeface="Book Antiqua" panose="02040602050305030304" pitchFamily="18" charset="0"/>
              </a:defRPr>
            </a:lvl3pPr>
            <a:lvl4pPr algn="ctr" rtl="0" eaLnBrk="0" fontAlgn="base" hangingPunct="0">
              <a:spcBef>
                <a:spcPct val="0"/>
              </a:spcBef>
              <a:spcAft>
                <a:spcPct val="0"/>
              </a:spcAft>
              <a:defRPr sz="1916" b="1">
                <a:solidFill>
                  <a:srgbClr val="333399"/>
                </a:solidFill>
                <a:latin typeface="Book Antiqua" panose="02040602050305030304" pitchFamily="18" charset="0"/>
              </a:defRPr>
            </a:lvl4pPr>
            <a:lvl5pPr algn="ctr" rtl="0" eaLnBrk="0" fontAlgn="base" hangingPunct="0">
              <a:spcBef>
                <a:spcPct val="0"/>
              </a:spcBef>
              <a:spcAft>
                <a:spcPct val="0"/>
              </a:spcAft>
              <a:defRPr sz="1916" b="1">
                <a:solidFill>
                  <a:srgbClr val="333399"/>
                </a:solidFill>
                <a:latin typeface="Book Antiqua" panose="02040602050305030304" pitchFamily="18" charset="0"/>
              </a:defRPr>
            </a:lvl5pPr>
            <a:lvl6pPr marL="230520" algn="ctr" rtl="0" eaLnBrk="0" fontAlgn="base" hangingPunct="0">
              <a:spcBef>
                <a:spcPct val="0"/>
              </a:spcBef>
              <a:spcAft>
                <a:spcPct val="0"/>
              </a:spcAft>
              <a:defRPr sz="1916" b="1">
                <a:solidFill>
                  <a:srgbClr val="333399"/>
                </a:solidFill>
                <a:latin typeface="Book Antiqua" panose="02040602050305030304" pitchFamily="18" charset="0"/>
              </a:defRPr>
            </a:lvl6pPr>
            <a:lvl7pPr marL="461040" algn="ctr" rtl="0" eaLnBrk="0" fontAlgn="base" hangingPunct="0">
              <a:spcBef>
                <a:spcPct val="0"/>
              </a:spcBef>
              <a:spcAft>
                <a:spcPct val="0"/>
              </a:spcAft>
              <a:defRPr sz="1916" b="1">
                <a:solidFill>
                  <a:srgbClr val="333399"/>
                </a:solidFill>
                <a:latin typeface="Book Antiqua" panose="02040602050305030304" pitchFamily="18" charset="0"/>
              </a:defRPr>
            </a:lvl7pPr>
            <a:lvl8pPr marL="691561" algn="ctr" rtl="0" eaLnBrk="0" fontAlgn="base" hangingPunct="0">
              <a:spcBef>
                <a:spcPct val="0"/>
              </a:spcBef>
              <a:spcAft>
                <a:spcPct val="0"/>
              </a:spcAft>
              <a:defRPr sz="1916" b="1">
                <a:solidFill>
                  <a:srgbClr val="333399"/>
                </a:solidFill>
                <a:latin typeface="Book Antiqua" panose="02040602050305030304" pitchFamily="18" charset="0"/>
              </a:defRPr>
            </a:lvl8pPr>
            <a:lvl9pPr marL="922081" algn="ctr" rtl="0" eaLnBrk="0" fontAlgn="base" hangingPunct="0">
              <a:spcBef>
                <a:spcPct val="0"/>
              </a:spcBef>
              <a:spcAft>
                <a:spcPct val="0"/>
              </a:spcAft>
              <a:defRPr sz="1916" b="1">
                <a:solidFill>
                  <a:srgbClr val="333399"/>
                </a:solidFill>
                <a:latin typeface="Book Antiqua" panose="02040602050305030304" pitchFamily="18" charset="0"/>
              </a:defRPr>
            </a:lvl9pPr>
          </a:lstStyle>
          <a:p>
            <a:pPr eaLnBrk="1" hangingPunct="1"/>
            <a:r>
              <a:rPr lang="zh-CN" altLang="en-US" sz="1815" dirty="0">
                <a:ea typeface="宋体" panose="02010600030101010101" pitchFamily="2" charset="-122"/>
              </a:rPr>
              <a:t>本节小节</a:t>
            </a:r>
            <a:endParaRPr lang="zh-CN" altLang="zh-CN" sz="1815" dirty="0">
              <a:ea typeface="宋体" panose="02010600030101010101" pitchFamily="2" charset="-122"/>
            </a:endParaRPr>
          </a:p>
        </p:txBody>
      </p:sp>
    </p:spTree>
  </p:cSld>
  <p:clrMapOvr>
    <a:masterClrMapping/>
  </p:clrMapOvr>
  <p:transition>
    <p:fade/>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21942D0-B04B-BBEC-9497-527290109026}"/>
              </a:ext>
            </a:extLst>
          </p:cNvPr>
          <p:cNvSpPr>
            <a:spLocks noGrp="1"/>
          </p:cNvSpPr>
          <p:nvPr>
            <p:ph type="title"/>
          </p:nvPr>
        </p:nvSpPr>
        <p:spPr>
          <a:xfrm>
            <a:off x="95503" y="1545709"/>
            <a:ext cx="4419094" cy="369332"/>
          </a:xfrm>
        </p:spPr>
        <p:txBody>
          <a:bodyPr/>
          <a:lstStyle/>
          <a:p>
            <a:pPr algn="ctr"/>
            <a:r>
              <a:rPr kumimoji="1" lang="en-US" altLang="zh-CN" sz="2400" dirty="0"/>
              <a:t>Thanks!</a:t>
            </a:r>
            <a:endParaRPr kumimoji="1" lang="zh-CN" altLang="en-US" sz="2400" dirty="0"/>
          </a:p>
        </p:txBody>
      </p:sp>
    </p:spTree>
    <p:extLst>
      <p:ext uri="{BB962C8B-B14F-4D97-AF65-F5344CB8AC3E}">
        <p14:creationId xmlns:p14="http://schemas.microsoft.com/office/powerpoint/2010/main" val="346154294"/>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00"/>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Lecture07_MRM_Further_Issues" id="{24B43B47-24CB-46F7-B8C9-C4EBF626B1D6}" vid="{43F0D2F8-6075-47B2-B32A-3346D0B039E8}"/>
    </a:ext>
  </a:extLst>
</a:theme>
</file>

<file path=ppt/theme/theme2.xml><?xml version="1.0" encoding="utf-8"?>
<a:theme xmlns:a="http://schemas.openxmlformats.org/drawingml/2006/main" name="Custom Design">
  <a:themeElements>
    <a:clrScheme name="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Custom Design">
      <a:majorFont>
        <a:latin typeface="Book Antiqua"/>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Custom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Custom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Custom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Custom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Custom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Custom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Custom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Custom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Custom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Custom Design">
  <a:themeElements>
    <a:clrScheme name="1_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1_Custom Design">
      <a:majorFont>
        <a:latin typeface="Book Antiqua"/>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1_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1_Custom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1_Custom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1_Custom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1_Custom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1_Custom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1_Custom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1_Custom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1_Custom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1_Custom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1_Custom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1_Custom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2_Custom Design">
  <a:themeElements>
    <a:clrScheme name="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Custom Design">
      <a:majorFont>
        <a:latin typeface="Book Antiqua"/>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Custom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Custom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Custom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Custom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Custom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Custom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Custom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Custom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Custom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Custom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Custom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Custom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themeOverride>
</file>

<file path=ppt/theme/themeOverride2.xml><?xml version="1.0" encoding="utf-8"?>
<a:themeOverride xmlns:a="http://schemas.openxmlformats.org/drawingml/2006/main">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themeOverride>
</file>

<file path=ppt/theme/themeOverride3.xml><?xml version="1.0" encoding="utf-8"?>
<a:themeOverride xmlns:a="http://schemas.openxmlformats.org/drawingml/2006/main">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themeOverride>
</file>

<file path=ppt/theme/themeOverride4.xml><?xml version="1.0" encoding="utf-8"?>
<a:themeOverride xmlns:a="http://schemas.openxmlformats.org/drawingml/2006/main">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themeOverride>
</file>

<file path=ppt/theme/themeOverride5.xml><?xml version="1.0" encoding="utf-8"?>
<a:themeOverride xmlns:a="http://schemas.openxmlformats.org/drawingml/2006/main">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themeOverride>
</file>

<file path=ppt/theme/themeOverride6.xml><?xml version="1.0" encoding="utf-8"?>
<a:themeOverride xmlns:a="http://schemas.openxmlformats.org/drawingml/2006/main">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themeOverride>
</file>

<file path=ppt/theme/themeOverride7.xml><?xml version="1.0" encoding="utf-8"?>
<a:themeOverride xmlns:a="http://schemas.openxmlformats.org/drawingml/2006/main">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themeOverride>
</file>

<file path=ppt/theme/themeOverride8.xml><?xml version="1.0" encoding="utf-8"?>
<a:themeOverride xmlns:a="http://schemas.openxmlformats.org/drawingml/2006/main">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themeOverride>
</file>

<file path=ppt/theme/themeOverride9.xml><?xml version="1.0" encoding="utf-8"?>
<a:themeOverride xmlns:a="http://schemas.openxmlformats.org/drawingml/2006/main">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themeOverride>
</file>

<file path=ppt/theme/themeOverride10.xml><?xml version="1.0" encoding="utf-8"?>
<a:themeOverride xmlns:a="http://schemas.openxmlformats.org/drawingml/2006/main">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themeOverride>
</file>

<file path=ppt/theme/themeOverride11.xml><?xml version="1.0" encoding="utf-8"?>
<a:themeOverride xmlns:a="http://schemas.openxmlformats.org/drawingml/2006/main">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themeOverride>
</file>

<file path=ppt/theme/themeOverride12.xml><?xml version="1.0" encoding="utf-8"?>
<a:themeOverride xmlns:a="http://schemas.openxmlformats.org/drawingml/2006/main">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themeOverride>
</file>

<file path=ppt/theme/themeOverride13.xml><?xml version="1.0" encoding="utf-8"?>
<a:themeOverride xmlns:a="http://schemas.openxmlformats.org/drawingml/2006/main">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themeOverride>
</file>

<file path=ppt/theme/themeOverride14.xml><?xml version="1.0" encoding="utf-8"?>
<a:themeOverride xmlns:a="http://schemas.openxmlformats.org/drawingml/2006/main">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themeOverride>
</file>

<file path=ppt/theme/themeOverride15.xml><?xml version="1.0" encoding="utf-8"?>
<a:themeOverride xmlns:a="http://schemas.openxmlformats.org/drawingml/2006/main">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themeOverride>
</file>

<file path=ppt/theme/themeOverride16.xml><?xml version="1.0" encoding="utf-8"?>
<a:themeOverride xmlns:a="http://schemas.openxmlformats.org/drawingml/2006/main">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themeOverride>
</file>

<file path=docProps/app.xml><?xml version="1.0" encoding="utf-8"?>
<Properties xmlns="http://schemas.openxmlformats.org/officeDocument/2006/extended-properties" xmlns:vt="http://schemas.openxmlformats.org/officeDocument/2006/docPropsVTypes">
  <Template>Office 主题​​</Template>
  <TotalTime>6649</TotalTime>
  <Words>3539</Words>
  <Application>Microsoft Macintosh PowerPoint</Application>
  <PresentationFormat>自定义</PresentationFormat>
  <Paragraphs>485</Paragraphs>
  <Slides>35</Slides>
  <Notes>16</Notes>
  <HiddenSlides>0</HiddenSlides>
  <MMClips>0</MMClips>
  <ScaleCrop>false</ScaleCrop>
  <HeadingPairs>
    <vt:vector size="8" baseType="variant">
      <vt:variant>
        <vt:lpstr>已用的字体</vt:lpstr>
      </vt:variant>
      <vt:variant>
        <vt:i4>13</vt:i4>
      </vt:variant>
      <vt:variant>
        <vt:lpstr>主题</vt:lpstr>
      </vt:variant>
      <vt:variant>
        <vt:i4>4</vt:i4>
      </vt:variant>
      <vt:variant>
        <vt:lpstr>嵌入 OLE 服务器</vt:lpstr>
      </vt:variant>
      <vt:variant>
        <vt:i4>2</vt:i4>
      </vt:variant>
      <vt:variant>
        <vt:lpstr>幻灯片标题</vt:lpstr>
      </vt:variant>
      <vt:variant>
        <vt:i4>35</vt:i4>
      </vt:variant>
    </vt:vector>
  </HeadingPairs>
  <TitlesOfParts>
    <vt:vector size="54" baseType="lpstr">
      <vt:lpstr>DengXian</vt:lpstr>
      <vt:lpstr>DengXian</vt:lpstr>
      <vt:lpstr>宋体</vt:lpstr>
      <vt:lpstr>宋体</vt:lpstr>
      <vt:lpstr>Microsoft YaHei</vt:lpstr>
      <vt:lpstr>Arial</vt:lpstr>
      <vt:lpstr>Book Antiqua</vt:lpstr>
      <vt:lpstr>Calibri</vt:lpstr>
      <vt:lpstr>Cambria Math</vt:lpstr>
      <vt:lpstr>Garamond</vt:lpstr>
      <vt:lpstr>Tahoma</vt:lpstr>
      <vt:lpstr>Times New Roman</vt:lpstr>
      <vt:lpstr>Wingdings</vt:lpstr>
      <vt:lpstr>Office 主题​​</vt:lpstr>
      <vt:lpstr>Custom Design</vt:lpstr>
      <vt:lpstr>1_Custom Design</vt:lpstr>
      <vt:lpstr>2_Custom Design</vt:lpstr>
      <vt:lpstr>MSGraph.Chart.8</vt:lpstr>
      <vt:lpstr>Excel.Chart.8</vt:lpstr>
      <vt:lpstr>宏观经济学</vt:lpstr>
      <vt:lpstr>PowerPoint 演示文稿</vt:lpstr>
      <vt:lpstr>消费物价指数 (CPI)</vt:lpstr>
      <vt:lpstr>如何计算消费物价指数</vt:lpstr>
      <vt:lpstr>如何计算消费物价指数</vt:lpstr>
      <vt:lpstr>例：</vt:lpstr>
      <vt:lpstr>主动学习  1    计算 CPI</vt:lpstr>
      <vt:lpstr>主动学习  1    参考答案</vt:lpstr>
      <vt:lpstr>主动学习  1    参考答案</vt:lpstr>
      <vt:lpstr>CPI的篮子中有些什么?</vt:lpstr>
      <vt:lpstr>PowerPoint 演示文稿</vt:lpstr>
      <vt:lpstr>PowerPoint 演示文稿</vt:lpstr>
      <vt:lpstr>CPI与GDP平减指数的对比</vt:lpstr>
      <vt:lpstr>主动学习  3    CPI与GDP平减指数</vt:lpstr>
      <vt:lpstr>主动学习  3    参考答案</vt:lpstr>
      <vt:lpstr>CPI存在的问题:替代偏向</vt:lpstr>
      <vt:lpstr>主动学习  2    替代偏向</vt:lpstr>
      <vt:lpstr>主动学习  2    参考答案</vt:lpstr>
      <vt:lpstr>主动学习  2    参考答案</vt:lpstr>
      <vt:lpstr>CPI存在的问题:新产品的引进</vt:lpstr>
      <vt:lpstr>CPI存在的问题:无法衡量的质量变动</vt:lpstr>
      <vt:lpstr>CPI存在的问题</vt:lpstr>
      <vt:lpstr>通货膨胀的两个衡量指标：1950-2007</vt:lpstr>
      <vt:lpstr>通货膨胀</vt:lpstr>
      <vt:lpstr>根据通货膨胀的影响校正经济变量： 比较不同时期的美元数字</vt:lpstr>
      <vt:lpstr>根据通货膨胀的影响校正经济变量： 比较不同时期的美元数字</vt:lpstr>
      <vt:lpstr>根据通货膨胀的影响校正经济变量： 比较不同时期的美元数字</vt:lpstr>
      <vt:lpstr>用目前的美元和2007年的美元计算美国的最低工资，1950-2007</vt:lpstr>
      <vt:lpstr>主动学习  4    转换为“今天的美元”</vt:lpstr>
      <vt:lpstr>主动学习  4    参考答案</vt:lpstr>
      <vt:lpstr>根据通货膨胀的影响校正经济变量：指数化</vt:lpstr>
      <vt:lpstr>根据通货膨胀的影响校正经济变量： 真实利率与名义利率</vt:lpstr>
      <vt:lpstr>根据通货膨胀的影响校正经济变量： 真实利率与名义利率</vt:lpstr>
      <vt:lpstr>PowerPoint 演示文稿</vt:lpstr>
      <vt:lpstr>Thanks!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公共部门经济学</dc:title>
  <dc:creator>QD5164</dc:creator>
  <cp:keywords>()</cp:keywords>
  <cp:lastModifiedBy>Zhiqing YANG</cp:lastModifiedBy>
  <cp:revision>1488</cp:revision>
  <dcterms:created xsi:type="dcterms:W3CDTF">2022-08-17T03:42:51Z</dcterms:created>
  <dcterms:modified xsi:type="dcterms:W3CDTF">2024-06-19T01:28:50Z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2014-11-25T00:00:00Z</vt:filetime>
  </property>
  <property fmtid="{D5CDD505-2E9C-101B-9397-08002B2CF9AE}" pid="3" name="Creator">
    <vt:lpwstr>LaTeX with Beamer class version 3.33</vt:lpwstr>
  </property>
  <property fmtid="{D5CDD505-2E9C-101B-9397-08002B2CF9AE}" pid="4" name="LastSaved">
    <vt:filetime>2018-11-23T00:00:00Z</vt:filetime>
  </property>
</Properties>
</file>